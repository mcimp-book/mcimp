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8" r:id="rId3"/>
    <p:sldId id="262" r:id="rId4"/>
    <p:sldId id="264" r:id="rId5"/>
    <p:sldId id="266" r:id="rId6"/>
    <p:sldId id="270" r:id="rId7"/>
    <p:sldId id="274" r:id="rId8"/>
    <p:sldId id="276" r:id="rId9"/>
    <p:sldId id="278" r:id="rId10"/>
    <p:sldId id="281" r:id="rId11"/>
    <p:sldId id="286" r:id="rId12"/>
    <p:sldId id="287" r:id="rId13"/>
    <p:sldId id="288" r:id="rId14"/>
    <p:sldId id="289" r:id="rId15"/>
    <p:sldId id="290" r:id="rId16"/>
    <p:sldId id="292" r:id="rId17"/>
    <p:sldId id="295" r:id="rId18"/>
    <p:sldId id="297" r:id="rId19"/>
    <p:sldId id="301" r:id="rId20"/>
    <p:sldId id="304" r:id="rId21"/>
    <p:sldId id="307" r:id="rId22"/>
    <p:sldId id="308" r:id="rId23"/>
    <p:sldId id="309" r:id="rId24"/>
    <p:sldId id="312" r:id="rId25"/>
    <p:sldId id="315" r:id="rId26"/>
    <p:sldId id="316" r:id="rId27"/>
    <p:sldId id="320" r:id="rId28"/>
  </p:sldIdLst>
  <p:sldSz cx="4610100" cy="3460750"/>
  <p:notesSz cx="4610100" cy="34607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93DEBA8-33E5-4876-8C41-E6ABCCA1318E}" v="542" dt="2025-11-22T06:00:18.783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55" d="100"/>
          <a:sy n="155" d="100"/>
        </p:scale>
        <p:origin x="1190" y="3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uan Cheng" userId="b14087c0-bac9-44dd-b3f8-5d50e1ee75e5" providerId="ADAL" clId="{75A9BF88-81BC-4677-82BB-DF96F3D360A6}"/>
    <pc:docChg chg="undo redo custSel addSld delSld modSld">
      <pc:chgData name="Shuan Cheng" userId="b14087c0-bac9-44dd-b3f8-5d50e1ee75e5" providerId="ADAL" clId="{75A9BF88-81BC-4677-82BB-DF96F3D360A6}" dt="2025-11-22T06:00:18.783" v="764"/>
      <pc:docMkLst>
        <pc:docMk/>
      </pc:docMkLst>
      <pc:sldChg chg="modSp add del mod">
        <pc:chgData name="Shuan Cheng" userId="b14087c0-bac9-44dd-b3f8-5d50e1ee75e5" providerId="ADAL" clId="{75A9BF88-81BC-4677-82BB-DF96F3D360A6}" dt="2025-11-21T02:20:31.039" v="83" actId="14100"/>
        <pc:sldMkLst>
          <pc:docMk/>
          <pc:sldMk cId="0" sldId="262"/>
        </pc:sldMkLst>
        <pc:spChg chg="mod">
          <ac:chgData name="Shuan Cheng" userId="b14087c0-bac9-44dd-b3f8-5d50e1ee75e5" providerId="ADAL" clId="{75A9BF88-81BC-4677-82BB-DF96F3D360A6}" dt="2025-11-21T02:19:36.191" v="70" actId="1035"/>
          <ac:spMkLst>
            <pc:docMk/>
            <pc:sldMk cId="0" sldId="262"/>
            <ac:spMk id="10" creationId="{00000000-0000-0000-0000-000000000000}"/>
          </ac:spMkLst>
        </pc:spChg>
        <pc:spChg chg="mod">
          <ac:chgData name="Shuan Cheng" userId="b14087c0-bac9-44dd-b3f8-5d50e1ee75e5" providerId="ADAL" clId="{75A9BF88-81BC-4677-82BB-DF96F3D360A6}" dt="2025-11-21T02:20:31.039" v="83" actId="14100"/>
          <ac:spMkLst>
            <pc:docMk/>
            <pc:sldMk cId="0" sldId="262"/>
            <ac:spMk id="11" creationId="{00000000-0000-0000-0000-000000000000}"/>
          </ac:spMkLst>
        </pc:spChg>
      </pc:sldChg>
      <pc:sldChg chg="modSp add del mod">
        <pc:chgData name="Shuan Cheng" userId="b14087c0-bac9-44dd-b3f8-5d50e1ee75e5" providerId="ADAL" clId="{75A9BF88-81BC-4677-82BB-DF96F3D360A6}" dt="2025-11-22T05:56:32.936" v="724" actId="114"/>
        <pc:sldMkLst>
          <pc:docMk/>
          <pc:sldMk cId="0" sldId="264"/>
        </pc:sldMkLst>
        <pc:spChg chg="mod">
          <ac:chgData name="Shuan Cheng" userId="b14087c0-bac9-44dd-b3f8-5d50e1ee75e5" providerId="ADAL" clId="{75A9BF88-81BC-4677-82BB-DF96F3D360A6}" dt="2025-11-22T05:56:32.936" v="724" actId="114"/>
          <ac:spMkLst>
            <pc:docMk/>
            <pc:sldMk cId="0" sldId="264"/>
            <ac:spMk id="3" creationId="{00000000-0000-0000-0000-000000000000}"/>
          </ac:spMkLst>
        </pc:spChg>
      </pc:sldChg>
      <pc:sldChg chg="modSp add del mod">
        <pc:chgData name="Shuan Cheng" userId="b14087c0-bac9-44dd-b3f8-5d50e1ee75e5" providerId="ADAL" clId="{75A9BF88-81BC-4677-82BB-DF96F3D360A6}" dt="2025-11-21T02:25:11.726" v="113" actId="20577"/>
        <pc:sldMkLst>
          <pc:docMk/>
          <pc:sldMk cId="0" sldId="266"/>
        </pc:sldMkLst>
        <pc:spChg chg="mod">
          <ac:chgData name="Shuan Cheng" userId="b14087c0-bac9-44dd-b3f8-5d50e1ee75e5" providerId="ADAL" clId="{75A9BF88-81BC-4677-82BB-DF96F3D360A6}" dt="2025-11-21T02:25:11.726" v="113" actId="20577"/>
          <ac:spMkLst>
            <pc:docMk/>
            <pc:sldMk cId="0" sldId="266"/>
            <ac:spMk id="13" creationId="{00000000-0000-0000-0000-000000000000}"/>
          </ac:spMkLst>
        </pc:spChg>
      </pc:sldChg>
      <pc:sldChg chg="modSp add del mod">
        <pc:chgData name="Shuan Cheng" userId="b14087c0-bac9-44dd-b3f8-5d50e1ee75e5" providerId="ADAL" clId="{75A9BF88-81BC-4677-82BB-DF96F3D360A6}" dt="2025-11-22T06:00:10.329" v="759" actId="114"/>
        <pc:sldMkLst>
          <pc:docMk/>
          <pc:sldMk cId="0" sldId="270"/>
        </pc:sldMkLst>
        <pc:spChg chg="mod">
          <ac:chgData name="Shuan Cheng" userId="b14087c0-bac9-44dd-b3f8-5d50e1ee75e5" providerId="ADAL" clId="{75A9BF88-81BC-4677-82BB-DF96F3D360A6}" dt="2025-11-22T06:00:10.329" v="759" actId="114"/>
          <ac:spMkLst>
            <pc:docMk/>
            <pc:sldMk cId="0" sldId="270"/>
            <ac:spMk id="3" creationId="{00000000-0000-0000-0000-000000000000}"/>
          </ac:spMkLst>
        </pc:spChg>
      </pc:sldChg>
      <pc:sldChg chg="addSp delSp modSp add del mod">
        <pc:chgData name="Shuan Cheng" userId="b14087c0-bac9-44dd-b3f8-5d50e1ee75e5" providerId="ADAL" clId="{75A9BF88-81BC-4677-82BB-DF96F3D360A6}" dt="2025-11-21T02:32:40.941" v="129" actId="207"/>
        <pc:sldMkLst>
          <pc:docMk/>
          <pc:sldMk cId="0" sldId="274"/>
        </pc:sldMkLst>
        <pc:spChg chg="del">
          <ac:chgData name="Shuan Cheng" userId="b14087c0-bac9-44dd-b3f8-5d50e1ee75e5" providerId="ADAL" clId="{75A9BF88-81BC-4677-82BB-DF96F3D360A6}" dt="2025-11-21T02:32:38.967" v="127" actId="478"/>
          <ac:spMkLst>
            <pc:docMk/>
            <pc:sldMk cId="0" sldId="274"/>
            <ac:spMk id="9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1T02:32:38.967" v="127" actId="478"/>
          <ac:spMkLst>
            <pc:docMk/>
            <pc:sldMk cId="0" sldId="274"/>
            <ac:spMk id="11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1T02:32:38.967" v="127" actId="478"/>
          <ac:spMkLst>
            <pc:docMk/>
            <pc:sldMk cId="0" sldId="274"/>
            <ac:spMk id="14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1T02:32:38.967" v="127" actId="478"/>
          <ac:spMkLst>
            <pc:docMk/>
            <pc:sldMk cId="0" sldId="274"/>
            <ac:spMk id="15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1T02:32:38.967" v="127" actId="478"/>
          <ac:spMkLst>
            <pc:docMk/>
            <pc:sldMk cId="0" sldId="274"/>
            <ac:spMk id="16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1T02:32:38.967" v="127" actId="478"/>
          <ac:spMkLst>
            <pc:docMk/>
            <pc:sldMk cId="0" sldId="274"/>
            <ac:spMk id="17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1T02:32:38.967" v="127" actId="478"/>
          <ac:spMkLst>
            <pc:docMk/>
            <pc:sldMk cId="0" sldId="274"/>
            <ac:spMk id="18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1T02:32:38.967" v="127" actId="478"/>
          <ac:spMkLst>
            <pc:docMk/>
            <pc:sldMk cId="0" sldId="274"/>
            <ac:spMk id="19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1T02:32:38.967" v="127" actId="478"/>
          <ac:spMkLst>
            <pc:docMk/>
            <pc:sldMk cId="0" sldId="274"/>
            <ac:spMk id="23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1T02:32:38.967" v="127" actId="478"/>
          <ac:spMkLst>
            <pc:docMk/>
            <pc:sldMk cId="0" sldId="274"/>
            <ac:spMk id="24" creationId="{00000000-0000-0000-0000-000000000000}"/>
          </ac:spMkLst>
        </pc:spChg>
        <pc:spChg chg="add mod">
          <ac:chgData name="Shuan Cheng" userId="b14087c0-bac9-44dd-b3f8-5d50e1ee75e5" providerId="ADAL" clId="{75A9BF88-81BC-4677-82BB-DF96F3D360A6}" dt="2025-11-21T02:32:40.941" v="129" actId="207"/>
          <ac:spMkLst>
            <pc:docMk/>
            <pc:sldMk cId="0" sldId="274"/>
            <ac:spMk id="29" creationId="{E569B10B-ACA6-45BF-6EDB-9AADAA9C5F69}"/>
          </ac:spMkLst>
        </pc:spChg>
      </pc:sldChg>
      <pc:sldChg chg="delSp modSp add del mod">
        <pc:chgData name="Shuan Cheng" userId="b14087c0-bac9-44dd-b3f8-5d50e1ee75e5" providerId="ADAL" clId="{75A9BF88-81BC-4677-82BB-DF96F3D360A6}" dt="2025-11-22T06:00:18.783" v="764"/>
        <pc:sldMkLst>
          <pc:docMk/>
          <pc:sldMk cId="0" sldId="276"/>
        </pc:sldMkLst>
        <pc:spChg chg="del">
          <ac:chgData name="Shuan Cheng" userId="b14087c0-bac9-44dd-b3f8-5d50e1ee75e5" providerId="ADAL" clId="{75A9BF88-81BC-4677-82BB-DF96F3D360A6}" dt="2025-11-21T02:35:21.813" v="148" actId="478"/>
          <ac:spMkLst>
            <pc:docMk/>
            <pc:sldMk cId="0" sldId="276"/>
            <ac:spMk id="3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1T02:35:21.813" v="148" actId="478"/>
          <ac:spMkLst>
            <pc:docMk/>
            <pc:sldMk cId="0" sldId="276"/>
            <ac:spMk id="4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1T02:35:21.813" v="148" actId="478"/>
          <ac:spMkLst>
            <pc:docMk/>
            <pc:sldMk cId="0" sldId="276"/>
            <ac:spMk id="5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1T02:35:21.813" v="148" actId="478"/>
          <ac:spMkLst>
            <pc:docMk/>
            <pc:sldMk cId="0" sldId="276"/>
            <ac:spMk id="6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1T02:35:21.813" v="148" actId="478"/>
          <ac:spMkLst>
            <pc:docMk/>
            <pc:sldMk cId="0" sldId="276"/>
            <ac:spMk id="7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1T02:35:21.813" v="148" actId="478"/>
          <ac:spMkLst>
            <pc:docMk/>
            <pc:sldMk cId="0" sldId="276"/>
            <ac:spMk id="8" creationId="{00000000-0000-0000-0000-000000000000}"/>
          </ac:spMkLst>
        </pc:spChg>
        <pc:spChg chg="mod">
          <ac:chgData name="Shuan Cheng" userId="b14087c0-bac9-44dd-b3f8-5d50e1ee75e5" providerId="ADAL" clId="{75A9BF88-81BC-4677-82BB-DF96F3D360A6}" dt="2025-11-22T06:00:18.783" v="764"/>
          <ac:spMkLst>
            <pc:docMk/>
            <pc:sldMk cId="0" sldId="276"/>
            <ac:spMk id="9" creationId="{00000000-0000-0000-0000-000000000000}"/>
          </ac:spMkLst>
        </pc:spChg>
      </pc:sldChg>
      <pc:sldChg chg="addSp delSp modSp add del mod">
        <pc:chgData name="Shuan Cheng" userId="b14087c0-bac9-44dd-b3f8-5d50e1ee75e5" providerId="ADAL" clId="{75A9BF88-81BC-4677-82BB-DF96F3D360A6}" dt="2025-11-21T02:45:07.884" v="380" actId="207"/>
        <pc:sldMkLst>
          <pc:docMk/>
          <pc:sldMk cId="0" sldId="278"/>
        </pc:sldMkLst>
        <pc:spChg chg="mod">
          <ac:chgData name="Shuan Cheng" userId="b14087c0-bac9-44dd-b3f8-5d50e1ee75e5" providerId="ADAL" clId="{75A9BF88-81BC-4677-82BB-DF96F3D360A6}" dt="2025-11-21T02:39:18.882" v="378"/>
          <ac:spMkLst>
            <pc:docMk/>
            <pc:sldMk cId="0" sldId="278"/>
            <ac:spMk id="9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1T02:39:04.401" v="374" actId="478"/>
          <ac:spMkLst>
            <pc:docMk/>
            <pc:sldMk cId="0" sldId="278"/>
            <ac:spMk id="10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1T02:39:04.401" v="374" actId="478"/>
          <ac:spMkLst>
            <pc:docMk/>
            <pc:sldMk cId="0" sldId="278"/>
            <ac:spMk id="16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1T02:39:04.401" v="374" actId="478"/>
          <ac:spMkLst>
            <pc:docMk/>
            <pc:sldMk cId="0" sldId="278"/>
            <ac:spMk id="21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1T02:39:04.401" v="374" actId="478"/>
          <ac:spMkLst>
            <pc:docMk/>
            <pc:sldMk cId="0" sldId="278"/>
            <ac:spMk id="29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1T02:39:04.401" v="374" actId="478"/>
          <ac:spMkLst>
            <pc:docMk/>
            <pc:sldMk cId="0" sldId="278"/>
            <ac:spMk id="31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1T02:39:04.401" v="374" actId="478"/>
          <ac:spMkLst>
            <pc:docMk/>
            <pc:sldMk cId="0" sldId="278"/>
            <ac:spMk id="32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1T02:39:04.401" v="374" actId="478"/>
          <ac:spMkLst>
            <pc:docMk/>
            <pc:sldMk cId="0" sldId="278"/>
            <ac:spMk id="34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1T02:39:04.401" v="374" actId="478"/>
          <ac:spMkLst>
            <pc:docMk/>
            <pc:sldMk cId="0" sldId="278"/>
            <ac:spMk id="47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1T02:39:04.401" v="374" actId="478"/>
          <ac:spMkLst>
            <pc:docMk/>
            <pc:sldMk cId="0" sldId="278"/>
            <ac:spMk id="50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1T02:39:04.401" v="374" actId="478"/>
          <ac:spMkLst>
            <pc:docMk/>
            <pc:sldMk cId="0" sldId="278"/>
            <ac:spMk id="54" creationId="{00000000-0000-0000-0000-000000000000}"/>
          </ac:spMkLst>
        </pc:spChg>
        <pc:spChg chg="add mod">
          <ac:chgData name="Shuan Cheng" userId="b14087c0-bac9-44dd-b3f8-5d50e1ee75e5" providerId="ADAL" clId="{75A9BF88-81BC-4677-82BB-DF96F3D360A6}" dt="2025-11-21T02:45:07.884" v="380" actId="207"/>
          <ac:spMkLst>
            <pc:docMk/>
            <pc:sldMk cId="0" sldId="278"/>
            <ac:spMk id="61" creationId="{BD513778-8A3D-2407-646C-EBD6F7144DE9}"/>
          </ac:spMkLst>
        </pc:spChg>
      </pc:sldChg>
      <pc:sldChg chg="addSp delSp modSp add del mod">
        <pc:chgData name="Shuan Cheng" userId="b14087c0-bac9-44dd-b3f8-5d50e1ee75e5" providerId="ADAL" clId="{75A9BF88-81BC-4677-82BB-DF96F3D360A6}" dt="2025-11-21T02:51:19.130" v="409" actId="207"/>
        <pc:sldMkLst>
          <pc:docMk/>
          <pc:sldMk cId="0" sldId="281"/>
        </pc:sldMkLst>
        <pc:spChg chg="del">
          <ac:chgData name="Shuan Cheng" userId="b14087c0-bac9-44dd-b3f8-5d50e1ee75e5" providerId="ADAL" clId="{75A9BF88-81BC-4677-82BB-DF96F3D360A6}" dt="2025-11-21T02:50:13.211" v="381" actId="478"/>
          <ac:spMkLst>
            <pc:docMk/>
            <pc:sldMk cId="0" sldId="281"/>
            <ac:spMk id="6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1T02:50:13.211" v="381" actId="478"/>
          <ac:spMkLst>
            <pc:docMk/>
            <pc:sldMk cId="0" sldId="281"/>
            <ac:spMk id="7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1T02:50:13.211" v="381" actId="478"/>
          <ac:spMkLst>
            <pc:docMk/>
            <pc:sldMk cId="0" sldId="281"/>
            <ac:spMk id="8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1T02:50:13.211" v="381" actId="478"/>
          <ac:spMkLst>
            <pc:docMk/>
            <pc:sldMk cId="0" sldId="281"/>
            <ac:spMk id="13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1T02:50:16.237" v="382" actId="478"/>
          <ac:spMkLst>
            <pc:docMk/>
            <pc:sldMk cId="0" sldId="281"/>
            <ac:spMk id="14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1T02:50:13.211" v="381" actId="478"/>
          <ac:spMkLst>
            <pc:docMk/>
            <pc:sldMk cId="0" sldId="281"/>
            <ac:spMk id="17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1T02:50:13.211" v="381" actId="478"/>
          <ac:spMkLst>
            <pc:docMk/>
            <pc:sldMk cId="0" sldId="281"/>
            <ac:spMk id="20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1T02:50:13.211" v="381" actId="478"/>
          <ac:spMkLst>
            <pc:docMk/>
            <pc:sldMk cId="0" sldId="281"/>
            <ac:spMk id="32" creationId="{00000000-0000-0000-0000-000000000000}"/>
          </ac:spMkLst>
        </pc:spChg>
        <pc:spChg chg="mod">
          <ac:chgData name="Shuan Cheng" userId="b14087c0-bac9-44dd-b3f8-5d50e1ee75e5" providerId="ADAL" clId="{75A9BF88-81BC-4677-82BB-DF96F3D360A6}" dt="2025-11-21T02:50:54.347" v="404" actId="20577"/>
          <ac:spMkLst>
            <pc:docMk/>
            <pc:sldMk cId="0" sldId="281"/>
            <ac:spMk id="34" creationId="{00000000-0000-0000-0000-000000000000}"/>
          </ac:spMkLst>
        </pc:spChg>
        <pc:spChg chg="mod">
          <ac:chgData name="Shuan Cheng" userId="b14087c0-bac9-44dd-b3f8-5d50e1ee75e5" providerId="ADAL" clId="{75A9BF88-81BC-4677-82BB-DF96F3D360A6}" dt="2025-11-21T02:51:19.130" v="409" actId="207"/>
          <ac:spMkLst>
            <pc:docMk/>
            <pc:sldMk cId="0" sldId="281"/>
            <ac:spMk id="35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1T02:50:13.211" v="381" actId="478"/>
          <ac:spMkLst>
            <pc:docMk/>
            <pc:sldMk cId="0" sldId="281"/>
            <ac:spMk id="37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1T02:50:13.211" v="381" actId="478"/>
          <ac:spMkLst>
            <pc:docMk/>
            <pc:sldMk cId="0" sldId="281"/>
            <ac:spMk id="39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1T02:50:13.211" v="381" actId="478"/>
          <ac:spMkLst>
            <pc:docMk/>
            <pc:sldMk cId="0" sldId="281"/>
            <ac:spMk id="41" creationId="{00000000-0000-0000-0000-000000000000}"/>
          </ac:spMkLst>
        </pc:spChg>
        <pc:spChg chg="add mod">
          <ac:chgData name="Shuan Cheng" userId="b14087c0-bac9-44dd-b3f8-5d50e1ee75e5" providerId="ADAL" clId="{75A9BF88-81BC-4677-82BB-DF96F3D360A6}" dt="2025-11-21T02:50:18.132" v="384" actId="207"/>
          <ac:spMkLst>
            <pc:docMk/>
            <pc:sldMk cId="0" sldId="281"/>
            <ac:spMk id="47" creationId="{9DFAD710-2370-1A1B-69DD-480D5DC5FBDA}"/>
          </ac:spMkLst>
        </pc:spChg>
      </pc:sldChg>
      <pc:sldChg chg="addSp delSp modSp add del mod">
        <pc:chgData name="Shuan Cheng" userId="b14087c0-bac9-44dd-b3f8-5d50e1ee75e5" providerId="ADAL" clId="{75A9BF88-81BC-4677-82BB-DF96F3D360A6}" dt="2025-11-21T03:02:16.908" v="428" actId="207"/>
        <pc:sldMkLst>
          <pc:docMk/>
          <pc:sldMk cId="0" sldId="286"/>
        </pc:sldMkLst>
        <pc:spChg chg="mod">
          <ac:chgData name="Shuan Cheng" userId="b14087c0-bac9-44dd-b3f8-5d50e1ee75e5" providerId="ADAL" clId="{75A9BF88-81BC-4677-82BB-DF96F3D360A6}" dt="2025-11-21T03:01:16.174" v="422" actId="14100"/>
          <ac:spMkLst>
            <pc:docMk/>
            <pc:sldMk cId="0" sldId="286"/>
            <ac:spMk id="3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1T03:01:18.816" v="423" actId="478"/>
          <ac:spMkLst>
            <pc:docMk/>
            <pc:sldMk cId="0" sldId="286"/>
            <ac:spMk id="4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1T03:01:18.816" v="423" actId="478"/>
          <ac:spMkLst>
            <pc:docMk/>
            <pc:sldMk cId="0" sldId="286"/>
            <ac:spMk id="5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1T03:01:18.816" v="423" actId="478"/>
          <ac:spMkLst>
            <pc:docMk/>
            <pc:sldMk cId="0" sldId="286"/>
            <ac:spMk id="7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1T03:01:18.816" v="423" actId="478"/>
          <ac:spMkLst>
            <pc:docMk/>
            <pc:sldMk cId="0" sldId="286"/>
            <ac:spMk id="8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1T03:01:18.816" v="423" actId="478"/>
          <ac:spMkLst>
            <pc:docMk/>
            <pc:sldMk cId="0" sldId="286"/>
            <ac:spMk id="9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1T03:01:18.816" v="423" actId="478"/>
          <ac:spMkLst>
            <pc:docMk/>
            <pc:sldMk cId="0" sldId="286"/>
            <ac:spMk id="10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1T03:01:18.816" v="423" actId="478"/>
          <ac:spMkLst>
            <pc:docMk/>
            <pc:sldMk cId="0" sldId="286"/>
            <ac:spMk id="12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1T03:01:18.816" v="423" actId="478"/>
          <ac:spMkLst>
            <pc:docMk/>
            <pc:sldMk cId="0" sldId="286"/>
            <ac:spMk id="13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1T03:01:18.816" v="423" actId="478"/>
          <ac:spMkLst>
            <pc:docMk/>
            <pc:sldMk cId="0" sldId="286"/>
            <ac:spMk id="14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1T03:01:18.816" v="423" actId="478"/>
          <ac:spMkLst>
            <pc:docMk/>
            <pc:sldMk cId="0" sldId="286"/>
            <ac:spMk id="15" creationId="{00000000-0000-0000-0000-000000000000}"/>
          </ac:spMkLst>
        </pc:spChg>
        <pc:spChg chg="mod">
          <ac:chgData name="Shuan Cheng" userId="b14087c0-bac9-44dd-b3f8-5d50e1ee75e5" providerId="ADAL" clId="{75A9BF88-81BC-4677-82BB-DF96F3D360A6}" dt="2025-11-21T03:01:05.398" v="421" actId="20577"/>
          <ac:spMkLst>
            <pc:docMk/>
            <pc:sldMk cId="0" sldId="286"/>
            <ac:spMk id="16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1T03:00:14.360" v="410" actId="478"/>
          <ac:spMkLst>
            <pc:docMk/>
            <pc:sldMk cId="0" sldId="286"/>
            <ac:spMk id="17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1T03:00:14.360" v="410" actId="478"/>
          <ac:spMkLst>
            <pc:docMk/>
            <pc:sldMk cId="0" sldId="286"/>
            <ac:spMk id="18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1T03:00:14.360" v="410" actId="478"/>
          <ac:spMkLst>
            <pc:docMk/>
            <pc:sldMk cId="0" sldId="286"/>
            <ac:spMk id="19" creationId="{00000000-0000-0000-0000-000000000000}"/>
          </ac:spMkLst>
        </pc:spChg>
        <pc:spChg chg="add mod">
          <ac:chgData name="Shuan Cheng" userId="b14087c0-bac9-44dd-b3f8-5d50e1ee75e5" providerId="ADAL" clId="{75A9BF88-81BC-4677-82BB-DF96F3D360A6}" dt="2025-11-21T03:00:19.479" v="413" actId="207"/>
          <ac:spMkLst>
            <pc:docMk/>
            <pc:sldMk cId="0" sldId="286"/>
            <ac:spMk id="25" creationId="{B4816F5A-52D2-C682-BEC4-220DFC78479E}"/>
          </ac:spMkLst>
        </pc:spChg>
        <pc:spChg chg="add del mod">
          <ac:chgData name="Shuan Cheng" userId="b14087c0-bac9-44dd-b3f8-5d50e1ee75e5" providerId="ADAL" clId="{75A9BF88-81BC-4677-82BB-DF96F3D360A6}" dt="2025-11-21T03:02:15.100" v="426" actId="478"/>
          <ac:spMkLst>
            <pc:docMk/>
            <pc:sldMk cId="0" sldId="286"/>
            <ac:spMk id="26" creationId="{366BFF79-8641-E5C4-AB64-0D846344147E}"/>
          </ac:spMkLst>
        </pc:spChg>
        <pc:spChg chg="add mod">
          <ac:chgData name="Shuan Cheng" userId="b14087c0-bac9-44dd-b3f8-5d50e1ee75e5" providerId="ADAL" clId="{75A9BF88-81BC-4677-82BB-DF96F3D360A6}" dt="2025-11-21T03:02:16.908" v="428" actId="207"/>
          <ac:spMkLst>
            <pc:docMk/>
            <pc:sldMk cId="0" sldId="286"/>
            <ac:spMk id="27" creationId="{D050E6B6-6AE1-2037-D033-E18A529FA63E}"/>
          </ac:spMkLst>
        </pc:spChg>
      </pc:sldChg>
      <pc:sldChg chg="add del">
        <pc:chgData name="Shuan Cheng" userId="b14087c0-bac9-44dd-b3f8-5d50e1ee75e5" providerId="ADAL" clId="{75A9BF88-81BC-4677-82BB-DF96F3D360A6}" dt="2025-11-20T21:57:21.035" v="39" actId="47"/>
        <pc:sldMkLst>
          <pc:docMk/>
          <pc:sldMk cId="0" sldId="287"/>
        </pc:sldMkLst>
      </pc:sldChg>
      <pc:sldChg chg="addSp delSp modSp mod">
        <pc:chgData name="Shuan Cheng" userId="b14087c0-bac9-44dd-b3f8-5d50e1ee75e5" providerId="ADAL" clId="{75A9BF88-81BC-4677-82BB-DF96F3D360A6}" dt="2025-11-21T03:07:10.253" v="468" actId="1037"/>
        <pc:sldMkLst>
          <pc:docMk/>
          <pc:sldMk cId="0" sldId="288"/>
        </pc:sldMkLst>
        <pc:spChg chg="add mod">
          <ac:chgData name="Shuan Cheng" userId="b14087c0-bac9-44dd-b3f8-5d50e1ee75e5" providerId="ADAL" clId="{75A9BF88-81BC-4677-82BB-DF96F3D360A6}" dt="2025-11-21T03:06:55.813" v="461" actId="1582"/>
          <ac:spMkLst>
            <pc:docMk/>
            <pc:sldMk cId="0" sldId="288"/>
            <ac:spMk id="19" creationId="{3854AF50-1BB0-3265-C85D-87D9DC72257E}"/>
          </ac:spMkLst>
        </pc:spChg>
        <pc:grpChg chg="del mod">
          <ac:chgData name="Shuan Cheng" userId="b14087c0-bac9-44dd-b3f8-5d50e1ee75e5" providerId="ADAL" clId="{75A9BF88-81BC-4677-82BB-DF96F3D360A6}" dt="2025-11-21T03:03:29.788" v="431" actId="478"/>
          <ac:grpSpMkLst>
            <pc:docMk/>
            <pc:sldMk cId="0" sldId="288"/>
            <ac:grpSpMk id="3" creationId="{00000000-0000-0000-0000-000000000000}"/>
          </ac:grpSpMkLst>
        </pc:grpChg>
        <pc:graphicFrameChg chg="add mod modGraphic">
          <ac:chgData name="Shuan Cheng" userId="b14087c0-bac9-44dd-b3f8-5d50e1ee75e5" providerId="ADAL" clId="{75A9BF88-81BC-4677-82BB-DF96F3D360A6}" dt="2025-11-21T03:05:16.831" v="449"/>
          <ac:graphicFrameMkLst>
            <pc:docMk/>
            <pc:sldMk cId="0" sldId="288"/>
            <ac:graphicFrameMk id="18" creationId="{155BBE3B-E1E6-6795-ACC1-187B920A2D4C}"/>
          </ac:graphicFrameMkLst>
        </pc:graphicFrameChg>
        <pc:cxnChg chg="add mod">
          <ac:chgData name="Shuan Cheng" userId="b14087c0-bac9-44dd-b3f8-5d50e1ee75e5" providerId="ADAL" clId="{75A9BF88-81BC-4677-82BB-DF96F3D360A6}" dt="2025-11-21T03:07:10.253" v="468" actId="1037"/>
          <ac:cxnSpMkLst>
            <pc:docMk/>
            <pc:sldMk cId="0" sldId="288"/>
            <ac:cxnSpMk id="21" creationId="{58DAEF80-049B-4FF9-6331-412CA72D8332}"/>
          </ac:cxnSpMkLst>
        </pc:cxnChg>
      </pc:sldChg>
      <pc:sldChg chg="modSp">
        <pc:chgData name="Shuan Cheng" userId="b14087c0-bac9-44dd-b3f8-5d50e1ee75e5" providerId="ADAL" clId="{75A9BF88-81BC-4677-82BB-DF96F3D360A6}" dt="2025-11-21T03:08:35.581" v="477" actId="20577"/>
        <pc:sldMkLst>
          <pc:docMk/>
          <pc:sldMk cId="0" sldId="290"/>
        </pc:sldMkLst>
        <pc:spChg chg="mod">
          <ac:chgData name="Shuan Cheng" userId="b14087c0-bac9-44dd-b3f8-5d50e1ee75e5" providerId="ADAL" clId="{75A9BF88-81BC-4677-82BB-DF96F3D360A6}" dt="2025-11-21T03:08:35.581" v="477" actId="20577"/>
          <ac:spMkLst>
            <pc:docMk/>
            <pc:sldMk cId="0" sldId="290"/>
            <ac:spMk id="3" creationId="{00000000-0000-0000-0000-000000000000}"/>
          </ac:spMkLst>
        </pc:spChg>
      </pc:sldChg>
      <pc:sldChg chg="addSp delSp modSp mod">
        <pc:chgData name="Shuan Cheng" userId="b14087c0-bac9-44dd-b3f8-5d50e1ee75e5" providerId="ADAL" clId="{75A9BF88-81BC-4677-82BB-DF96F3D360A6}" dt="2025-11-22T05:16:54.600" v="498" actId="114"/>
        <pc:sldMkLst>
          <pc:docMk/>
          <pc:sldMk cId="0" sldId="292"/>
        </pc:sldMkLst>
        <pc:spChg chg="mod">
          <ac:chgData name="Shuan Cheng" userId="b14087c0-bac9-44dd-b3f8-5d50e1ee75e5" providerId="ADAL" clId="{75A9BF88-81BC-4677-82BB-DF96F3D360A6}" dt="2025-11-22T05:16:54.600" v="498" actId="114"/>
          <ac:spMkLst>
            <pc:docMk/>
            <pc:sldMk cId="0" sldId="292"/>
            <ac:spMk id="3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05:15:05.996" v="489" actId="478"/>
          <ac:spMkLst>
            <pc:docMk/>
            <pc:sldMk cId="0" sldId="292"/>
            <ac:spMk id="4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05:15:05.996" v="489" actId="478"/>
          <ac:spMkLst>
            <pc:docMk/>
            <pc:sldMk cId="0" sldId="292"/>
            <ac:spMk id="5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05:15:05.996" v="489" actId="478"/>
          <ac:spMkLst>
            <pc:docMk/>
            <pc:sldMk cId="0" sldId="292"/>
            <ac:spMk id="6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05:15:05.996" v="489" actId="478"/>
          <ac:spMkLst>
            <pc:docMk/>
            <pc:sldMk cId="0" sldId="292"/>
            <ac:spMk id="7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05:15:05.996" v="489" actId="478"/>
          <ac:spMkLst>
            <pc:docMk/>
            <pc:sldMk cId="0" sldId="292"/>
            <ac:spMk id="8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05:15:05.996" v="489" actId="478"/>
          <ac:spMkLst>
            <pc:docMk/>
            <pc:sldMk cId="0" sldId="292"/>
            <ac:spMk id="9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05:15:05.996" v="489" actId="478"/>
          <ac:spMkLst>
            <pc:docMk/>
            <pc:sldMk cId="0" sldId="292"/>
            <ac:spMk id="10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05:15:05.996" v="489" actId="478"/>
          <ac:spMkLst>
            <pc:docMk/>
            <pc:sldMk cId="0" sldId="292"/>
            <ac:spMk id="11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05:15:05.996" v="489" actId="478"/>
          <ac:spMkLst>
            <pc:docMk/>
            <pc:sldMk cId="0" sldId="292"/>
            <ac:spMk id="12" creationId="{00000000-0000-0000-0000-000000000000}"/>
          </ac:spMkLst>
        </pc:spChg>
        <pc:spChg chg="add del mod">
          <ac:chgData name="Shuan Cheng" userId="b14087c0-bac9-44dd-b3f8-5d50e1ee75e5" providerId="ADAL" clId="{75A9BF88-81BC-4677-82BB-DF96F3D360A6}" dt="2025-11-22T05:15:14.295" v="493" actId="478"/>
          <ac:spMkLst>
            <pc:docMk/>
            <pc:sldMk cId="0" sldId="292"/>
            <ac:spMk id="17" creationId="{0B5909A6-2654-2A60-5C20-EFAFCF9582A5}"/>
          </ac:spMkLst>
        </pc:spChg>
        <pc:spChg chg="add mod">
          <ac:chgData name="Shuan Cheng" userId="b14087c0-bac9-44dd-b3f8-5d50e1ee75e5" providerId="ADAL" clId="{75A9BF88-81BC-4677-82BB-DF96F3D360A6}" dt="2025-11-22T05:16:28.217" v="495" actId="207"/>
          <ac:spMkLst>
            <pc:docMk/>
            <pc:sldMk cId="0" sldId="292"/>
            <ac:spMk id="18" creationId="{4A40F743-F86A-8642-46B3-D53E71857941}"/>
          </ac:spMkLst>
        </pc:spChg>
      </pc:sldChg>
      <pc:sldChg chg="addSp delSp modSp add del mod">
        <pc:chgData name="Shuan Cheng" userId="b14087c0-bac9-44dd-b3f8-5d50e1ee75e5" providerId="ADAL" clId="{75A9BF88-81BC-4677-82BB-DF96F3D360A6}" dt="2025-11-22T05:19:53.584" v="519" actId="207"/>
        <pc:sldMkLst>
          <pc:docMk/>
          <pc:sldMk cId="0" sldId="295"/>
        </pc:sldMkLst>
        <pc:spChg chg="mod">
          <ac:chgData name="Shuan Cheng" userId="b14087c0-bac9-44dd-b3f8-5d50e1ee75e5" providerId="ADAL" clId="{75A9BF88-81BC-4677-82BB-DF96F3D360A6}" dt="2025-11-22T05:17:31.103" v="500" actId="14100"/>
          <ac:spMkLst>
            <pc:docMk/>
            <pc:sldMk cId="0" sldId="295"/>
            <ac:spMk id="3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05:17:28.672" v="499" actId="478"/>
          <ac:spMkLst>
            <pc:docMk/>
            <pc:sldMk cId="0" sldId="295"/>
            <ac:spMk id="4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05:17:28.672" v="499" actId="478"/>
          <ac:spMkLst>
            <pc:docMk/>
            <pc:sldMk cId="0" sldId="295"/>
            <ac:spMk id="5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05:17:28.672" v="499" actId="478"/>
          <ac:spMkLst>
            <pc:docMk/>
            <pc:sldMk cId="0" sldId="295"/>
            <ac:spMk id="6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05:17:28.672" v="499" actId="478"/>
          <ac:spMkLst>
            <pc:docMk/>
            <pc:sldMk cId="0" sldId="295"/>
            <ac:spMk id="7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05:17:28.672" v="499" actId="478"/>
          <ac:spMkLst>
            <pc:docMk/>
            <pc:sldMk cId="0" sldId="295"/>
            <ac:spMk id="8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05:17:28.672" v="499" actId="478"/>
          <ac:spMkLst>
            <pc:docMk/>
            <pc:sldMk cId="0" sldId="295"/>
            <ac:spMk id="9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05:17:28.672" v="499" actId="478"/>
          <ac:spMkLst>
            <pc:docMk/>
            <pc:sldMk cId="0" sldId="295"/>
            <ac:spMk id="10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05:17:28.672" v="499" actId="478"/>
          <ac:spMkLst>
            <pc:docMk/>
            <pc:sldMk cId="0" sldId="295"/>
            <ac:spMk id="11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05:17:28.672" v="499" actId="478"/>
          <ac:spMkLst>
            <pc:docMk/>
            <pc:sldMk cId="0" sldId="295"/>
            <ac:spMk id="12" creationId="{00000000-0000-0000-0000-000000000000}"/>
          </ac:spMkLst>
        </pc:spChg>
        <pc:spChg chg="mod">
          <ac:chgData name="Shuan Cheng" userId="b14087c0-bac9-44dd-b3f8-5d50e1ee75e5" providerId="ADAL" clId="{75A9BF88-81BC-4677-82BB-DF96F3D360A6}" dt="2025-11-22T05:18:49.710" v="516" actId="20577"/>
          <ac:spMkLst>
            <pc:docMk/>
            <pc:sldMk cId="0" sldId="295"/>
            <ac:spMk id="13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05:18:44.068" v="505" actId="478"/>
          <ac:spMkLst>
            <pc:docMk/>
            <pc:sldMk cId="0" sldId="295"/>
            <ac:spMk id="14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05:18:44.068" v="505" actId="478"/>
          <ac:spMkLst>
            <pc:docMk/>
            <pc:sldMk cId="0" sldId="295"/>
            <ac:spMk id="15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05:18:44.068" v="505" actId="478"/>
          <ac:spMkLst>
            <pc:docMk/>
            <pc:sldMk cId="0" sldId="295"/>
            <ac:spMk id="16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05:18:44.068" v="505" actId="478"/>
          <ac:spMkLst>
            <pc:docMk/>
            <pc:sldMk cId="0" sldId="295"/>
            <ac:spMk id="17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05:18:44.068" v="505" actId="478"/>
          <ac:spMkLst>
            <pc:docMk/>
            <pc:sldMk cId="0" sldId="295"/>
            <ac:spMk id="18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05:18:44.068" v="505" actId="478"/>
          <ac:spMkLst>
            <pc:docMk/>
            <pc:sldMk cId="0" sldId="295"/>
            <ac:spMk id="19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05:18:44.068" v="505" actId="478"/>
          <ac:spMkLst>
            <pc:docMk/>
            <pc:sldMk cId="0" sldId="295"/>
            <ac:spMk id="20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05:18:44.068" v="505" actId="478"/>
          <ac:spMkLst>
            <pc:docMk/>
            <pc:sldMk cId="0" sldId="295"/>
            <ac:spMk id="21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05:18:44.068" v="505" actId="478"/>
          <ac:spMkLst>
            <pc:docMk/>
            <pc:sldMk cId="0" sldId="295"/>
            <ac:spMk id="22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05:18:44.068" v="505" actId="478"/>
          <ac:spMkLst>
            <pc:docMk/>
            <pc:sldMk cId="0" sldId="295"/>
            <ac:spMk id="23" creationId="{00000000-0000-0000-0000-000000000000}"/>
          </ac:spMkLst>
        </pc:spChg>
        <pc:spChg chg="mod">
          <ac:chgData name="Shuan Cheng" userId="b14087c0-bac9-44dd-b3f8-5d50e1ee75e5" providerId="ADAL" clId="{75A9BF88-81BC-4677-82BB-DF96F3D360A6}" dt="2025-11-22T05:17:49.566" v="503" actId="14100"/>
          <ac:spMkLst>
            <pc:docMk/>
            <pc:sldMk cId="0" sldId="295"/>
            <ac:spMk id="24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05:19:51.746" v="517" actId="478"/>
          <ac:spMkLst>
            <pc:docMk/>
            <pc:sldMk cId="0" sldId="295"/>
            <ac:spMk id="27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05:19:51.746" v="517" actId="478"/>
          <ac:spMkLst>
            <pc:docMk/>
            <pc:sldMk cId="0" sldId="295"/>
            <ac:spMk id="28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05:19:51.746" v="517" actId="478"/>
          <ac:spMkLst>
            <pc:docMk/>
            <pc:sldMk cId="0" sldId="295"/>
            <ac:spMk id="29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05:19:51.746" v="517" actId="478"/>
          <ac:spMkLst>
            <pc:docMk/>
            <pc:sldMk cId="0" sldId="295"/>
            <ac:spMk id="30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05:19:51.746" v="517" actId="478"/>
          <ac:spMkLst>
            <pc:docMk/>
            <pc:sldMk cId="0" sldId="295"/>
            <ac:spMk id="31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05:19:51.746" v="517" actId="478"/>
          <ac:spMkLst>
            <pc:docMk/>
            <pc:sldMk cId="0" sldId="295"/>
            <ac:spMk id="32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05:19:51.746" v="517" actId="478"/>
          <ac:spMkLst>
            <pc:docMk/>
            <pc:sldMk cId="0" sldId="295"/>
            <ac:spMk id="33" creationId="{00000000-0000-0000-0000-000000000000}"/>
          </ac:spMkLst>
        </pc:spChg>
        <pc:spChg chg="add mod">
          <ac:chgData name="Shuan Cheng" userId="b14087c0-bac9-44dd-b3f8-5d50e1ee75e5" providerId="ADAL" clId="{75A9BF88-81BC-4677-82BB-DF96F3D360A6}" dt="2025-11-22T05:17:32.644" v="502" actId="207"/>
          <ac:spMkLst>
            <pc:docMk/>
            <pc:sldMk cId="0" sldId="295"/>
            <ac:spMk id="38" creationId="{204AED9F-C614-9FBF-1F3B-0550753F4318}"/>
          </ac:spMkLst>
        </pc:spChg>
        <pc:spChg chg="add mod">
          <ac:chgData name="Shuan Cheng" userId="b14087c0-bac9-44dd-b3f8-5d50e1ee75e5" providerId="ADAL" clId="{75A9BF88-81BC-4677-82BB-DF96F3D360A6}" dt="2025-11-22T05:18:45.922" v="507" actId="207"/>
          <ac:spMkLst>
            <pc:docMk/>
            <pc:sldMk cId="0" sldId="295"/>
            <ac:spMk id="39" creationId="{6D2E6E1B-9AD5-92E3-5A17-AA78E54F5F80}"/>
          </ac:spMkLst>
        </pc:spChg>
        <pc:spChg chg="add mod">
          <ac:chgData name="Shuan Cheng" userId="b14087c0-bac9-44dd-b3f8-5d50e1ee75e5" providerId="ADAL" clId="{75A9BF88-81BC-4677-82BB-DF96F3D360A6}" dt="2025-11-22T05:19:53.584" v="519" actId="207"/>
          <ac:spMkLst>
            <pc:docMk/>
            <pc:sldMk cId="0" sldId="295"/>
            <ac:spMk id="40" creationId="{8A7040EE-3E72-F21A-9A31-82AA5AB151B0}"/>
          </ac:spMkLst>
        </pc:spChg>
      </pc:sldChg>
      <pc:sldChg chg="add del">
        <pc:chgData name="Shuan Cheng" userId="b14087c0-bac9-44dd-b3f8-5d50e1ee75e5" providerId="ADAL" clId="{75A9BF88-81BC-4677-82BB-DF96F3D360A6}" dt="2025-11-20T21:57:32.028" v="47" actId="47"/>
        <pc:sldMkLst>
          <pc:docMk/>
          <pc:sldMk cId="0" sldId="297"/>
        </pc:sldMkLst>
      </pc:sldChg>
      <pc:sldChg chg="addSp delSp modSp mod">
        <pc:chgData name="Shuan Cheng" userId="b14087c0-bac9-44dd-b3f8-5d50e1ee75e5" providerId="ADAL" clId="{75A9BF88-81BC-4677-82BB-DF96F3D360A6}" dt="2025-11-22T05:24:41.356" v="527" actId="2085"/>
        <pc:sldMkLst>
          <pc:docMk/>
          <pc:sldMk cId="0" sldId="301"/>
        </pc:sldMkLst>
        <pc:spChg chg="del">
          <ac:chgData name="Shuan Cheng" userId="b14087c0-bac9-44dd-b3f8-5d50e1ee75e5" providerId="ADAL" clId="{75A9BF88-81BC-4677-82BB-DF96F3D360A6}" dt="2025-11-22T05:24:14.462" v="523" actId="478"/>
          <ac:spMkLst>
            <pc:docMk/>
            <pc:sldMk cId="0" sldId="301"/>
            <ac:spMk id="4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05:24:14.462" v="523" actId="478"/>
          <ac:spMkLst>
            <pc:docMk/>
            <pc:sldMk cId="0" sldId="301"/>
            <ac:spMk id="5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05:24:14.462" v="523" actId="478"/>
          <ac:spMkLst>
            <pc:docMk/>
            <pc:sldMk cId="0" sldId="301"/>
            <ac:spMk id="6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05:24:14.462" v="523" actId="478"/>
          <ac:spMkLst>
            <pc:docMk/>
            <pc:sldMk cId="0" sldId="301"/>
            <ac:spMk id="7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05:24:14.462" v="523" actId="478"/>
          <ac:spMkLst>
            <pc:docMk/>
            <pc:sldMk cId="0" sldId="301"/>
            <ac:spMk id="8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05:20:33.354" v="522" actId="478"/>
          <ac:spMkLst>
            <pc:docMk/>
            <pc:sldMk cId="0" sldId="301"/>
            <ac:spMk id="9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05:24:14.462" v="523" actId="478"/>
          <ac:spMkLst>
            <pc:docMk/>
            <pc:sldMk cId="0" sldId="301"/>
            <ac:spMk id="10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05:24:14.462" v="523" actId="478"/>
          <ac:spMkLst>
            <pc:docMk/>
            <pc:sldMk cId="0" sldId="301"/>
            <ac:spMk id="11" creationId="{00000000-0000-0000-0000-000000000000}"/>
          </ac:spMkLst>
        </pc:spChg>
        <pc:spChg chg="del mod">
          <ac:chgData name="Shuan Cheng" userId="b14087c0-bac9-44dd-b3f8-5d50e1ee75e5" providerId="ADAL" clId="{75A9BF88-81BC-4677-82BB-DF96F3D360A6}" dt="2025-11-22T05:20:31.439" v="521" actId="478"/>
          <ac:spMkLst>
            <pc:docMk/>
            <pc:sldMk cId="0" sldId="301"/>
            <ac:spMk id="12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05:24:14.462" v="523" actId="478"/>
          <ac:spMkLst>
            <pc:docMk/>
            <pc:sldMk cId="0" sldId="301"/>
            <ac:spMk id="13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05:24:14.462" v="523" actId="478"/>
          <ac:spMkLst>
            <pc:docMk/>
            <pc:sldMk cId="0" sldId="301"/>
            <ac:spMk id="14" creationId="{00000000-0000-0000-0000-000000000000}"/>
          </ac:spMkLst>
        </pc:spChg>
        <pc:spChg chg="add mod">
          <ac:chgData name="Shuan Cheng" userId="b14087c0-bac9-44dd-b3f8-5d50e1ee75e5" providerId="ADAL" clId="{75A9BF88-81BC-4677-82BB-DF96F3D360A6}" dt="2025-11-22T05:24:41.356" v="527" actId="2085"/>
          <ac:spMkLst>
            <pc:docMk/>
            <pc:sldMk cId="0" sldId="301"/>
            <ac:spMk id="20" creationId="{F6B94CEF-FFB0-77FD-8F5F-16ABDCB4DE17}"/>
          </ac:spMkLst>
        </pc:spChg>
        <pc:spChg chg="add mod">
          <ac:chgData name="Shuan Cheng" userId="b14087c0-bac9-44dd-b3f8-5d50e1ee75e5" providerId="ADAL" clId="{75A9BF88-81BC-4677-82BB-DF96F3D360A6}" dt="2025-11-22T05:24:41.356" v="527" actId="2085"/>
          <ac:spMkLst>
            <pc:docMk/>
            <pc:sldMk cId="0" sldId="301"/>
            <ac:spMk id="21" creationId="{2F467978-5299-CD9F-6453-FFD5DA677AD7}"/>
          </ac:spMkLst>
        </pc:spChg>
        <pc:spChg chg="add mod">
          <ac:chgData name="Shuan Cheng" userId="b14087c0-bac9-44dd-b3f8-5d50e1ee75e5" providerId="ADAL" clId="{75A9BF88-81BC-4677-82BB-DF96F3D360A6}" dt="2025-11-22T05:24:41.356" v="527" actId="2085"/>
          <ac:spMkLst>
            <pc:docMk/>
            <pc:sldMk cId="0" sldId="301"/>
            <ac:spMk id="22" creationId="{2BDD909E-F16B-91DE-54ED-E21BEB9F77FE}"/>
          </ac:spMkLst>
        </pc:spChg>
        <pc:spChg chg="mod">
          <ac:chgData name="Shuan Cheng" userId="b14087c0-bac9-44dd-b3f8-5d50e1ee75e5" providerId="ADAL" clId="{75A9BF88-81BC-4677-82BB-DF96F3D360A6}" dt="2025-11-22T05:24:41.356" v="527" actId="2085"/>
          <ac:spMkLst>
            <pc:docMk/>
            <pc:sldMk cId="0" sldId="301"/>
            <ac:spMk id="23" creationId="{EF38CC00-E251-B888-ED81-9841E4FC55F7}"/>
          </ac:spMkLst>
        </pc:spChg>
        <pc:spChg chg="add mod">
          <ac:chgData name="Shuan Cheng" userId="b14087c0-bac9-44dd-b3f8-5d50e1ee75e5" providerId="ADAL" clId="{75A9BF88-81BC-4677-82BB-DF96F3D360A6}" dt="2025-11-22T05:24:41.356" v="527" actId="2085"/>
          <ac:spMkLst>
            <pc:docMk/>
            <pc:sldMk cId="0" sldId="301"/>
            <ac:spMk id="24" creationId="{050B88E6-AB92-5E9E-99E5-80970B9C7D26}"/>
          </ac:spMkLst>
        </pc:spChg>
        <pc:spChg chg="mod">
          <ac:chgData name="Shuan Cheng" userId="b14087c0-bac9-44dd-b3f8-5d50e1ee75e5" providerId="ADAL" clId="{75A9BF88-81BC-4677-82BB-DF96F3D360A6}" dt="2025-11-22T05:24:41.356" v="527" actId="2085"/>
          <ac:spMkLst>
            <pc:docMk/>
            <pc:sldMk cId="0" sldId="301"/>
            <ac:spMk id="25" creationId="{0249E2ED-5117-DD37-4AE1-313FD13E1F8A}"/>
          </ac:spMkLst>
        </pc:spChg>
        <pc:spChg chg="mod">
          <ac:chgData name="Shuan Cheng" userId="b14087c0-bac9-44dd-b3f8-5d50e1ee75e5" providerId="ADAL" clId="{75A9BF88-81BC-4677-82BB-DF96F3D360A6}" dt="2025-11-22T05:24:41.356" v="527" actId="2085"/>
          <ac:spMkLst>
            <pc:docMk/>
            <pc:sldMk cId="0" sldId="301"/>
            <ac:spMk id="26" creationId="{1E120AE1-98E4-5371-3C40-3F3E50E30973}"/>
          </ac:spMkLst>
        </pc:spChg>
        <pc:spChg chg="mod">
          <ac:chgData name="Shuan Cheng" userId="b14087c0-bac9-44dd-b3f8-5d50e1ee75e5" providerId="ADAL" clId="{75A9BF88-81BC-4677-82BB-DF96F3D360A6}" dt="2025-11-22T05:24:41.356" v="527" actId="2085"/>
          <ac:spMkLst>
            <pc:docMk/>
            <pc:sldMk cId="0" sldId="301"/>
            <ac:spMk id="27" creationId="{608C49E5-5689-1263-6102-6952AF1184C6}"/>
          </ac:spMkLst>
        </pc:spChg>
        <pc:spChg chg="mod">
          <ac:chgData name="Shuan Cheng" userId="b14087c0-bac9-44dd-b3f8-5d50e1ee75e5" providerId="ADAL" clId="{75A9BF88-81BC-4677-82BB-DF96F3D360A6}" dt="2025-11-22T05:24:41.356" v="527" actId="2085"/>
          <ac:spMkLst>
            <pc:docMk/>
            <pc:sldMk cId="0" sldId="301"/>
            <ac:spMk id="28" creationId="{EDAF7028-02CF-B1A2-B182-0521DC373C0D}"/>
          </ac:spMkLst>
        </pc:spChg>
        <pc:spChg chg="add mod">
          <ac:chgData name="Shuan Cheng" userId="b14087c0-bac9-44dd-b3f8-5d50e1ee75e5" providerId="ADAL" clId="{75A9BF88-81BC-4677-82BB-DF96F3D360A6}" dt="2025-11-22T05:24:23.538" v="526" actId="208"/>
          <ac:spMkLst>
            <pc:docMk/>
            <pc:sldMk cId="0" sldId="301"/>
            <ac:spMk id="30" creationId="{36FCED01-8890-9A5A-A5A3-92A63F000141}"/>
          </ac:spMkLst>
        </pc:spChg>
        <pc:spChg chg="add mod">
          <ac:chgData name="Shuan Cheng" userId="b14087c0-bac9-44dd-b3f8-5d50e1ee75e5" providerId="ADAL" clId="{75A9BF88-81BC-4677-82BB-DF96F3D360A6}" dt="2025-11-22T05:24:23.538" v="526" actId="208"/>
          <ac:spMkLst>
            <pc:docMk/>
            <pc:sldMk cId="0" sldId="301"/>
            <ac:spMk id="31" creationId="{B86C8B05-2F5C-79AF-DA67-C8B94CCC9C0C}"/>
          </ac:spMkLst>
        </pc:spChg>
        <pc:spChg chg="add mod">
          <ac:chgData name="Shuan Cheng" userId="b14087c0-bac9-44dd-b3f8-5d50e1ee75e5" providerId="ADAL" clId="{75A9BF88-81BC-4677-82BB-DF96F3D360A6}" dt="2025-11-22T05:24:23.538" v="526" actId="208"/>
          <ac:spMkLst>
            <pc:docMk/>
            <pc:sldMk cId="0" sldId="301"/>
            <ac:spMk id="32" creationId="{03AC0B36-8B12-B37D-F479-A1BAE5ACAF96}"/>
          </ac:spMkLst>
        </pc:spChg>
        <pc:spChg chg="add mod">
          <ac:chgData name="Shuan Cheng" userId="b14087c0-bac9-44dd-b3f8-5d50e1ee75e5" providerId="ADAL" clId="{75A9BF88-81BC-4677-82BB-DF96F3D360A6}" dt="2025-11-22T05:24:23.538" v="526" actId="208"/>
          <ac:spMkLst>
            <pc:docMk/>
            <pc:sldMk cId="0" sldId="301"/>
            <ac:spMk id="34" creationId="{0B2B3415-D9EE-4568-2372-A4F01272CAE2}"/>
          </ac:spMkLst>
        </pc:spChg>
        <pc:spChg chg="add mod">
          <ac:chgData name="Shuan Cheng" userId="b14087c0-bac9-44dd-b3f8-5d50e1ee75e5" providerId="ADAL" clId="{75A9BF88-81BC-4677-82BB-DF96F3D360A6}" dt="2025-11-22T05:24:23.538" v="526" actId="208"/>
          <ac:spMkLst>
            <pc:docMk/>
            <pc:sldMk cId="0" sldId="301"/>
            <ac:spMk id="36" creationId="{5BE43A68-2FD2-A960-16C8-E7AF41104281}"/>
          </ac:spMkLst>
        </pc:spChg>
        <pc:spChg chg="add mod">
          <ac:chgData name="Shuan Cheng" userId="b14087c0-bac9-44dd-b3f8-5d50e1ee75e5" providerId="ADAL" clId="{75A9BF88-81BC-4677-82BB-DF96F3D360A6}" dt="2025-11-22T05:24:23.538" v="526" actId="208"/>
          <ac:spMkLst>
            <pc:docMk/>
            <pc:sldMk cId="0" sldId="301"/>
            <ac:spMk id="38" creationId="{827EADB4-2400-E234-4433-C7874D2DCA19}"/>
          </ac:spMkLst>
        </pc:spChg>
      </pc:sldChg>
      <pc:sldChg chg="modSp add del mod">
        <pc:chgData name="Shuan Cheng" userId="b14087c0-bac9-44dd-b3f8-5d50e1ee75e5" providerId="ADAL" clId="{75A9BF88-81BC-4677-82BB-DF96F3D360A6}" dt="2025-11-22T05:32:24.119" v="557" actId="207"/>
        <pc:sldMkLst>
          <pc:docMk/>
          <pc:sldMk cId="0" sldId="304"/>
        </pc:sldMkLst>
        <pc:spChg chg="mod">
          <ac:chgData name="Shuan Cheng" userId="b14087c0-bac9-44dd-b3f8-5d50e1ee75e5" providerId="ADAL" clId="{75A9BF88-81BC-4677-82BB-DF96F3D360A6}" dt="2025-11-22T05:32:24.119" v="557" actId="207"/>
          <ac:spMkLst>
            <pc:docMk/>
            <pc:sldMk cId="0" sldId="304"/>
            <ac:spMk id="3" creationId="{00000000-0000-0000-0000-000000000000}"/>
          </ac:spMkLst>
        </pc:spChg>
      </pc:sldChg>
      <pc:sldChg chg="addSp delSp modSp add del mod">
        <pc:chgData name="Shuan Cheng" userId="b14087c0-bac9-44dd-b3f8-5d50e1ee75e5" providerId="ADAL" clId="{75A9BF88-81BC-4677-82BB-DF96F3D360A6}" dt="2025-11-22T05:37:53.356" v="580" actId="20577"/>
        <pc:sldMkLst>
          <pc:docMk/>
          <pc:sldMk cId="0" sldId="307"/>
        </pc:sldMkLst>
        <pc:spChg chg="del">
          <ac:chgData name="Shuan Cheng" userId="b14087c0-bac9-44dd-b3f8-5d50e1ee75e5" providerId="ADAL" clId="{75A9BF88-81BC-4677-82BB-DF96F3D360A6}" dt="2025-11-22T05:37:19.975" v="558" actId="478"/>
          <ac:spMkLst>
            <pc:docMk/>
            <pc:sldMk cId="0" sldId="307"/>
            <ac:spMk id="3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05:37:19.975" v="558" actId="478"/>
          <ac:spMkLst>
            <pc:docMk/>
            <pc:sldMk cId="0" sldId="307"/>
            <ac:spMk id="4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05:37:19.975" v="558" actId="478"/>
          <ac:spMkLst>
            <pc:docMk/>
            <pc:sldMk cId="0" sldId="307"/>
            <ac:spMk id="5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05:37:19.975" v="558" actId="478"/>
          <ac:spMkLst>
            <pc:docMk/>
            <pc:sldMk cId="0" sldId="307"/>
            <ac:spMk id="6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05:37:19.975" v="558" actId="478"/>
          <ac:spMkLst>
            <pc:docMk/>
            <pc:sldMk cId="0" sldId="307"/>
            <ac:spMk id="7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05:37:19.975" v="558" actId="478"/>
          <ac:spMkLst>
            <pc:docMk/>
            <pc:sldMk cId="0" sldId="307"/>
            <ac:spMk id="8" creationId="{00000000-0000-0000-0000-000000000000}"/>
          </ac:spMkLst>
        </pc:spChg>
        <pc:spChg chg="mod">
          <ac:chgData name="Shuan Cheng" userId="b14087c0-bac9-44dd-b3f8-5d50e1ee75e5" providerId="ADAL" clId="{75A9BF88-81BC-4677-82BB-DF96F3D360A6}" dt="2025-11-22T05:37:40.161" v="572" actId="114"/>
          <ac:spMkLst>
            <pc:docMk/>
            <pc:sldMk cId="0" sldId="307"/>
            <ac:spMk id="10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05:37:21.420" v="559" actId="478"/>
          <ac:spMkLst>
            <pc:docMk/>
            <pc:sldMk cId="0" sldId="307"/>
            <ac:spMk id="12" creationId="{00000000-0000-0000-0000-000000000000}"/>
          </ac:spMkLst>
        </pc:spChg>
        <pc:spChg chg="mod">
          <ac:chgData name="Shuan Cheng" userId="b14087c0-bac9-44dd-b3f8-5d50e1ee75e5" providerId="ADAL" clId="{75A9BF88-81BC-4677-82BB-DF96F3D360A6}" dt="2025-11-22T05:37:23.706" v="560" actId="20577"/>
          <ac:spMkLst>
            <pc:docMk/>
            <pc:sldMk cId="0" sldId="307"/>
            <ac:spMk id="14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05:37:21.420" v="559" actId="478"/>
          <ac:spMkLst>
            <pc:docMk/>
            <pc:sldMk cId="0" sldId="307"/>
            <ac:spMk id="16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05:37:21.420" v="559" actId="478"/>
          <ac:spMkLst>
            <pc:docMk/>
            <pc:sldMk cId="0" sldId="307"/>
            <ac:spMk id="20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05:37:21.420" v="559" actId="478"/>
          <ac:spMkLst>
            <pc:docMk/>
            <pc:sldMk cId="0" sldId="307"/>
            <ac:spMk id="24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05:37:21.420" v="559" actId="478"/>
          <ac:spMkLst>
            <pc:docMk/>
            <pc:sldMk cId="0" sldId="307"/>
            <ac:spMk id="26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05:37:21.420" v="559" actId="478"/>
          <ac:spMkLst>
            <pc:docMk/>
            <pc:sldMk cId="0" sldId="307"/>
            <ac:spMk id="27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05:37:21.420" v="559" actId="478"/>
          <ac:spMkLst>
            <pc:docMk/>
            <pc:sldMk cId="0" sldId="307"/>
            <ac:spMk id="33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05:37:21.420" v="559" actId="478"/>
          <ac:spMkLst>
            <pc:docMk/>
            <pc:sldMk cId="0" sldId="307"/>
            <ac:spMk id="34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05:37:21.420" v="559" actId="478"/>
          <ac:spMkLst>
            <pc:docMk/>
            <pc:sldMk cId="0" sldId="307"/>
            <ac:spMk id="35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05:37:21.420" v="559" actId="478"/>
          <ac:spMkLst>
            <pc:docMk/>
            <pc:sldMk cId="0" sldId="307"/>
            <ac:spMk id="36" creationId="{00000000-0000-0000-0000-000000000000}"/>
          </ac:spMkLst>
        </pc:spChg>
        <pc:spChg chg="mod">
          <ac:chgData name="Shuan Cheng" userId="b14087c0-bac9-44dd-b3f8-5d50e1ee75e5" providerId="ADAL" clId="{75A9BF88-81BC-4677-82BB-DF96F3D360A6}" dt="2025-11-22T05:37:53.356" v="580" actId="20577"/>
          <ac:spMkLst>
            <pc:docMk/>
            <pc:sldMk cId="0" sldId="307"/>
            <ac:spMk id="41" creationId="{00000000-0000-0000-0000-000000000000}"/>
          </ac:spMkLst>
        </pc:spChg>
        <pc:spChg chg="add mod">
          <ac:chgData name="Shuan Cheng" userId="b14087c0-bac9-44dd-b3f8-5d50e1ee75e5" providerId="ADAL" clId="{75A9BF88-81BC-4677-82BB-DF96F3D360A6}" dt="2025-11-22T05:37:26.098" v="562" actId="207"/>
          <ac:spMkLst>
            <pc:docMk/>
            <pc:sldMk cId="0" sldId="307"/>
            <ac:spMk id="46" creationId="{B324F48C-CF3C-1A10-8989-9B60C5B56B0D}"/>
          </ac:spMkLst>
        </pc:spChg>
        <pc:spChg chg="add mod">
          <ac:chgData name="Shuan Cheng" userId="b14087c0-bac9-44dd-b3f8-5d50e1ee75e5" providerId="ADAL" clId="{75A9BF88-81BC-4677-82BB-DF96F3D360A6}" dt="2025-11-22T05:37:26.098" v="562" actId="207"/>
          <ac:spMkLst>
            <pc:docMk/>
            <pc:sldMk cId="0" sldId="307"/>
            <ac:spMk id="47" creationId="{442088C7-1B52-74C7-69A8-E12D73D2F2C8}"/>
          </ac:spMkLst>
        </pc:spChg>
      </pc:sldChg>
      <pc:sldChg chg="addSp delSp modSp add del mod">
        <pc:chgData name="Shuan Cheng" userId="b14087c0-bac9-44dd-b3f8-5d50e1ee75e5" providerId="ADAL" clId="{75A9BF88-81BC-4677-82BB-DF96F3D360A6}" dt="2025-11-22T05:44:37.054" v="583" actId="207"/>
        <pc:sldMkLst>
          <pc:docMk/>
          <pc:sldMk cId="0" sldId="308"/>
        </pc:sldMkLst>
        <pc:spChg chg="del">
          <ac:chgData name="Shuan Cheng" userId="b14087c0-bac9-44dd-b3f8-5d50e1ee75e5" providerId="ADAL" clId="{75A9BF88-81BC-4677-82BB-DF96F3D360A6}" dt="2025-11-22T05:44:34.877" v="581" actId="478"/>
          <ac:spMkLst>
            <pc:docMk/>
            <pc:sldMk cId="0" sldId="308"/>
            <ac:spMk id="10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05:44:34.877" v="581" actId="478"/>
          <ac:spMkLst>
            <pc:docMk/>
            <pc:sldMk cId="0" sldId="308"/>
            <ac:spMk id="14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05:44:34.877" v="581" actId="478"/>
          <ac:spMkLst>
            <pc:docMk/>
            <pc:sldMk cId="0" sldId="308"/>
            <ac:spMk id="15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05:44:34.877" v="581" actId="478"/>
          <ac:spMkLst>
            <pc:docMk/>
            <pc:sldMk cId="0" sldId="308"/>
            <ac:spMk id="21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05:44:34.877" v="581" actId="478"/>
          <ac:spMkLst>
            <pc:docMk/>
            <pc:sldMk cId="0" sldId="308"/>
            <ac:spMk id="23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05:44:34.877" v="581" actId="478"/>
          <ac:spMkLst>
            <pc:docMk/>
            <pc:sldMk cId="0" sldId="308"/>
            <ac:spMk id="27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05:44:34.877" v="581" actId="478"/>
          <ac:spMkLst>
            <pc:docMk/>
            <pc:sldMk cId="0" sldId="308"/>
            <ac:spMk id="31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05:44:34.877" v="581" actId="478"/>
          <ac:spMkLst>
            <pc:docMk/>
            <pc:sldMk cId="0" sldId="308"/>
            <ac:spMk id="35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05:44:34.877" v="581" actId="478"/>
          <ac:spMkLst>
            <pc:docMk/>
            <pc:sldMk cId="0" sldId="308"/>
            <ac:spMk id="37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05:44:34.877" v="581" actId="478"/>
          <ac:spMkLst>
            <pc:docMk/>
            <pc:sldMk cId="0" sldId="308"/>
            <ac:spMk id="38" creationId="{00000000-0000-0000-0000-000000000000}"/>
          </ac:spMkLst>
        </pc:spChg>
        <pc:spChg chg="add mod">
          <ac:chgData name="Shuan Cheng" userId="b14087c0-bac9-44dd-b3f8-5d50e1ee75e5" providerId="ADAL" clId="{75A9BF88-81BC-4677-82BB-DF96F3D360A6}" dt="2025-11-22T05:44:37.054" v="583" actId="207"/>
          <ac:spMkLst>
            <pc:docMk/>
            <pc:sldMk cId="0" sldId="308"/>
            <ac:spMk id="43" creationId="{8B964864-3A3F-6D99-96A5-F5C1B12647AC}"/>
          </ac:spMkLst>
        </pc:spChg>
        <pc:spChg chg="add mod">
          <ac:chgData name="Shuan Cheng" userId="b14087c0-bac9-44dd-b3f8-5d50e1ee75e5" providerId="ADAL" clId="{75A9BF88-81BC-4677-82BB-DF96F3D360A6}" dt="2025-11-22T05:44:37.054" v="583" actId="207"/>
          <ac:spMkLst>
            <pc:docMk/>
            <pc:sldMk cId="0" sldId="308"/>
            <ac:spMk id="44" creationId="{866AE151-36AC-FB0C-56F4-8C0BA3AC81C5}"/>
          </ac:spMkLst>
        </pc:spChg>
        <pc:spChg chg="add mod">
          <ac:chgData name="Shuan Cheng" userId="b14087c0-bac9-44dd-b3f8-5d50e1ee75e5" providerId="ADAL" clId="{75A9BF88-81BC-4677-82BB-DF96F3D360A6}" dt="2025-11-22T05:44:37.054" v="583" actId="207"/>
          <ac:spMkLst>
            <pc:docMk/>
            <pc:sldMk cId="0" sldId="308"/>
            <ac:spMk id="45" creationId="{AF5369E6-9893-0D7E-8F1B-2336F8DC6ED0}"/>
          </ac:spMkLst>
        </pc:spChg>
        <pc:spChg chg="add mod">
          <ac:chgData name="Shuan Cheng" userId="b14087c0-bac9-44dd-b3f8-5d50e1ee75e5" providerId="ADAL" clId="{75A9BF88-81BC-4677-82BB-DF96F3D360A6}" dt="2025-11-22T05:44:37.054" v="583" actId="207"/>
          <ac:spMkLst>
            <pc:docMk/>
            <pc:sldMk cId="0" sldId="308"/>
            <ac:spMk id="46" creationId="{14EAC6BD-4EE6-634F-615D-B8A243B84962}"/>
          </ac:spMkLst>
        </pc:spChg>
      </pc:sldChg>
      <pc:sldChg chg="modSp add del mod">
        <pc:chgData name="Shuan Cheng" userId="b14087c0-bac9-44dd-b3f8-5d50e1ee75e5" providerId="ADAL" clId="{75A9BF88-81BC-4677-82BB-DF96F3D360A6}" dt="2025-11-22T05:45:59.434" v="639" actId="20577"/>
        <pc:sldMkLst>
          <pc:docMk/>
          <pc:sldMk cId="0" sldId="312"/>
        </pc:sldMkLst>
        <pc:spChg chg="mod">
          <ac:chgData name="Shuan Cheng" userId="b14087c0-bac9-44dd-b3f8-5d50e1ee75e5" providerId="ADAL" clId="{75A9BF88-81BC-4677-82BB-DF96F3D360A6}" dt="2025-11-22T05:45:59.434" v="639" actId="20577"/>
          <ac:spMkLst>
            <pc:docMk/>
            <pc:sldMk cId="0" sldId="312"/>
            <ac:spMk id="3" creationId="{00000000-0000-0000-0000-000000000000}"/>
          </ac:spMkLst>
        </pc:spChg>
      </pc:sldChg>
      <pc:sldChg chg="addSp delSp modSp mod">
        <pc:chgData name="Shuan Cheng" userId="b14087c0-bac9-44dd-b3f8-5d50e1ee75e5" providerId="ADAL" clId="{75A9BF88-81BC-4677-82BB-DF96F3D360A6}" dt="2025-11-22T05:51:04.338" v="681" actId="207"/>
        <pc:sldMkLst>
          <pc:docMk/>
          <pc:sldMk cId="0" sldId="315"/>
        </pc:sldMkLst>
        <pc:spChg chg="mod">
          <ac:chgData name="Shuan Cheng" userId="b14087c0-bac9-44dd-b3f8-5d50e1ee75e5" providerId="ADAL" clId="{75A9BF88-81BC-4677-82BB-DF96F3D360A6}" dt="2025-11-22T05:50:38.189" v="678" actId="20577"/>
          <ac:spMkLst>
            <pc:docMk/>
            <pc:sldMk cId="0" sldId="315"/>
            <ac:spMk id="3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05:50:56.317" v="679" actId="478"/>
          <ac:spMkLst>
            <pc:docMk/>
            <pc:sldMk cId="0" sldId="315"/>
            <ac:spMk id="4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05:50:56.317" v="679" actId="478"/>
          <ac:spMkLst>
            <pc:docMk/>
            <pc:sldMk cId="0" sldId="315"/>
            <ac:spMk id="11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05:50:56.317" v="679" actId="478"/>
          <ac:spMkLst>
            <pc:docMk/>
            <pc:sldMk cId="0" sldId="315"/>
            <ac:spMk id="21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05:50:56.317" v="679" actId="478"/>
          <ac:spMkLst>
            <pc:docMk/>
            <pc:sldMk cId="0" sldId="315"/>
            <ac:spMk id="22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05:50:56.317" v="679" actId="478"/>
          <ac:spMkLst>
            <pc:docMk/>
            <pc:sldMk cId="0" sldId="315"/>
            <ac:spMk id="23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05:50:56.317" v="679" actId="478"/>
          <ac:spMkLst>
            <pc:docMk/>
            <pc:sldMk cId="0" sldId="315"/>
            <ac:spMk id="25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05:50:56.317" v="679" actId="478"/>
          <ac:spMkLst>
            <pc:docMk/>
            <pc:sldMk cId="0" sldId="315"/>
            <ac:spMk id="26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05:50:56.317" v="679" actId="478"/>
          <ac:spMkLst>
            <pc:docMk/>
            <pc:sldMk cId="0" sldId="315"/>
            <ac:spMk id="30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05:50:56.317" v="679" actId="478"/>
          <ac:spMkLst>
            <pc:docMk/>
            <pc:sldMk cId="0" sldId="315"/>
            <ac:spMk id="32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05:50:56.317" v="679" actId="478"/>
          <ac:spMkLst>
            <pc:docMk/>
            <pc:sldMk cId="0" sldId="315"/>
            <ac:spMk id="33" creationId="{00000000-0000-0000-0000-000000000000}"/>
          </ac:spMkLst>
        </pc:spChg>
        <pc:spChg chg="add mod">
          <ac:chgData name="Shuan Cheng" userId="b14087c0-bac9-44dd-b3f8-5d50e1ee75e5" providerId="ADAL" clId="{75A9BF88-81BC-4677-82BB-DF96F3D360A6}" dt="2025-11-22T05:51:04.338" v="681" actId="207"/>
          <ac:spMkLst>
            <pc:docMk/>
            <pc:sldMk cId="0" sldId="315"/>
            <ac:spMk id="39" creationId="{49A523CE-FEBA-81DB-548D-34B8AE5EB560}"/>
          </ac:spMkLst>
        </pc:spChg>
        <pc:spChg chg="add mod">
          <ac:chgData name="Shuan Cheng" userId="b14087c0-bac9-44dd-b3f8-5d50e1ee75e5" providerId="ADAL" clId="{75A9BF88-81BC-4677-82BB-DF96F3D360A6}" dt="2025-11-22T05:51:04.338" v="681" actId="207"/>
          <ac:spMkLst>
            <pc:docMk/>
            <pc:sldMk cId="0" sldId="315"/>
            <ac:spMk id="40" creationId="{A0D83AA8-F720-8253-EA85-BDFF3E843F54}"/>
          </ac:spMkLst>
        </pc:spChg>
        <pc:spChg chg="add mod">
          <ac:chgData name="Shuan Cheng" userId="b14087c0-bac9-44dd-b3f8-5d50e1ee75e5" providerId="ADAL" clId="{75A9BF88-81BC-4677-82BB-DF96F3D360A6}" dt="2025-11-22T05:51:04.338" v="681" actId="207"/>
          <ac:spMkLst>
            <pc:docMk/>
            <pc:sldMk cId="0" sldId="315"/>
            <ac:spMk id="41" creationId="{729098C6-BD7C-6E95-1967-F7E333ECA731}"/>
          </ac:spMkLst>
        </pc:spChg>
        <pc:spChg chg="add mod">
          <ac:chgData name="Shuan Cheng" userId="b14087c0-bac9-44dd-b3f8-5d50e1ee75e5" providerId="ADAL" clId="{75A9BF88-81BC-4677-82BB-DF96F3D360A6}" dt="2025-11-22T05:51:04.338" v="681" actId="207"/>
          <ac:spMkLst>
            <pc:docMk/>
            <pc:sldMk cId="0" sldId="315"/>
            <ac:spMk id="42" creationId="{FB3DBE16-1B60-F168-21B6-8C6820024BAD}"/>
          </ac:spMkLst>
        </pc:spChg>
        <pc:spChg chg="add mod">
          <ac:chgData name="Shuan Cheng" userId="b14087c0-bac9-44dd-b3f8-5d50e1ee75e5" providerId="ADAL" clId="{75A9BF88-81BC-4677-82BB-DF96F3D360A6}" dt="2025-11-22T05:51:04.338" v="681" actId="207"/>
          <ac:spMkLst>
            <pc:docMk/>
            <pc:sldMk cId="0" sldId="315"/>
            <ac:spMk id="43" creationId="{E0523C91-7D5F-71B9-A974-D77B5D1ECC20}"/>
          </ac:spMkLst>
        </pc:spChg>
      </pc:sldChg>
      <pc:sldChg chg="modSp">
        <pc:chgData name="Shuan Cheng" userId="b14087c0-bac9-44dd-b3f8-5d50e1ee75e5" providerId="ADAL" clId="{75A9BF88-81BC-4677-82BB-DF96F3D360A6}" dt="2025-11-22T05:52:21.872" v="716" actId="20577"/>
        <pc:sldMkLst>
          <pc:docMk/>
          <pc:sldMk cId="0" sldId="316"/>
        </pc:sldMkLst>
        <pc:spChg chg="mod">
          <ac:chgData name="Shuan Cheng" userId="b14087c0-bac9-44dd-b3f8-5d50e1ee75e5" providerId="ADAL" clId="{75A9BF88-81BC-4677-82BB-DF96F3D360A6}" dt="2025-11-22T05:52:21.872" v="716" actId="20577"/>
          <ac:spMkLst>
            <pc:docMk/>
            <pc:sldMk cId="0" sldId="316"/>
            <ac:spMk id="2" creationId="{00000000-0000-0000-0000-000000000000}"/>
          </ac:spMkLst>
        </pc:spChg>
      </pc:sldChg>
      <pc:sldChg chg="addSp delSp modSp mod">
        <pc:chgData name="Shuan Cheng" userId="b14087c0-bac9-44dd-b3f8-5d50e1ee75e5" providerId="ADAL" clId="{75A9BF88-81BC-4677-82BB-DF96F3D360A6}" dt="2025-11-22T05:53:06.706" v="721" actId="14100"/>
        <pc:sldMkLst>
          <pc:docMk/>
          <pc:sldMk cId="0" sldId="320"/>
        </pc:sldMkLst>
        <pc:spChg chg="mod">
          <ac:chgData name="Shuan Cheng" userId="b14087c0-bac9-44dd-b3f8-5d50e1ee75e5" providerId="ADAL" clId="{75A9BF88-81BC-4677-82BB-DF96F3D360A6}" dt="2025-11-22T05:53:01.166" v="718" actId="14100"/>
          <ac:spMkLst>
            <pc:docMk/>
            <pc:sldMk cId="0" sldId="320"/>
            <ac:spMk id="3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05:52:58.504" v="717" actId="478"/>
          <ac:spMkLst>
            <pc:docMk/>
            <pc:sldMk cId="0" sldId="320"/>
            <ac:spMk id="4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05:52:58.504" v="717" actId="478"/>
          <ac:spMkLst>
            <pc:docMk/>
            <pc:sldMk cId="0" sldId="320"/>
            <ac:spMk id="5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05:52:58.504" v="717" actId="478"/>
          <ac:spMkLst>
            <pc:docMk/>
            <pc:sldMk cId="0" sldId="320"/>
            <ac:spMk id="6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05:52:58.504" v="717" actId="478"/>
          <ac:spMkLst>
            <pc:docMk/>
            <pc:sldMk cId="0" sldId="320"/>
            <ac:spMk id="7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05:52:58.504" v="717" actId="478"/>
          <ac:spMkLst>
            <pc:docMk/>
            <pc:sldMk cId="0" sldId="320"/>
            <ac:spMk id="8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05:52:58.504" v="717" actId="478"/>
          <ac:spMkLst>
            <pc:docMk/>
            <pc:sldMk cId="0" sldId="320"/>
            <ac:spMk id="9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05:52:58.504" v="717" actId="478"/>
          <ac:spMkLst>
            <pc:docMk/>
            <pc:sldMk cId="0" sldId="320"/>
            <ac:spMk id="10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05:52:58.504" v="717" actId="478"/>
          <ac:spMkLst>
            <pc:docMk/>
            <pc:sldMk cId="0" sldId="320"/>
            <ac:spMk id="11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05:52:58.504" v="717" actId="478"/>
          <ac:spMkLst>
            <pc:docMk/>
            <pc:sldMk cId="0" sldId="320"/>
            <ac:spMk id="12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05:52:58.504" v="717" actId="478"/>
          <ac:spMkLst>
            <pc:docMk/>
            <pc:sldMk cId="0" sldId="320"/>
            <ac:spMk id="13" creationId="{00000000-0000-0000-0000-000000000000}"/>
          </ac:spMkLst>
        </pc:spChg>
        <pc:spChg chg="mod">
          <ac:chgData name="Shuan Cheng" userId="b14087c0-bac9-44dd-b3f8-5d50e1ee75e5" providerId="ADAL" clId="{75A9BF88-81BC-4677-82BB-DF96F3D360A6}" dt="2025-11-22T05:53:06.706" v="721" actId="14100"/>
          <ac:spMkLst>
            <pc:docMk/>
            <pc:sldMk cId="0" sldId="320"/>
            <ac:spMk id="16" creationId="{00000000-0000-0000-0000-000000000000}"/>
          </ac:spMkLst>
        </pc:spChg>
        <pc:spChg chg="add mod">
          <ac:chgData name="Shuan Cheng" userId="b14087c0-bac9-44dd-b3f8-5d50e1ee75e5" providerId="ADAL" clId="{75A9BF88-81BC-4677-82BB-DF96F3D360A6}" dt="2025-11-22T05:53:02.170" v="720" actId="207"/>
          <ac:spMkLst>
            <pc:docMk/>
            <pc:sldMk cId="0" sldId="320"/>
            <ac:spMk id="21" creationId="{9E453982-9D23-9A58-2159-6AA3A9340882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5300" y="60916"/>
            <a:ext cx="3242945" cy="288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00" b="0" i="0">
                <a:solidFill>
                  <a:srgbClr val="E5E5E5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437D00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0" dirty="0"/>
              <a:t>Mod</a:t>
            </a:r>
            <a:r>
              <a:rPr spc="125" dirty="0"/>
              <a:t> </a:t>
            </a:r>
            <a:r>
              <a:rPr spc="10" dirty="0"/>
              <a:t>Ctrl</a:t>
            </a:r>
            <a:r>
              <a:rPr spc="130" dirty="0"/>
              <a:t> </a:t>
            </a:r>
            <a:r>
              <a:rPr spc="10" dirty="0"/>
              <a:t>Intro</a:t>
            </a:r>
            <a:r>
              <a:rPr spc="415" dirty="0"/>
              <a:t> </a:t>
            </a:r>
            <a:r>
              <a:rPr spc="50" dirty="0"/>
              <a:t>(w</a:t>
            </a:r>
            <a:r>
              <a:rPr spc="125" dirty="0"/>
              <a:t> </a:t>
            </a:r>
            <a:r>
              <a:rPr spc="10" dirty="0"/>
              <a:t>Matlab</a:t>
            </a:r>
            <a:r>
              <a:rPr spc="130" dirty="0"/>
              <a:t> </a:t>
            </a:r>
            <a:r>
              <a:rPr spc="125" dirty="0"/>
              <a:t>&amp;</a:t>
            </a:r>
            <a:r>
              <a:rPr spc="130" dirty="0"/>
              <a:t> </a:t>
            </a:r>
            <a:r>
              <a:rPr spc="-10" dirty="0"/>
              <a:t>Python)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E5E5E5"/>
                </a:solidFill>
                <a:latin typeface="Arial"/>
                <a:cs typeface="Arial"/>
              </a:defRPr>
            </a:lvl1pPr>
          </a:lstStyle>
          <a:p>
            <a:pPr marL="8255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/>
              <a:t>‹#›</a:t>
            </a:fld>
            <a:r>
              <a:rPr spc="-45" dirty="0"/>
              <a:t> </a:t>
            </a:r>
            <a:r>
              <a:rPr spc="185" dirty="0"/>
              <a:t>/</a:t>
            </a:r>
            <a:r>
              <a:rPr spc="-45" dirty="0"/>
              <a:t> </a:t>
            </a:r>
            <a:r>
              <a:rPr spc="-25" dirty="0"/>
              <a:t>27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700" b="0" i="0">
                <a:solidFill>
                  <a:srgbClr val="E5E5E5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437D00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0" dirty="0"/>
              <a:t>Mod</a:t>
            </a:r>
            <a:r>
              <a:rPr spc="125" dirty="0"/>
              <a:t> </a:t>
            </a:r>
            <a:r>
              <a:rPr spc="10" dirty="0"/>
              <a:t>Ctrl</a:t>
            </a:r>
            <a:r>
              <a:rPr spc="130" dirty="0"/>
              <a:t> </a:t>
            </a:r>
            <a:r>
              <a:rPr spc="10" dirty="0"/>
              <a:t>Intro</a:t>
            </a:r>
            <a:r>
              <a:rPr spc="415" dirty="0"/>
              <a:t> </a:t>
            </a:r>
            <a:r>
              <a:rPr spc="50" dirty="0"/>
              <a:t>(w</a:t>
            </a:r>
            <a:r>
              <a:rPr spc="125" dirty="0"/>
              <a:t> </a:t>
            </a:r>
            <a:r>
              <a:rPr spc="10" dirty="0"/>
              <a:t>Matlab</a:t>
            </a:r>
            <a:r>
              <a:rPr spc="130" dirty="0"/>
              <a:t> </a:t>
            </a:r>
            <a:r>
              <a:rPr spc="125" dirty="0"/>
              <a:t>&amp;</a:t>
            </a:r>
            <a:r>
              <a:rPr spc="130" dirty="0"/>
              <a:t> </a:t>
            </a:r>
            <a:r>
              <a:rPr spc="-10" dirty="0"/>
              <a:t>Python)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E5E5E5"/>
                </a:solidFill>
                <a:latin typeface="Arial"/>
                <a:cs typeface="Arial"/>
              </a:defRPr>
            </a:lvl1pPr>
          </a:lstStyle>
          <a:p>
            <a:pPr marL="8255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/>
              <a:t>‹#›</a:t>
            </a:fld>
            <a:r>
              <a:rPr spc="-45" dirty="0"/>
              <a:t> </a:t>
            </a:r>
            <a:r>
              <a:rPr spc="185" dirty="0"/>
              <a:t>/</a:t>
            </a:r>
            <a:r>
              <a:rPr spc="-45" dirty="0"/>
              <a:t> </a:t>
            </a:r>
            <a:r>
              <a:rPr spc="-25" dirty="0"/>
              <a:t>27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700" b="0" i="0">
                <a:solidFill>
                  <a:srgbClr val="E5E5E5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437D00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0" dirty="0"/>
              <a:t>Mod</a:t>
            </a:r>
            <a:r>
              <a:rPr spc="125" dirty="0"/>
              <a:t> </a:t>
            </a:r>
            <a:r>
              <a:rPr spc="10" dirty="0"/>
              <a:t>Ctrl</a:t>
            </a:r>
            <a:r>
              <a:rPr spc="130" dirty="0"/>
              <a:t> </a:t>
            </a:r>
            <a:r>
              <a:rPr spc="10" dirty="0"/>
              <a:t>Intro</a:t>
            </a:r>
            <a:r>
              <a:rPr spc="415" dirty="0"/>
              <a:t> </a:t>
            </a:r>
            <a:r>
              <a:rPr spc="50" dirty="0"/>
              <a:t>(w</a:t>
            </a:r>
            <a:r>
              <a:rPr spc="125" dirty="0"/>
              <a:t> </a:t>
            </a:r>
            <a:r>
              <a:rPr spc="10" dirty="0"/>
              <a:t>Matlab</a:t>
            </a:r>
            <a:r>
              <a:rPr spc="130" dirty="0"/>
              <a:t> </a:t>
            </a:r>
            <a:r>
              <a:rPr spc="125" dirty="0"/>
              <a:t>&amp;</a:t>
            </a:r>
            <a:r>
              <a:rPr spc="130" dirty="0"/>
              <a:t> </a:t>
            </a:r>
            <a:r>
              <a:rPr spc="-10" dirty="0"/>
              <a:t>Python)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11/21/2025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E5E5E5"/>
                </a:solidFill>
                <a:latin typeface="Arial"/>
                <a:cs typeface="Arial"/>
              </a:defRPr>
            </a:lvl1pPr>
          </a:lstStyle>
          <a:p>
            <a:pPr marL="8255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/>
              <a:t>‹#›</a:t>
            </a:fld>
            <a:r>
              <a:rPr spc="-45" dirty="0"/>
              <a:t> </a:t>
            </a:r>
            <a:r>
              <a:rPr spc="185" dirty="0"/>
              <a:t>/</a:t>
            </a:r>
            <a:r>
              <a:rPr spc="-45" dirty="0"/>
              <a:t> </a:t>
            </a:r>
            <a:r>
              <a:rPr spc="-25" dirty="0"/>
              <a:t>27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4608195" cy="3456304"/>
          </a:xfrm>
          <a:custGeom>
            <a:avLst/>
            <a:gdLst/>
            <a:ahLst/>
            <a:cxnLst/>
            <a:rect l="l" t="t" r="r" b="b"/>
            <a:pathLst>
              <a:path w="4608195" h="3456304">
                <a:moveTo>
                  <a:pt x="4608004" y="0"/>
                </a:moveTo>
                <a:lnTo>
                  <a:pt x="0" y="0"/>
                </a:lnTo>
                <a:lnTo>
                  <a:pt x="0" y="3456000"/>
                </a:lnTo>
                <a:lnTo>
                  <a:pt x="4608004" y="3456000"/>
                </a:lnTo>
                <a:lnTo>
                  <a:pt x="46080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700" b="0" i="0">
                <a:solidFill>
                  <a:srgbClr val="E5E5E5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437D00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0" dirty="0"/>
              <a:t>Mod</a:t>
            </a:r>
            <a:r>
              <a:rPr spc="125" dirty="0"/>
              <a:t> </a:t>
            </a:r>
            <a:r>
              <a:rPr spc="10" dirty="0"/>
              <a:t>Ctrl</a:t>
            </a:r>
            <a:r>
              <a:rPr spc="130" dirty="0"/>
              <a:t> </a:t>
            </a:r>
            <a:r>
              <a:rPr spc="10" dirty="0"/>
              <a:t>Intro</a:t>
            </a:r>
            <a:r>
              <a:rPr spc="415" dirty="0"/>
              <a:t> </a:t>
            </a:r>
            <a:r>
              <a:rPr spc="50" dirty="0"/>
              <a:t>(w</a:t>
            </a:r>
            <a:r>
              <a:rPr spc="125" dirty="0"/>
              <a:t> </a:t>
            </a:r>
            <a:r>
              <a:rPr spc="10" dirty="0"/>
              <a:t>Matlab</a:t>
            </a:r>
            <a:r>
              <a:rPr spc="130" dirty="0"/>
              <a:t> </a:t>
            </a:r>
            <a:r>
              <a:rPr spc="125" dirty="0"/>
              <a:t>&amp;</a:t>
            </a:r>
            <a:r>
              <a:rPr spc="130" dirty="0"/>
              <a:t> </a:t>
            </a:r>
            <a:r>
              <a:rPr spc="-10" dirty="0"/>
              <a:t>Python)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11/21/2025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E5E5E5"/>
                </a:solidFill>
                <a:latin typeface="Arial"/>
                <a:cs typeface="Arial"/>
              </a:defRPr>
            </a:lvl1pPr>
          </a:lstStyle>
          <a:p>
            <a:pPr marL="8255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/>
              <a:t>‹#›</a:t>
            </a:fld>
            <a:r>
              <a:rPr spc="-45" dirty="0"/>
              <a:t> </a:t>
            </a:r>
            <a:r>
              <a:rPr spc="185" dirty="0"/>
              <a:t>/</a:t>
            </a:r>
            <a:r>
              <a:rPr spc="-45" dirty="0"/>
              <a:t> </a:t>
            </a:r>
            <a:r>
              <a:rPr spc="-25" dirty="0"/>
              <a:t>27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437D00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0" dirty="0"/>
              <a:t>Mod</a:t>
            </a:r>
            <a:r>
              <a:rPr spc="125" dirty="0"/>
              <a:t> </a:t>
            </a:r>
            <a:r>
              <a:rPr spc="10" dirty="0"/>
              <a:t>Ctrl</a:t>
            </a:r>
            <a:r>
              <a:rPr spc="130" dirty="0"/>
              <a:t> </a:t>
            </a:r>
            <a:r>
              <a:rPr spc="10" dirty="0"/>
              <a:t>Intro</a:t>
            </a:r>
            <a:r>
              <a:rPr spc="415" dirty="0"/>
              <a:t> </a:t>
            </a:r>
            <a:r>
              <a:rPr spc="50" dirty="0"/>
              <a:t>(w</a:t>
            </a:r>
            <a:r>
              <a:rPr spc="125" dirty="0"/>
              <a:t> </a:t>
            </a:r>
            <a:r>
              <a:rPr spc="10" dirty="0"/>
              <a:t>Matlab</a:t>
            </a:r>
            <a:r>
              <a:rPr spc="130" dirty="0"/>
              <a:t> </a:t>
            </a:r>
            <a:r>
              <a:rPr spc="125" dirty="0"/>
              <a:t>&amp;</a:t>
            </a:r>
            <a:r>
              <a:rPr spc="130" dirty="0"/>
              <a:t> </a:t>
            </a:r>
            <a:r>
              <a:rPr spc="-10" dirty="0"/>
              <a:t>Python)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11/21/2025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E5E5E5"/>
                </a:solidFill>
                <a:latin typeface="Arial"/>
                <a:cs typeface="Arial"/>
              </a:defRPr>
            </a:lvl1pPr>
          </a:lstStyle>
          <a:p>
            <a:pPr marL="8255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/>
              <a:t>‹#›</a:t>
            </a:fld>
            <a:r>
              <a:rPr spc="-45" dirty="0"/>
              <a:t> </a:t>
            </a:r>
            <a:r>
              <a:rPr spc="185" dirty="0"/>
              <a:t>/</a:t>
            </a:r>
            <a:r>
              <a:rPr spc="-45" dirty="0"/>
              <a:t> </a:t>
            </a:r>
            <a:r>
              <a:rPr spc="-25" dirty="0"/>
              <a:t>27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4608195" cy="3456304"/>
          </a:xfrm>
          <a:custGeom>
            <a:avLst/>
            <a:gdLst/>
            <a:ahLst/>
            <a:cxnLst/>
            <a:rect l="l" t="t" r="r" b="b"/>
            <a:pathLst>
              <a:path w="4608195" h="3456304">
                <a:moveTo>
                  <a:pt x="4608004" y="0"/>
                </a:moveTo>
                <a:lnTo>
                  <a:pt x="0" y="0"/>
                </a:lnTo>
                <a:lnTo>
                  <a:pt x="0" y="3456000"/>
                </a:lnTo>
                <a:lnTo>
                  <a:pt x="4608004" y="3456000"/>
                </a:lnTo>
                <a:lnTo>
                  <a:pt x="46080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0"/>
            <a:ext cx="4608195" cy="389890"/>
          </a:xfrm>
          <a:custGeom>
            <a:avLst/>
            <a:gdLst/>
            <a:ahLst/>
            <a:cxnLst/>
            <a:rect l="l" t="t" r="r" b="b"/>
            <a:pathLst>
              <a:path w="4608195" h="389890">
                <a:moveTo>
                  <a:pt x="4608004" y="0"/>
                </a:moveTo>
                <a:lnTo>
                  <a:pt x="0" y="0"/>
                </a:lnTo>
                <a:lnTo>
                  <a:pt x="0" y="389674"/>
                </a:lnTo>
                <a:lnTo>
                  <a:pt x="4608004" y="389674"/>
                </a:lnTo>
                <a:lnTo>
                  <a:pt x="4608004" y="0"/>
                </a:lnTo>
                <a:close/>
              </a:path>
            </a:pathLst>
          </a:custGeom>
          <a:solidFill>
            <a:srgbClr val="1919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5300" y="60916"/>
            <a:ext cx="4254500" cy="288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00" b="0" i="0">
                <a:solidFill>
                  <a:srgbClr val="E5E5E5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02742" y="860003"/>
            <a:ext cx="4244975" cy="17335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4094" y="3338410"/>
            <a:ext cx="1447800" cy="1225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rgbClr val="437D00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0" dirty="0"/>
              <a:t>Mod</a:t>
            </a:r>
            <a:r>
              <a:rPr spc="125" dirty="0"/>
              <a:t> </a:t>
            </a:r>
            <a:r>
              <a:rPr spc="10" dirty="0"/>
              <a:t>Ctrl</a:t>
            </a:r>
            <a:r>
              <a:rPr spc="130" dirty="0"/>
              <a:t> </a:t>
            </a:r>
            <a:r>
              <a:rPr spc="10" dirty="0"/>
              <a:t>Intro</a:t>
            </a:r>
            <a:r>
              <a:rPr spc="415" dirty="0"/>
              <a:t> </a:t>
            </a:r>
            <a:r>
              <a:rPr spc="50" dirty="0"/>
              <a:t>(w</a:t>
            </a:r>
            <a:r>
              <a:rPr spc="125" dirty="0"/>
              <a:t> </a:t>
            </a:r>
            <a:r>
              <a:rPr spc="10" dirty="0"/>
              <a:t>Matlab</a:t>
            </a:r>
            <a:r>
              <a:rPr spc="130" dirty="0"/>
              <a:t> </a:t>
            </a:r>
            <a:r>
              <a:rPr spc="125" dirty="0"/>
              <a:t>&amp;</a:t>
            </a:r>
            <a:r>
              <a:rPr spc="130" dirty="0"/>
              <a:t> </a:t>
            </a:r>
            <a:r>
              <a:rPr spc="-10" dirty="0"/>
              <a:t>Python)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30505" y="3218497"/>
            <a:ext cx="1060323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249763" y="3338410"/>
            <a:ext cx="303643" cy="1225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rgbClr val="E5E5E5"/>
                </a:solidFill>
                <a:latin typeface="Arial"/>
                <a:cs typeface="Arial"/>
              </a:defRPr>
            </a:lvl1pPr>
          </a:lstStyle>
          <a:p>
            <a:pPr marL="8255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/>
              <a:t>‹#›</a:t>
            </a:fld>
            <a:r>
              <a:rPr spc="-45" dirty="0"/>
              <a:t> </a:t>
            </a:r>
            <a:r>
              <a:rPr spc="185" dirty="0"/>
              <a:t>/</a:t>
            </a:r>
            <a:r>
              <a:rPr spc="-45" dirty="0"/>
              <a:t> </a:t>
            </a:r>
            <a:r>
              <a:rPr spc="-25" dirty="0"/>
              <a:t>27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27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slide" Target="slid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slide" Target="slide1.xml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slide" Target="slide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5.xml"/><Relationship Id="rId5" Type="http://schemas.openxmlformats.org/officeDocument/2006/relationships/slide" Target="slide1.xml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4" Type="http://schemas.openxmlformats.org/officeDocument/2006/relationships/slide" Target="slide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" Target="slide8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5" Type="http://schemas.openxmlformats.org/officeDocument/2006/relationships/slide" Target="slide1.xml"/><Relationship Id="rId4" Type="http://schemas.openxmlformats.org/officeDocument/2006/relationships/slide" Target="slide2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5.xml"/><Relationship Id="rId4" Type="http://schemas.openxmlformats.org/officeDocument/2006/relationships/slide" Target="slide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49818" y="215336"/>
            <a:ext cx="1309370" cy="2882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700" spc="-110" dirty="0">
                <a:solidFill>
                  <a:srgbClr val="FFFFFF"/>
                </a:solidFill>
                <a:latin typeface="Arial"/>
                <a:cs typeface="Arial"/>
              </a:rPr>
              <a:t>Linear</a:t>
            </a:r>
            <a:r>
              <a:rPr sz="1700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spc="-140" dirty="0">
                <a:solidFill>
                  <a:srgbClr val="FFFFFF"/>
                </a:solidFill>
                <a:latin typeface="Arial"/>
                <a:cs typeface="Arial"/>
              </a:rPr>
              <a:t>Systems</a:t>
            </a:r>
            <a:endParaRPr sz="17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18084" y="539261"/>
            <a:ext cx="3972560" cy="3403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050" spc="-180" dirty="0">
                <a:solidFill>
                  <a:srgbClr val="FFFFFF"/>
                </a:solidFill>
              </a:rPr>
              <a:t>Observer</a:t>
            </a:r>
            <a:r>
              <a:rPr sz="2050" spc="25" dirty="0">
                <a:solidFill>
                  <a:srgbClr val="FFFFFF"/>
                </a:solidFill>
              </a:rPr>
              <a:t> </a:t>
            </a:r>
            <a:r>
              <a:rPr sz="2050" spc="-170" dirty="0">
                <a:solidFill>
                  <a:srgbClr val="FFFFFF"/>
                </a:solidFill>
              </a:rPr>
              <a:t>and</a:t>
            </a:r>
            <a:r>
              <a:rPr sz="2050" spc="35" dirty="0">
                <a:solidFill>
                  <a:srgbClr val="FFFFFF"/>
                </a:solidFill>
              </a:rPr>
              <a:t> </a:t>
            </a:r>
            <a:r>
              <a:rPr sz="2050" spc="-185" dirty="0">
                <a:solidFill>
                  <a:srgbClr val="FFFFFF"/>
                </a:solidFill>
              </a:rPr>
              <a:t>Observer</a:t>
            </a:r>
            <a:r>
              <a:rPr sz="2050" spc="40" dirty="0">
                <a:solidFill>
                  <a:srgbClr val="FFFFFF"/>
                </a:solidFill>
              </a:rPr>
              <a:t> </a:t>
            </a:r>
            <a:r>
              <a:rPr sz="2050" spc="-110" dirty="0">
                <a:solidFill>
                  <a:srgbClr val="FFFFFF"/>
                </a:solidFill>
              </a:rPr>
              <a:t>State</a:t>
            </a:r>
            <a:r>
              <a:rPr sz="2050" spc="40" dirty="0">
                <a:solidFill>
                  <a:srgbClr val="FFFFFF"/>
                </a:solidFill>
              </a:rPr>
              <a:t> </a:t>
            </a:r>
            <a:r>
              <a:rPr sz="2050" spc="-185" dirty="0">
                <a:solidFill>
                  <a:srgbClr val="FFFFFF"/>
                </a:solidFill>
              </a:rPr>
              <a:t>Feedback</a:t>
            </a:r>
            <a:endParaRPr sz="2050"/>
          </a:p>
        </p:txBody>
      </p:sp>
      <p:grpSp>
        <p:nvGrpSpPr>
          <p:cNvPr id="4" name="object 4"/>
          <p:cNvGrpSpPr/>
          <p:nvPr/>
        </p:nvGrpSpPr>
        <p:grpSpPr>
          <a:xfrm>
            <a:off x="0" y="1796456"/>
            <a:ext cx="4608195" cy="1659889"/>
            <a:chOff x="0" y="1796456"/>
            <a:chExt cx="4608195" cy="1659889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5248" y="1796456"/>
              <a:ext cx="3017267" cy="1659543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3346272"/>
              <a:ext cx="4608195" cy="109855"/>
            </a:xfrm>
            <a:custGeom>
              <a:avLst/>
              <a:gdLst/>
              <a:ahLst/>
              <a:cxnLst/>
              <a:rect l="l" t="t" r="r" b="b"/>
              <a:pathLst>
                <a:path w="4608195" h="109854">
                  <a:moveTo>
                    <a:pt x="4607928" y="0"/>
                  </a:moveTo>
                  <a:lnTo>
                    <a:pt x="3071952" y="0"/>
                  </a:lnTo>
                  <a:lnTo>
                    <a:pt x="1535976" y="0"/>
                  </a:lnTo>
                  <a:lnTo>
                    <a:pt x="0" y="0"/>
                  </a:lnTo>
                  <a:lnTo>
                    <a:pt x="0" y="109728"/>
                  </a:lnTo>
                  <a:lnTo>
                    <a:pt x="1535976" y="109728"/>
                  </a:lnTo>
                  <a:lnTo>
                    <a:pt x="3071952" y="109728"/>
                  </a:lnTo>
                  <a:lnTo>
                    <a:pt x="4607928" y="109728"/>
                  </a:lnTo>
                  <a:lnTo>
                    <a:pt x="4607928" y="0"/>
                  </a:lnTo>
                  <a:close/>
                </a:path>
              </a:pathLst>
            </a:custGeom>
            <a:solidFill>
              <a:srgbClr val="19191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0" dirty="0"/>
              <a:t>Mod</a:t>
            </a:r>
            <a:r>
              <a:rPr spc="125" dirty="0"/>
              <a:t> </a:t>
            </a:r>
            <a:r>
              <a:rPr spc="10" dirty="0"/>
              <a:t>Ctrl</a:t>
            </a:r>
            <a:r>
              <a:rPr spc="130" dirty="0"/>
              <a:t> </a:t>
            </a:r>
            <a:r>
              <a:rPr spc="10" dirty="0"/>
              <a:t>Intro</a:t>
            </a:r>
            <a:r>
              <a:rPr spc="415" dirty="0"/>
              <a:t> </a:t>
            </a:r>
            <a:r>
              <a:rPr spc="50" dirty="0"/>
              <a:t>(w</a:t>
            </a:r>
            <a:r>
              <a:rPr spc="125" dirty="0"/>
              <a:t> </a:t>
            </a:r>
            <a:r>
              <a:rPr spc="10" dirty="0"/>
              <a:t>Matlab</a:t>
            </a:r>
            <a:r>
              <a:rPr spc="130" dirty="0"/>
              <a:t> </a:t>
            </a:r>
            <a:r>
              <a:rPr spc="125" dirty="0"/>
              <a:t>&amp;</a:t>
            </a:r>
            <a:r>
              <a:rPr spc="130" dirty="0"/>
              <a:t> </a:t>
            </a:r>
            <a:r>
              <a:rPr spc="-10" dirty="0"/>
              <a:t>Python)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665249" y="3338410"/>
            <a:ext cx="1277620" cy="1225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00" dirty="0">
                <a:solidFill>
                  <a:srgbClr val="BF447D"/>
                </a:solidFill>
                <a:latin typeface="Arial"/>
                <a:cs typeface="Arial"/>
                <a:hlinkClick r:id="rId3" action="ppaction://hlinksldjump"/>
              </a:rPr>
              <a:t>Observers</a:t>
            </a:r>
            <a:r>
              <a:rPr sz="600" spc="135" dirty="0">
                <a:solidFill>
                  <a:srgbClr val="BF447D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600" dirty="0">
                <a:solidFill>
                  <a:srgbClr val="BF447D"/>
                </a:solidFill>
                <a:latin typeface="Arial"/>
                <a:cs typeface="Arial"/>
                <a:hlinkClick r:id="rId3" action="ppaction://hlinksldjump"/>
              </a:rPr>
              <a:t>and</a:t>
            </a:r>
            <a:r>
              <a:rPr sz="600" spc="140" dirty="0">
                <a:solidFill>
                  <a:srgbClr val="BF447D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600" dirty="0">
                <a:solidFill>
                  <a:srgbClr val="BF447D"/>
                </a:solidFill>
                <a:latin typeface="Arial"/>
                <a:cs typeface="Arial"/>
                <a:hlinkClick r:id="rId3" action="ppaction://hlinksldjump"/>
              </a:rPr>
              <a:t>Observer</a:t>
            </a:r>
            <a:r>
              <a:rPr sz="600" spc="140" dirty="0">
                <a:solidFill>
                  <a:srgbClr val="BF447D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600" dirty="0">
                <a:solidFill>
                  <a:srgbClr val="BF447D"/>
                </a:solidFill>
                <a:latin typeface="Arial"/>
                <a:cs typeface="Arial"/>
                <a:hlinkClick r:id="rId3" action="ppaction://hlinksldjump"/>
              </a:rPr>
              <a:t>State</a:t>
            </a:r>
            <a:r>
              <a:rPr sz="600" spc="140" dirty="0">
                <a:solidFill>
                  <a:srgbClr val="BF447D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600" spc="30" dirty="0">
                <a:solidFill>
                  <a:srgbClr val="BF447D"/>
                </a:solidFill>
                <a:latin typeface="Arial"/>
                <a:cs typeface="Arial"/>
                <a:hlinkClick r:id="rId3" action="ppaction://hlinksldjump"/>
              </a:rPr>
              <a:t>FB</a:t>
            </a:r>
            <a:endParaRPr sz="600">
              <a:latin typeface="Arial"/>
              <a:cs typeface="Arial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8255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/>
              <a:t>1</a:t>
            </a:fld>
            <a:r>
              <a:rPr spc="-45" dirty="0"/>
              <a:t> </a:t>
            </a:r>
            <a:r>
              <a:rPr spc="185" dirty="0"/>
              <a:t>/</a:t>
            </a:r>
            <a:r>
              <a:rPr spc="-45" dirty="0"/>
              <a:t> </a:t>
            </a:r>
            <a:r>
              <a:rPr spc="-25" dirty="0"/>
              <a:t>27</a:t>
            </a: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55" dirty="0"/>
              <a:t>Introduction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421414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610"/>
              </a:spcBef>
            </a:pPr>
            <a:r>
              <a:rPr sz="1800" spc="300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▶</a:t>
            </a:r>
            <a:r>
              <a:rPr sz="1800" spc="270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 </a:t>
            </a:r>
            <a:r>
              <a:rPr sz="1200" dirty="0"/>
              <a:t>full</a:t>
            </a:r>
            <a:r>
              <a:rPr sz="1200" spc="5" dirty="0"/>
              <a:t> </a:t>
            </a:r>
            <a:r>
              <a:rPr sz="1200" spc="-25" dirty="0"/>
              <a:t>state</a:t>
            </a:r>
            <a:r>
              <a:rPr sz="1200" spc="10" dirty="0"/>
              <a:t> </a:t>
            </a:r>
            <a:r>
              <a:rPr sz="1200" spc="-80" dirty="0"/>
              <a:t>feedback</a:t>
            </a:r>
            <a:r>
              <a:rPr sz="1200" spc="5" dirty="0"/>
              <a:t> </a:t>
            </a:r>
            <a:r>
              <a:rPr sz="1200" spc="-10" dirty="0"/>
              <a:t>is</a:t>
            </a:r>
            <a:r>
              <a:rPr sz="1200" spc="10" dirty="0"/>
              <a:t> </a:t>
            </a:r>
            <a:r>
              <a:rPr sz="1200" spc="-65" dirty="0"/>
              <a:t>usually</a:t>
            </a:r>
            <a:r>
              <a:rPr sz="1200" spc="10" dirty="0"/>
              <a:t> </a:t>
            </a:r>
            <a:r>
              <a:rPr sz="1200" dirty="0"/>
              <a:t>not</a:t>
            </a:r>
            <a:r>
              <a:rPr sz="1200" spc="5" dirty="0"/>
              <a:t> </a:t>
            </a:r>
            <a:r>
              <a:rPr sz="1200" spc="-10" dirty="0"/>
              <a:t>available</a:t>
            </a:r>
            <a:endParaRPr sz="1200">
              <a:latin typeface="Arial Unicode MS"/>
              <a:cs typeface="Arial Unicode MS"/>
            </a:endParaRPr>
          </a:p>
          <a:p>
            <a:pPr marL="50800">
              <a:lnSpc>
                <a:spcPct val="100000"/>
              </a:lnSpc>
              <a:spcBef>
                <a:spcPts val="515"/>
              </a:spcBef>
            </a:pPr>
            <a:r>
              <a:rPr sz="1800" spc="300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▶</a:t>
            </a:r>
            <a:r>
              <a:rPr sz="1800" spc="225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 </a:t>
            </a:r>
            <a:r>
              <a:rPr sz="1200" dirty="0"/>
              <a:t>the</a:t>
            </a:r>
            <a:r>
              <a:rPr sz="1200" spc="-10" dirty="0"/>
              <a:t> </a:t>
            </a:r>
            <a:r>
              <a:rPr sz="1200" spc="-25" dirty="0"/>
              <a:t>state</a:t>
            </a:r>
            <a:r>
              <a:rPr sz="1200" spc="-10" dirty="0"/>
              <a:t> </a:t>
            </a:r>
            <a:r>
              <a:rPr sz="1200" spc="-40" dirty="0"/>
              <a:t>estimation</a:t>
            </a:r>
            <a:r>
              <a:rPr sz="1200" spc="-10" dirty="0"/>
              <a:t> problem</a:t>
            </a:r>
            <a:endParaRPr sz="1200">
              <a:latin typeface="Arial Unicode MS"/>
              <a:cs typeface="Arial Unicode MS"/>
            </a:endParaRPr>
          </a:p>
          <a:p>
            <a:pPr marL="358140">
              <a:lnSpc>
                <a:spcPct val="100000"/>
              </a:lnSpc>
              <a:spcBef>
                <a:spcPts val="215"/>
              </a:spcBef>
            </a:pPr>
            <a:r>
              <a:rPr sz="1650" spc="262" baseline="7575" dirty="0">
                <a:solidFill>
                  <a:srgbClr val="7F7F7F"/>
                </a:solidFill>
                <a:latin typeface="Arial Unicode MS"/>
                <a:cs typeface="Arial Unicode MS"/>
              </a:rPr>
              <a:t>▶</a:t>
            </a:r>
            <a:r>
              <a:rPr sz="1650" spc="330" baseline="7575" dirty="0">
                <a:solidFill>
                  <a:srgbClr val="7F7F7F"/>
                </a:solidFill>
                <a:latin typeface="Arial Unicode MS"/>
                <a:cs typeface="Arial Unicode MS"/>
              </a:rPr>
              <a:t> </a:t>
            </a:r>
            <a:r>
              <a:rPr sz="1100" spc="-35" dirty="0"/>
              <a:t>deterministic</a:t>
            </a:r>
            <a:r>
              <a:rPr sz="1100" spc="20" dirty="0"/>
              <a:t> </a:t>
            </a:r>
            <a:r>
              <a:rPr sz="1100" spc="-65" dirty="0"/>
              <a:t>case:</a:t>
            </a:r>
            <a:r>
              <a:rPr sz="1100" spc="130" dirty="0"/>
              <a:t> </a:t>
            </a:r>
            <a:r>
              <a:rPr sz="1100" spc="-75" dirty="0"/>
              <a:t>observer</a:t>
            </a:r>
            <a:r>
              <a:rPr sz="1100" spc="25" dirty="0"/>
              <a:t> </a:t>
            </a:r>
            <a:r>
              <a:rPr sz="1100" spc="-10" dirty="0"/>
              <a:t>design</a:t>
            </a:r>
            <a:endParaRPr sz="1100">
              <a:latin typeface="Arial Unicode MS"/>
              <a:cs typeface="Arial Unicode MS"/>
            </a:endParaRPr>
          </a:p>
          <a:p>
            <a:pPr marL="358140">
              <a:lnSpc>
                <a:spcPct val="100000"/>
              </a:lnSpc>
              <a:spcBef>
                <a:spcPts val="35"/>
              </a:spcBef>
            </a:pPr>
            <a:r>
              <a:rPr sz="1650" spc="262" baseline="7575" dirty="0">
                <a:solidFill>
                  <a:srgbClr val="7F7F7F"/>
                </a:solidFill>
                <a:latin typeface="Arial Unicode MS"/>
                <a:cs typeface="Arial Unicode MS"/>
              </a:rPr>
              <a:t>▶</a:t>
            </a:r>
            <a:r>
              <a:rPr sz="1650" spc="217" baseline="7575" dirty="0">
                <a:solidFill>
                  <a:srgbClr val="7F7F7F"/>
                </a:solidFill>
                <a:latin typeface="Arial Unicode MS"/>
                <a:cs typeface="Arial Unicode MS"/>
              </a:rPr>
              <a:t> </a:t>
            </a:r>
            <a:r>
              <a:rPr sz="1100" spc="-40" dirty="0"/>
              <a:t>stochastic</a:t>
            </a:r>
            <a:r>
              <a:rPr sz="1100" spc="-20" dirty="0"/>
              <a:t> </a:t>
            </a:r>
            <a:r>
              <a:rPr sz="1100" spc="-65" dirty="0"/>
              <a:t>case:</a:t>
            </a:r>
            <a:r>
              <a:rPr sz="1100" spc="65" dirty="0"/>
              <a:t> </a:t>
            </a:r>
            <a:r>
              <a:rPr sz="1100" dirty="0"/>
              <a:t>the</a:t>
            </a:r>
            <a:r>
              <a:rPr sz="1100" spc="-20" dirty="0"/>
              <a:t> </a:t>
            </a:r>
            <a:r>
              <a:rPr sz="1100" spc="-30" dirty="0"/>
              <a:t>most</a:t>
            </a:r>
            <a:r>
              <a:rPr sz="1100" spc="-20" dirty="0"/>
              <a:t> </a:t>
            </a:r>
            <a:r>
              <a:rPr sz="1100" spc="-35" dirty="0"/>
              <a:t>frequent</a:t>
            </a:r>
            <a:r>
              <a:rPr sz="1100" spc="-20" dirty="0"/>
              <a:t> option </a:t>
            </a:r>
            <a:r>
              <a:rPr sz="1100" spc="-10" dirty="0"/>
              <a:t>is</a:t>
            </a:r>
            <a:r>
              <a:rPr sz="1100" spc="-20" dirty="0"/>
              <a:t> </a:t>
            </a:r>
            <a:r>
              <a:rPr sz="1100" spc="-40" dirty="0"/>
              <a:t>Kalman</a:t>
            </a:r>
            <a:r>
              <a:rPr sz="1100" spc="-20" dirty="0"/>
              <a:t> </a:t>
            </a:r>
            <a:r>
              <a:rPr sz="1100" spc="-10" dirty="0"/>
              <a:t>filter</a:t>
            </a:r>
            <a:endParaRPr sz="110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3346272"/>
            <a:ext cx="4608195" cy="109855"/>
          </a:xfrm>
          <a:custGeom>
            <a:avLst/>
            <a:gdLst/>
            <a:ahLst/>
            <a:cxnLst/>
            <a:rect l="l" t="t" r="r" b="b"/>
            <a:pathLst>
              <a:path w="4608195" h="109854">
                <a:moveTo>
                  <a:pt x="4607928" y="0"/>
                </a:moveTo>
                <a:lnTo>
                  <a:pt x="3071939" y="0"/>
                </a:lnTo>
                <a:lnTo>
                  <a:pt x="1535963" y="0"/>
                </a:lnTo>
                <a:lnTo>
                  <a:pt x="0" y="0"/>
                </a:lnTo>
                <a:lnTo>
                  <a:pt x="0" y="109728"/>
                </a:lnTo>
                <a:lnTo>
                  <a:pt x="1535963" y="109728"/>
                </a:lnTo>
                <a:lnTo>
                  <a:pt x="3071939" y="109728"/>
                </a:lnTo>
                <a:lnTo>
                  <a:pt x="4607928" y="109728"/>
                </a:lnTo>
                <a:lnTo>
                  <a:pt x="4607928" y="0"/>
                </a:lnTo>
                <a:close/>
              </a:path>
            </a:pathLst>
          </a:custGeom>
          <a:solidFill>
            <a:srgbClr val="1919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0" dirty="0"/>
              <a:t>Mod</a:t>
            </a:r>
            <a:r>
              <a:rPr spc="125" dirty="0"/>
              <a:t> </a:t>
            </a:r>
            <a:r>
              <a:rPr spc="10" dirty="0"/>
              <a:t>Ctrl</a:t>
            </a:r>
            <a:r>
              <a:rPr spc="130" dirty="0"/>
              <a:t> </a:t>
            </a:r>
            <a:r>
              <a:rPr spc="10" dirty="0"/>
              <a:t>Intro</a:t>
            </a:r>
            <a:r>
              <a:rPr spc="415" dirty="0"/>
              <a:t> </a:t>
            </a:r>
            <a:r>
              <a:rPr spc="50" dirty="0"/>
              <a:t>(w</a:t>
            </a:r>
            <a:r>
              <a:rPr spc="125" dirty="0"/>
              <a:t> </a:t>
            </a:r>
            <a:r>
              <a:rPr spc="10" dirty="0"/>
              <a:t>Matlab</a:t>
            </a:r>
            <a:r>
              <a:rPr spc="130" dirty="0"/>
              <a:t> </a:t>
            </a:r>
            <a:r>
              <a:rPr spc="125" dirty="0"/>
              <a:t>&amp;</a:t>
            </a:r>
            <a:r>
              <a:rPr spc="130" dirty="0"/>
              <a:t> </a:t>
            </a:r>
            <a:r>
              <a:rPr spc="-10" dirty="0"/>
              <a:t>Python)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665249" y="3338410"/>
            <a:ext cx="1277620" cy="1225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00" dirty="0">
                <a:solidFill>
                  <a:srgbClr val="BF447D"/>
                </a:solidFill>
                <a:latin typeface="Arial"/>
                <a:cs typeface="Arial"/>
                <a:hlinkClick r:id="rId2" action="ppaction://hlinksldjump"/>
              </a:rPr>
              <a:t>Observers</a:t>
            </a:r>
            <a:r>
              <a:rPr sz="600" spc="135" dirty="0">
                <a:solidFill>
                  <a:srgbClr val="BF447D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dirty="0">
                <a:solidFill>
                  <a:srgbClr val="BF447D"/>
                </a:solidFill>
                <a:latin typeface="Arial"/>
                <a:cs typeface="Arial"/>
                <a:hlinkClick r:id="rId2" action="ppaction://hlinksldjump"/>
              </a:rPr>
              <a:t>and</a:t>
            </a:r>
            <a:r>
              <a:rPr sz="600" spc="140" dirty="0">
                <a:solidFill>
                  <a:srgbClr val="BF447D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dirty="0">
                <a:solidFill>
                  <a:srgbClr val="BF447D"/>
                </a:solidFill>
                <a:latin typeface="Arial"/>
                <a:cs typeface="Arial"/>
                <a:hlinkClick r:id="rId2" action="ppaction://hlinksldjump"/>
              </a:rPr>
              <a:t>Observer</a:t>
            </a:r>
            <a:r>
              <a:rPr sz="600" spc="140" dirty="0">
                <a:solidFill>
                  <a:srgbClr val="BF447D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dirty="0">
                <a:solidFill>
                  <a:srgbClr val="BF447D"/>
                </a:solidFill>
                <a:latin typeface="Arial"/>
                <a:cs typeface="Arial"/>
                <a:hlinkClick r:id="rId2" action="ppaction://hlinksldjump"/>
              </a:rPr>
              <a:t>State</a:t>
            </a:r>
            <a:r>
              <a:rPr sz="600" spc="140" dirty="0">
                <a:solidFill>
                  <a:srgbClr val="BF447D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spc="30" dirty="0">
                <a:solidFill>
                  <a:srgbClr val="BF447D"/>
                </a:solidFill>
                <a:latin typeface="Arial"/>
                <a:cs typeface="Arial"/>
                <a:hlinkClick r:id="rId2" action="ppaction://hlinksldjump"/>
              </a:rPr>
              <a:t>FB</a:t>
            </a:r>
            <a:endParaRPr sz="6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319727" y="3338410"/>
            <a:ext cx="233679" cy="1225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00" dirty="0">
                <a:solidFill>
                  <a:srgbClr val="E5E5E5"/>
                </a:solidFill>
                <a:latin typeface="Arial"/>
                <a:cs typeface="Arial"/>
              </a:rPr>
              <a:t>2</a:t>
            </a:r>
            <a:r>
              <a:rPr sz="600" spc="-45" dirty="0">
                <a:solidFill>
                  <a:srgbClr val="E5E5E5"/>
                </a:solidFill>
                <a:latin typeface="Arial"/>
                <a:cs typeface="Arial"/>
              </a:rPr>
              <a:t> </a:t>
            </a:r>
            <a:r>
              <a:rPr sz="600" spc="185" dirty="0">
                <a:solidFill>
                  <a:srgbClr val="E5E5E5"/>
                </a:solidFill>
                <a:latin typeface="Arial"/>
                <a:cs typeface="Arial"/>
              </a:rPr>
              <a:t>/</a:t>
            </a:r>
            <a:r>
              <a:rPr sz="600" spc="-45" dirty="0">
                <a:solidFill>
                  <a:srgbClr val="E5E5E5"/>
                </a:solidFill>
                <a:latin typeface="Arial"/>
                <a:cs typeface="Arial"/>
              </a:rPr>
              <a:t> </a:t>
            </a:r>
            <a:r>
              <a:rPr sz="600" spc="-25" dirty="0">
                <a:solidFill>
                  <a:srgbClr val="E5E5E5"/>
                </a:solidFill>
                <a:latin typeface="Arial"/>
                <a:cs typeface="Arial"/>
              </a:rPr>
              <a:t>27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120" dirty="0"/>
              <a:t>Open-</a:t>
            </a:r>
            <a:r>
              <a:rPr spc="-80" dirty="0"/>
              <a:t>loop</a:t>
            </a:r>
            <a:r>
              <a:rPr spc="5" dirty="0"/>
              <a:t> </a:t>
            </a:r>
            <a:r>
              <a:rPr spc="-130" dirty="0"/>
              <a:t>observer</a:t>
            </a:r>
          </a:p>
        </p:txBody>
      </p:sp>
      <p:sp>
        <p:nvSpPr>
          <p:cNvPr id="3" name="object 3"/>
          <p:cNvSpPr/>
          <p:nvPr/>
        </p:nvSpPr>
        <p:spPr>
          <a:xfrm>
            <a:off x="648588" y="793140"/>
            <a:ext cx="141605" cy="0"/>
          </a:xfrm>
          <a:custGeom>
            <a:avLst/>
            <a:gdLst/>
            <a:ahLst/>
            <a:cxnLst/>
            <a:rect l="l" t="t" r="r" b="b"/>
            <a:pathLst>
              <a:path w="141604">
                <a:moveTo>
                  <a:pt x="0" y="0"/>
                </a:moveTo>
                <a:lnTo>
                  <a:pt x="140995" y="0"/>
                </a:lnTo>
              </a:path>
            </a:pathLst>
          </a:custGeom>
          <a:ln w="607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35888" y="539191"/>
            <a:ext cx="155575" cy="439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4765">
              <a:lnSpc>
                <a:spcPct val="113100"/>
              </a:lnSpc>
              <a:spcBef>
                <a:spcPts val="100"/>
              </a:spcBef>
            </a:pPr>
            <a:r>
              <a:rPr sz="1200" i="1" spc="-50" dirty="0">
                <a:solidFill>
                  <a:srgbClr val="FFFFFF"/>
                </a:solidFill>
                <a:latin typeface="Arial"/>
                <a:cs typeface="Arial"/>
              </a:rPr>
              <a:t>d </a:t>
            </a:r>
            <a:r>
              <a:rPr sz="1200" i="1" spc="-25" dirty="0">
                <a:solidFill>
                  <a:srgbClr val="FFFFFF"/>
                </a:solidFill>
                <a:latin typeface="Arial"/>
                <a:cs typeface="Arial"/>
              </a:rPr>
              <a:t>dt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92060" y="666556"/>
            <a:ext cx="319532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i="1" spc="-75" dirty="0">
                <a:solidFill>
                  <a:srgbClr val="FFFFFF"/>
                </a:solidFill>
                <a:latin typeface="Arial"/>
                <a:cs typeface="Arial"/>
              </a:rPr>
              <a:t>x</a:t>
            </a:r>
            <a:r>
              <a:rPr sz="1200" i="1" spc="-2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90" dirty="0">
                <a:solidFill>
                  <a:srgbClr val="FFFFFF"/>
                </a:solidFill>
                <a:latin typeface="Arial"/>
                <a:cs typeface="Arial"/>
              </a:rPr>
              <a:t>(</a:t>
            </a:r>
            <a:r>
              <a:rPr sz="1200" i="1" spc="9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1200" spc="90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r>
              <a:rPr sz="1200" spc="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200" dirty="0">
                <a:solidFill>
                  <a:srgbClr val="FFFFFF"/>
                </a:solidFill>
                <a:latin typeface="Arial"/>
                <a:cs typeface="Arial"/>
              </a:rPr>
              <a:t>=</a:t>
            </a:r>
            <a:r>
              <a:rPr sz="1200" spc="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i="1" spc="-55" dirty="0">
                <a:solidFill>
                  <a:srgbClr val="FFFFFF"/>
                </a:solidFill>
                <a:latin typeface="Arial"/>
                <a:cs typeface="Arial"/>
              </a:rPr>
              <a:t>Ax</a:t>
            </a:r>
            <a:r>
              <a:rPr sz="1200" i="1" spc="-2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90" dirty="0">
                <a:solidFill>
                  <a:srgbClr val="FFFFFF"/>
                </a:solidFill>
                <a:latin typeface="Arial"/>
                <a:cs typeface="Arial"/>
              </a:rPr>
              <a:t>(</a:t>
            </a:r>
            <a:r>
              <a:rPr sz="1200" i="1" spc="9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1200" spc="90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r>
              <a:rPr sz="12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200" dirty="0">
                <a:solidFill>
                  <a:srgbClr val="FFFFFF"/>
                </a:solidFill>
                <a:latin typeface="Arial"/>
                <a:cs typeface="Arial"/>
              </a:rPr>
              <a:t>+</a:t>
            </a:r>
            <a:r>
              <a:rPr sz="12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i="1" dirty="0">
                <a:solidFill>
                  <a:srgbClr val="FFFFFF"/>
                </a:solidFill>
                <a:latin typeface="Arial"/>
                <a:cs typeface="Arial"/>
              </a:rPr>
              <a:t>Bu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(</a:t>
            </a:r>
            <a:r>
              <a:rPr sz="1200" i="1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r>
              <a:rPr sz="1200" i="1" dirty="0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sz="1200" i="1" spc="3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i="1" spc="-75" dirty="0">
                <a:solidFill>
                  <a:srgbClr val="FFFFFF"/>
                </a:solidFill>
                <a:latin typeface="Arial"/>
                <a:cs typeface="Arial"/>
              </a:rPr>
              <a:t>x</a:t>
            </a:r>
            <a:r>
              <a:rPr sz="1200" i="1" spc="-2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(</a:t>
            </a:r>
            <a:r>
              <a:rPr sz="1200" i="1" dirty="0">
                <a:solidFill>
                  <a:srgbClr val="FFFFFF"/>
                </a:solidFill>
                <a:latin typeface="Arial"/>
                <a:cs typeface="Arial"/>
              </a:rPr>
              <a:t>k</a:t>
            </a:r>
            <a:r>
              <a:rPr sz="1200" i="1" spc="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200" dirty="0">
                <a:solidFill>
                  <a:srgbClr val="FFFFFF"/>
                </a:solidFill>
                <a:latin typeface="Arial"/>
                <a:cs typeface="Arial"/>
              </a:rPr>
              <a:t>+</a:t>
            </a:r>
            <a:r>
              <a:rPr sz="12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1)</a:t>
            </a:r>
            <a:r>
              <a:rPr sz="1200" spc="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200" dirty="0">
                <a:solidFill>
                  <a:srgbClr val="FFFFFF"/>
                </a:solidFill>
                <a:latin typeface="Arial"/>
                <a:cs typeface="Arial"/>
              </a:rPr>
              <a:t>=</a:t>
            </a:r>
            <a:r>
              <a:rPr sz="1200" spc="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i="1" spc="-55" dirty="0">
                <a:solidFill>
                  <a:srgbClr val="FFFFFF"/>
                </a:solidFill>
                <a:latin typeface="Arial"/>
                <a:cs typeface="Arial"/>
              </a:rPr>
              <a:t>Ax</a:t>
            </a:r>
            <a:r>
              <a:rPr sz="1200" i="1" spc="-2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55" dirty="0">
                <a:solidFill>
                  <a:srgbClr val="FFFFFF"/>
                </a:solidFill>
                <a:latin typeface="Arial"/>
                <a:cs typeface="Arial"/>
              </a:rPr>
              <a:t>(</a:t>
            </a:r>
            <a:r>
              <a:rPr sz="1200" i="1" spc="55" dirty="0">
                <a:solidFill>
                  <a:srgbClr val="FFFFFF"/>
                </a:solidFill>
                <a:latin typeface="Arial"/>
                <a:cs typeface="Arial"/>
              </a:rPr>
              <a:t>k</a:t>
            </a:r>
            <a:r>
              <a:rPr sz="1200" spc="55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r>
              <a:rPr sz="12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200" dirty="0">
                <a:solidFill>
                  <a:srgbClr val="FFFFFF"/>
                </a:solidFill>
                <a:latin typeface="Arial"/>
                <a:cs typeface="Arial"/>
              </a:rPr>
              <a:t>+</a:t>
            </a:r>
            <a:r>
              <a:rPr sz="12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i="1" spc="-20" dirty="0">
                <a:solidFill>
                  <a:srgbClr val="FFFFFF"/>
                </a:solidFill>
                <a:latin typeface="Arial"/>
                <a:cs typeface="Arial"/>
              </a:rPr>
              <a:t>Bu</a:t>
            </a:r>
            <a:r>
              <a:rPr sz="1200" spc="-20" dirty="0">
                <a:solidFill>
                  <a:srgbClr val="FFFFFF"/>
                </a:solidFill>
                <a:latin typeface="Arial"/>
                <a:cs typeface="Arial"/>
              </a:rPr>
              <a:t>(</a:t>
            </a:r>
            <a:r>
              <a:rPr sz="1200" i="1" spc="-20" dirty="0">
                <a:solidFill>
                  <a:srgbClr val="FFFFFF"/>
                </a:solidFill>
                <a:latin typeface="Arial"/>
                <a:cs typeface="Arial"/>
              </a:rPr>
              <a:t>k</a:t>
            </a:r>
            <a:r>
              <a:rPr sz="1200" spc="-20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endParaRPr sz="12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15442" y="1001011"/>
            <a:ext cx="299847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800" spc="300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▶</a:t>
            </a:r>
            <a:r>
              <a:rPr sz="1800" spc="277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 </a:t>
            </a:r>
            <a:r>
              <a:rPr sz="1200" spc="-55" dirty="0">
                <a:solidFill>
                  <a:srgbClr val="FFFFFF"/>
                </a:solidFill>
                <a:latin typeface="Arial"/>
                <a:cs typeface="Arial"/>
              </a:rPr>
              <a:t>conceptually</a:t>
            </a:r>
            <a:r>
              <a:rPr sz="1200" spc="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55" dirty="0">
                <a:solidFill>
                  <a:srgbClr val="FFFFFF"/>
                </a:solidFill>
                <a:latin typeface="Arial"/>
                <a:cs typeface="Arial"/>
              </a:rPr>
              <a:t>simplest</a:t>
            </a:r>
            <a:r>
              <a:rPr sz="1200" spc="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110" dirty="0">
                <a:solidFill>
                  <a:srgbClr val="FFFFFF"/>
                </a:solidFill>
                <a:latin typeface="Arial"/>
                <a:cs typeface="Arial"/>
              </a:rPr>
              <a:t>scheme</a:t>
            </a:r>
            <a:r>
              <a:rPr sz="1200" spc="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1200" spc="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45" dirty="0">
                <a:solidFill>
                  <a:srgbClr val="FFFFFF"/>
                </a:solidFill>
                <a:latin typeface="Arial"/>
                <a:cs typeface="Arial"/>
              </a:rPr>
              <a:t>estimate</a:t>
            </a:r>
            <a:r>
              <a:rPr sz="1200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i="1" spc="-75" dirty="0">
                <a:solidFill>
                  <a:srgbClr val="FFFFFF"/>
                </a:solidFill>
                <a:latin typeface="Arial"/>
                <a:cs typeface="Arial"/>
              </a:rPr>
              <a:t>x</a:t>
            </a:r>
            <a:r>
              <a:rPr sz="1200" i="1" spc="-2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50" dirty="0">
                <a:solidFill>
                  <a:srgbClr val="FFFFFF"/>
                </a:solidFill>
                <a:latin typeface="Arial"/>
                <a:cs typeface="Arial"/>
              </a:rPr>
              <a:t>:</a:t>
            </a:r>
            <a:endParaRPr sz="12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97255" y="1512887"/>
            <a:ext cx="141605" cy="0"/>
          </a:xfrm>
          <a:custGeom>
            <a:avLst/>
            <a:gdLst/>
            <a:ahLst/>
            <a:cxnLst/>
            <a:rect l="l" t="t" r="r" b="b"/>
            <a:pathLst>
              <a:path w="141605">
                <a:moveTo>
                  <a:pt x="0" y="0"/>
                </a:moveTo>
                <a:lnTo>
                  <a:pt x="140995" y="0"/>
                </a:lnTo>
              </a:path>
            </a:pathLst>
          </a:custGeom>
          <a:ln w="607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84555" y="1258938"/>
            <a:ext cx="155575" cy="439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4765">
              <a:lnSpc>
                <a:spcPct val="113100"/>
              </a:lnSpc>
              <a:spcBef>
                <a:spcPts val="100"/>
              </a:spcBef>
            </a:pPr>
            <a:r>
              <a:rPr sz="1200" i="1" spc="-50" dirty="0">
                <a:solidFill>
                  <a:srgbClr val="FFFFFF"/>
                </a:solidFill>
                <a:latin typeface="Arial"/>
                <a:cs typeface="Arial"/>
              </a:rPr>
              <a:t>d </a:t>
            </a:r>
            <a:r>
              <a:rPr sz="1200" i="1" spc="-25" dirty="0">
                <a:solidFill>
                  <a:srgbClr val="FFFFFF"/>
                </a:solidFill>
                <a:latin typeface="Arial"/>
                <a:cs typeface="Arial"/>
              </a:rPr>
              <a:t>dt</a:t>
            </a:r>
            <a:endParaRPr sz="12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40727" y="1386316"/>
            <a:ext cx="319532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i="1" spc="-440" dirty="0">
                <a:solidFill>
                  <a:srgbClr val="FFFFFF"/>
                </a:solidFill>
                <a:latin typeface="Arial"/>
                <a:cs typeface="Arial"/>
              </a:rPr>
              <a:t>x</a:t>
            </a:r>
            <a:r>
              <a:rPr sz="1200" spc="65" dirty="0">
                <a:solidFill>
                  <a:srgbClr val="FFFFFF"/>
                </a:solidFill>
                <a:latin typeface="Arial"/>
                <a:cs typeface="Arial"/>
              </a:rPr>
              <a:t>ˆ</a:t>
            </a:r>
            <a:r>
              <a:rPr sz="1200" spc="80" dirty="0">
                <a:solidFill>
                  <a:srgbClr val="FFFFFF"/>
                </a:solidFill>
                <a:latin typeface="Arial"/>
                <a:cs typeface="Arial"/>
              </a:rPr>
              <a:t>(</a:t>
            </a:r>
            <a:r>
              <a:rPr sz="1200" i="1" spc="16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1200" spc="80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r>
              <a:rPr sz="1200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200" dirty="0">
                <a:solidFill>
                  <a:srgbClr val="FFFFFF"/>
                </a:solidFill>
                <a:latin typeface="Arial"/>
                <a:cs typeface="Arial"/>
              </a:rPr>
              <a:t>=</a:t>
            </a:r>
            <a:r>
              <a:rPr sz="1200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i="1" spc="5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1200" i="1" spc="-470" dirty="0">
                <a:solidFill>
                  <a:srgbClr val="FFFFFF"/>
                </a:solidFill>
                <a:latin typeface="Arial"/>
                <a:cs typeface="Arial"/>
              </a:rPr>
              <a:t>x</a:t>
            </a:r>
            <a:r>
              <a:rPr sz="1200" spc="35" dirty="0">
                <a:solidFill>
                  <a:srgbClr val="FFFFFF"/>
                </a:solidFill>
                <a:latin typeface="Arial"/>
                <a:cs typeface="Arial"/>
              </a:rPr>
              <a:t>ˆ</a:t>
            </a:r>
            <a:r>
              <a:rPr sz="1200" spc="50" dirty="0">
                <a:solidFill>
                  <a:srgbClr val="FFFFFF"/>
                </a:solidFill>
                <a:latin typeface="Arial"/>
                <a:cs typeface="Arial"/>
              </a:rPr>
              <a:t>(</a:t>
            </a:r>
            <a:r>
              <a:rPr sz="1200" i="1" spc="13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1200" spc="50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r>
              <a:rPr sz="12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200" dirty="0">
                <a:solidFill>
                  <a:srgbClr val="FFFFFF"/>
                </a:solidFill>
                <a:latin typeface="Arial"/>
                <a:cs typeface="Arial"/>
              </a:rPr>
              <a:t>+</a:t>
            </a:r>
            <a:r>
              <a:rPr sz="12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i="1" dirty="0">
                <a:solidFill>
                  <a:srgbClr val="FFFFFF"/>
                </a:solidFill>
                <a:latin typeface="Arial"/>
                <a:cs typeface="Arial"/>
              </a:rPr>
              <a:t>Bu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(</a:t>
            </a:r>
            <a:r>
              <a:rPr sz="1200" i="1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r>
              <a:rPr sz="1200" i="1" dirty="0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sz="1200" i="1" spc="3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i="1" spc="-465" dirty="0">
                <a:solidFill>
                  <a:srgbClr val="FFFFFF"/>
                </a:solidFill>
                <a:latin typeface="Arial"/>
                <a:cs typeface="Arial"/>
              </a:rPr>
              <a:t>x</a:t>
            </a:r>
            <a:r>
              <a:rPr sz="1200" spc="40" dirty="0">
                <a:solidFill>
                  <a:srgbClr val="FFFFFF"/>
                </a:solidFill>
                <a:latin typeface="Arial"/>
                <a:cs typeface="Arial"/>
              </a:rPr>
              <a:t>ˆ</a:t>
            </a:r>
            <a:r>
              <a:rPr sz="1200" spc="55" dirty="0">
                <a:solidFill>
                  <a:srgbClr val="FFFFFF"/>
                </a:solidFill>
                <a:latin typeface="Arial"/>
                <a:cs typeface="Arial"/>
              </a:rPr>
              <a:t>(</a:t>
            </a:r>
            <a:r>
              <a:rPr sz="1200" i="1" spc="55" dirty="0">
                <a:solidFill>
                  <a:srgbClr val="FFFFFF"/>
                </a:solidFill>
                <a:latin typeface="Arial"/>
                <a:cs typeface="Arial"/>
              </a:rPr>
              <a:t>k</a:t>
            </a:r>
            <a:r>
              <a:rPr sz="1200" i="1" spc="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200" dirty="0">
                <a:solidFill>
                  <a:srgbClr val="FFFFFF"/>
                </a:solidFill>
                <a:latin typeface="Arial"/>
                <a:cs typeface="Arial"/>
              </a:rPr>
              <a:t>+</a:t>
            </a:r>
            <a:r>
              <a:rPr sz="12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1)</a:t>
            </a:r>
            <a:r>
              <a:rPr sz="1200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200" dirty="0">
                <a:solidFill>
                  <a:srgbClr val="FFFFFF"/>
                </a:solidFill>
                <a:latin typeface="Arial"/>
                <a:cs typeface="Arial"/>
              </a:rPr>
              <a:t>=</a:t>
            </a:r>
            <a:r>
              <a:rPr sz="1200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i="1" spc="3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1200" i="1" spc="-490" dirty="0">
                <a:solidFill>
                  <a:srgbClr val="FFFFFF"/>
                </a:solidFill>
                <a:latin typeface="Arial"/>
                <a:cs typeface="Arial"/>
              </a:rPr>
              <a:t>x</a:t>
            </a:r>
            <a:r>
              <a:rPr sz="1200" spc="15" dirty="0">
                <a:solidFill>
                  <a:srgbClr val="FFFFFF"/>
                </a:solidFill>
                <a:latin typeface="Arial"/>
                <a:cs typeface="Arial"/>
              </a:rPr>
              <a:t>ˆ</a:t>
            </a:r>
            <a:r>
              <a:rPr sz="1200" spc="30" dirty="0">
                <a:solidFill>
                  <a:srgbClr val="FFFFFF"/>
                </a:solidFill>
                <a:latin typeface="Arial"/>
                <a:cs typeface="Arial"/>
              </a:rPr>
              <a:t>(</a:t>
            </a:r>
            <a:r>
              <a:rPr sz="1200" i="1" spc="130" dirty="0">
                <a:solidFill>
                  <a:srgbClr val="FFFFFF"/>
                </a:solidFill>
                <a:latin typeface="Arial"/>
                <a:cs typeface="Arial"/>
              </a:rPr>
              <a:t>k</a:t>
            </a:r>
            <a:r>
              <a:rPr sz="1200" spc="30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r>
              <a:rPr sz="12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200" dirty="0">
                <a:solidFill>
                  <a:srgbClr val="FFFFFF"/>
                </a:solidFill>
                <a:latin typeface="Arial"/>
                <a:cs typeface="Arial"/>
              </a:rPr>
              <a:t>+</a:t>
            </a:r>
            <a:r>
              <a:rPr sz="12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i="1" spc="-20" dirty="0">
                <a:solidFill>
                  <a:srgbClr val="FFFFFF"/>
                </a:solidFill>
                <a:latin typeface="Arial"/>
                <a:cs typeface="Arial"/>
              </a:rPr>
              <a:t>Bu</a:t>
            </a:r>
            <a:r>
              <a:rPr sz="1200" spc="-20" dirty="0">
                <a:solidFill>
                  <a:srgbClr val="FFFFFF"/>
                </a:solidFill>
                <a:latin typeface="Arial"/>
                <a:cs typeface="Arial"/>
              </a:rPr>
              <a:t>(</a:t>
            </a:r>
            <a:r>
              <a:rPr sz="1200" i="1" spc="-20" dirty="0">
                <a:solidFill>
                  <a:srgbClr val="FFFFFF"/>
                </a:solidFill>
                <a:latin typeface="Arial"/>
                <a:cs typeface="Arial"/>
              </a:rPr>
              <a:t>k</a:t>
            </a:r>
            <a:r>
              <a:rPr sz="1200" spc="-20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endParaRPr sz="12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999574" y="1730375"/>
            <a:ext cx="205104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20" dirty="0">
                <a:solidFill>
                  <a:srgbClr val="FFFFFF"/>
                </a:solidFill>
                <a:latin typeface="Arial"/>
                <a:cs typeface="Arial"/>
              </a:rPr>
              <a:t>e.g.</a:t>
            </a:r>
            <a:endParaRPr sz="800" dirty="0">
              <a:latin typeface="Arial"/>
              <a:cs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bject 11"/>
              <p:cNvSpPr txBox="1"/>
              <p:nvPr/>
            </p:nvSpPr>
            <p:spPr>
              <a:xfrm>
                <a:off x="215442" y="1724914"/>
                <a:ext cx="4223208" cy="1552348"/>
              </a:xfrm>
              <a:prstGeom prst="rect">
                <a:avLst/>
              </a:prstGeom>
            </p:spPr>
            <p:txBody>
              <a:bodyPr vert="horz" wrap="square" lIns="0" tIns="76835" rIns="0" bIns="0" rtlCol="0">
                <a:spAutoFit/>
              </a:bodyPr>
              <a:lstStyle/>
              <a:p>
                <a:pPr marL="230504">
                  <a:lnSpc>
                    <a:spcPct val="100000"/>
                  </a:lnSpc>
                  <a:spcBef>
                    <a:spcPts val="605"/>
                  </a:spcBef>
                </a:pPr>
                <a:r>
                  <a:rPr lang="en-US" sz="1200" dirty="0">
                    <a:solidFill>
                      <a:srgbClr val="FFFFFF"/>
                    </a:solidFill>
                    <a:latin typeface="Arial"/>
                    <a:cs typeface="Arial"/>
                  </a:rPr>
                  <a:t>with</a:t>
                </a:r>
                <a:r>
                  <a:rPr lang="en-US" sz="1200" spc="-30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dirty="0">
                    <a:solidFill>
                      <a:srgbClr val="FFFFFF"/>
                    </a:solidFill>
                    <a:latin typeface="Arial"/>
                    <a:cs typeface="Arial"/>
                  </a:rPr>
                  <a:t>a </a:t>
                </a:r>
                <a:r>
                  <a:rPr lang="en-US" sz="1200" spc="-50" dirty="0">
                    <a:solidFill>
                      <a:srgbClr val="FFFFFF"/>
                    </a:solidFill>
                    <a:latin typeface="Arial"/>
                    <a:cs typeface="Arial"/>
                  </a:rPr>
                  <a:t>best</a:t>
                </a:r>
                <a:r>
                  <a:rPr lang="en-US" sz="1200" spc="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spc="-120" dirty="0">
                    <a:solidFill>
                      <a:srgbClr val="FFFFFF"/>
                    </a:solidFill>
                    <a:latin typeface="Arial"/>
                    <a:cs typeface="Arial"/>
                  </a:rPr>
                  <a:t>guess</a:t>
                </a:r>
                <a:r>
                  <a:rPr lang="en-US" sz="1200" spc="3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dirty="0">
                    <a:solidFill>
                      <a:srgbClr val="FFFFFF"/>
                    </a:solidFill>
                    <a:latin typeface="Arial"/>
                    <a:cs typeface="Arial"/>
                  </a:rPr>
                  <a:t>of</a:t>
                </a:r>
                <a:r>
                  <a:rPr lang="en-US" sz="1200" spc="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dirty="0">
                    <a:solidFill>
                      <a:srgbClr val="FFFFFF"/>
                    </a:solidFill>
                    <a:latin typeface="Arial"/>
                    <a:cs typeface="Arial"/>
                  </a:rPr>
                  <a:t>initial</a:t>
                </a:r>
                <a:r>
                  <a:rPr lang="en-US" sz="1200" spc="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spc="-55" dirty="0">
                    <a:solidFill>
                      <a:srgbClr val="FFFFFF"/>
                    </a:solidFill>
                    <a:latin typeface="Arial"/>
                    <a:cs typeface="Arial"/>
                  </a:rPr>
                  <a:t>estimate</a:t>
                </a:r>
                <a:r>
                  <a:rPr lang="en-US" sz="1200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i="1" spc="-445" dirty="0">
                    <a:solidFill>
                      <a:srgbClr val="FFFFFF"/>
                    </a:solidFill>
                    <a:latin typeface="Arial"/>
                    <a:cs typeface="Arial"/>
                  </a:rPr>
                  <a:t>x</a:t>
                </a:r>
                <a:r>
                  <a:rPr lang="en-US" sz="1200" spc="60" dirty="0">
                    <a:solidFill>
                      <a:srgbClr val="FFFFFF"/>
                    </a:solidFill>
                    <a:latin typeface="Arial"/>
                    <a:cs typeface="Arial"/>
                  </a:rPr>
                  <a:t>ˆ</a:t>
                </a:r>
                <a:r>
                  <a:rPr lang="en-US" sz="1200" spc="75" dirty="0">
                    <a:solidFill>
                      <a:srgbClr val="FFFFFF"/>
                    </a:solidFill>
                    <a:latin typeface="Arial"/>
                    <a:cs typeface="Arial"/>
                  </a:rPr>
                  <a:t>(0)</a:t>
                </a:r>
                <a:r>
                  <a:rPr lang="en-US" sz="1200" spc="170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spc="200" dirty="0">
                    <a:solidFill>
                      <a:srgbClr val="FFFFFF"/>
                    </a:solidFill>
                    <a:latin typeface="Arial"/>
                    <a:cs typeface="Arial"/>
                  </a:rPr>
                  <a:t>=</a:t>
                </a:r>
                <a:r>
                  <a:rPr lang="en-US" sz="1200" spc="17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spc="-25" dirty="0">
                    <a:solidFill>
                      <a:srgbClr val="FFFFFF"/>
                    </a:solidFill>
                    <a:latin typeface="Arial"/>
                    <a:cs typeface="Arial"/>
                  </a:rPr>
                  <a:t>0.</a:t>
                </a:r>
                <a:endParaRPr lang="en-US" sz="1200" dirty="0">
                  <a:latin typeface="Arial"/>
                  <a:cs typeface="Arial"/>
                </a:endParaRPr>
              </a:p>
              <a:p>
                <a:pPr marL="38100">
                  <a:lnSpc>
                    <a:spcPct val="100000"/>
                  </a:lnSpc>
                  <a:spcBef>
                    <a:spcPts val="509"/>
                  </a:spcBef>
                </a:pPr>
                <a:r>
                  <a:rPr lang="en-US" sz="1800" spc="300" baseline="4629" dirty="0">
                    <a:solidFill>
                      <a:srgbClr val="7F7F7F"/>
                    </a:solidFill>
                    <a:latin typeface="Arial Unicode MS"/>
                    <a:cs typeface="Arial Unicode MS"/>
                  </a:rPr>
                  <a:t>▶</a:t>
                </a:r>
                <a:r>
                  <a:rPr lang="en-US" sz="1800" spc="195" baseline="4629" dirty="0">
                    <a:solidFill>
                      <a:srgbClr val="7F7F7F"/>
                    </a:solidFill>
                    <a:latin typeface="Arial Unicode MS"/>
                    <a:cs typeface="Arial Unicode MS"/>
                  </a:rPr>
                  <a:t> </a:t>
                </a:r>
                <a:r>
                  <a:rPr lang="en-US" sz="1200" spc="-35" dirty="0">
                    <a:solidFill>
                      <a:srgbClr val="FFFFFF"/>
                    </a:solidFill>
                    <a:latin typeface="Arial"/>
                    <a:cs typeface="Arial"/>
                  </a:rPr>
                  <a:t>error</a:t>
                </a:r>
                <a:r>
                  <a:rPr lang="en-US" sz="1200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spc="-65" dirty="0">
                    <a:solidFill>
                      <a:srgbClr val="FFFFFF"/>
                    </a:solidFill>
                    <a:latin typeface="Arial"/>
                    <a:cs typeface="Arial"/>
                  </a:rPr>
                  <a:t>dynamics:</a:t>
                </a:r>
                <a:r>
                  <a:rPr lang="en-US" sz="1200" spc="110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i="1" dirty="0">
                    <a:solidFill>
                      <a:srgbClr val="FFFFFF"/>
                    </a:solidFill>
                    <a:latin typeface="Arial"/>
                    <a:cs typeface="Arial"/>
                  </a:rPr>
                  <a:t>e</a:t>
                </a:r>
                <a:r>
                  <a:rPr lang="en-US" sz="1200" i="1" spc="2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spc="200" dirty="0">
                    <a:solidFill>
                      <a:srgbClr val="FFFFFF"/>
                    </a:solidFill>
                    <a:latin typeface="Arial"/>
                    <a:cs typeface="Arial"/>
                  </a:rPr>
                  <a:t>=</a:t>
                </a:r>
                <a:r>
                  <a:rPr lang="en-US" sz="1200" spc="-50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i="1" dirty="0">
                    <a:solidFill>
                      <a:srgbClr val="FFFFFF"/>
                    </a:solidFill>
                    <a:latin typeface="Arial"/>
                    <a:cs typeface="Arial"/>
                  </a:rPr>
                  <a:t>x</a:t>
                </a:r>
                <a:r>
                  <a:rPr lang="en-US" sz="1200" i="1" spc="-1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i="1" spc="200" dirty="0">
                    <a:solidFill>
                      <a:srgbClr val="FFFFFF"/>
                    </a:solidFill>
                    <a:latin typeface="Menlo"/>
                    <a:cs typeface="Menlo"/>
                  </a:rPr>
                  <a:t>−</a:t>
                </a:r>
                <a:r>
                  <a:rPr lang="en-US" sz="1200" i="1" spc="-459" dirty="0">
                    <a:solidFill>
                      <a:srgbClr val="FFFFFF"/>
                    </a:solidFill>
                    <a:latin typeface="Menlo"/>
                    <a:cs typeface="Menlo"/>
                  </a:rPr>
                  <a:t> </a:t>
                </a:r>
                <a:r>
                  <a:rPr lang="en-US" sz="1200" i="1" spc="-370" dirty="0">
                    <a:solidFill>
                      <a:srgbClr val="FFFFFF"/>
                    </a:solidFill>
                    <a:latin typeface="Arial"/>
                    <a:cs typeface="Arial"/>
                  </a:rPr>
                  <a:t>x</a:t>
                </a:r>
                <a:r>
                  <a:rPr lang="en-US" sz="1200" spc="135" dirty="0">
                    <a:solidFill>
                      <a:srgbClr val="FFFFFF"/>
                    </a:solidFill>
                    <a:latin typeface="Arial"/>
                    <a:cs typeface="Arial"/>
                  </a:rPr>
                  <a:t>ˆ</a:t>
                </a:r>
                <a:r>
                  <a:rPr lang="en-US" sz="1200" spc="150" dirty="0">
                    <a:solidFill>
                      <a:srgbClr val="FFFFFF"/>
                    </a:solidFill>
                    <a:latin typeface="Arial"/>
                    <a:cs typeface="Arial"/>
                  </a:rPr>
                  <a:t>:</a:t>
                </a:r>
                <a:endParaRPr lang="en-US" sz="1200" dirty="0">
                  <a:latin typeface="Arial"/>
                  <a:cs typeface="Arial"/>
                </a:endParaRPr>
              </a:p>
              <a:p>
                <a:pPr marL="634365">
                  <a:lnSpc>
                    <a:spcPct val="100000"/>
                  </a:lnSpc>
                  <a:spcBef>
                    <a:spcPts val="1065"/>
                  </a:spcBef>
                </a:pP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altLang="zh-CN" sz="1200" b="0" i="1" spc="-40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</m:ctrlPr>
                      </m:accPr>
                      <m:e>
                        <m:r>
                          <a:rPr lang="zh-CN" altLang="en-US" sz="1200" b="0" i="1" spc="-40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  <m:t>𝑒</m:t>
                        </m:r>
                      </m:e>
                    </m:acc>
                  </m:oMath>
                </a14:m>
                <a:r>
                  <a:rPr lang="en-US" sz="1200" spc="-40" dirty="0">
                    <a:solidFill>
                      <a:srgbClr val="FFFFFF"/>
                    </a:solidFill>
                    <a:latin typeface="Arial"/>
                    <a:cs typeface="Arial"/>
                  </a:rPr>
                  <a:t>(</a:t>
                </a:r>
                <a:r>
                  <a:rPr lang="en-US" sz="1200" i="1" spc="-40" dirty="0">
                    <a:solidFill>
                      <a:srgbClr val="FFFFFF"/>
                    </a:solidFill>
                    <a:latin typeface="Arial"/>
                    <a:cs typeface="Arial"/>
                  </a:rPr>
                  <a:t>t</a:t>
                </a:r>
                <a:r>
                  <a:rPr lang="en-US" sz="1200" spc="-40" dirty="0">
                    <a:solidFill>
                      <a:srgbClr val="FFFFFF"/>
                    </a:solidFill>
                    <a:latin typeface="Arial"/>
                    <a:cs typeface="Arial"/>
                  </a:rPr>
                  <a:t>)</a:t>
                </a:r>
                <a:r>
                  <a:rPr lang="en-US" sz="1200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spc="200" dirty="0">
                    <a:solidFill>
                      <a:srgbClr val="FFFFFF"/>
                    </a:solidFill>
                    <a:latin typeface="Arial"/>
                    <a:cs typeface="Arial"/>
                  </a:rPr>
                  <a:t>=</a:t>
                </a:r>
                <a:r>
                  <a:rPr lang="en-US" sz="1200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i="1" dirty="0">
                    <a:solidFill>
                      <a:srgbClr val="FFFFFF"/>
                    </a:solidFill>
                    <a:latin typeface="Arial"/>
                    <a:cs typeface="Arial"/>
                  </a:rPr>
                  <a:t>Ae</a:t>
                </a:r>
                <a:r>
                  <a:rPr lang="en-US" sz="1200" dirty="0">
                    <a:solidFill>
                      <a:srgbClr val="FFFFFF"/>
                    </a:solidFill>
                    <a:latin typeface="Arial"/>
                    <a:cs typeface="Arial"/>
                  </a:rPr>
                  <a:t>(</a:t>
                </a:r>
                <a:r>
                  <a:rPr lang="en-US" sz="1200" i="1" dirty="0">
                    <a:solidFill>
                      <a:srgbClr val="FFFFFF"/>
                    </a:solidFill>
                    <a:latin typeface="Arial"/>
                    <a:cs typeface="Arial"/>
                  </a:rPr>
                  <a:t>t</a:t>
                </a:r>
                <a:r>
                  <a:rPr lang="en-US" sz="1200" dirty="0">
                    <a:solidFill>
                      <a:srgbClr val="FFFFFF"/>
                    </a:solidFill>
                    <a:latin typeface="Arial"/>
                    <a:cs typeface="Arial"/>
                  </a:rPr>
                  <a:t>)</a:t>
                </a:r>
                <a:r>
                  <a:rPr lang="en-US" sz="1200" i="1" dirty="0">
                    <a:solidFill>
                      <a:srgbClr val="FFFFFF"/>
                    </a:solidFill>
                    <a:latin typeface="Times New Roman"/>
                    <a:cs typeface="Times New Roman"/>
                  </a:rPr>
                  <a:t>,</a:t>
                </a:r>
                <a:r>
                  <a:rPr lang="en-US" sz="1200" i="1" spc="305" dirty="0">
                    <a:solidFill>
                      <a:srgbClr val="FFFFFF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US" sz="1200" i="1" dirty="0">
                    <a:solidFill>
                      <a:srgbClr val="FFFFFF"/>
                    </a:solidFill>
                    <a:latin typeface="Arial"/>
                    <a:cs typeface="Arial"/>
                  </a:rPr>
                  <a:t>e</a:t>
                </a:r>
                <a:r>
                  <a:rPr lang="en-US" sz="1200" dirty="0">
                    <a:solidFill>
                      <a:srgbClr val="FFFFFF"/>
                    </a:solidFill>
                    <a:latin typeface="Arial"/>
                    <a:cs typeface="Arial"/>
                  </a:rPr>
                  <a:t>(</a:t>
                </a:r>
                <a:r>
                  <a:rPr lang="en-US" sz="1200" i="1" dirty="0">
                    <a:solidFill>
                      <a:srgbClr val="FFFFFF"/>
                    </a:solidFill>
                    <a:latin typeface="Arial"/>
                    <a:cs typeface="Arial"/>
                  </a:rPr>
                  <a:t>k</a:t>
                </a:r>
                <a:r>
                  <a:rPr lang="en-US" sz="1200" i="1" spc="3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spc="200" dirty="0">
                    <a:solidFill>
                      <a:srgbClr val="FFFFFF"/>
                    </a:solidFill>
                    <a:latin typeface="Arial"/>
                    <a:cs typeface="Arial"/>
                  </a:rPr>
                  <a:t>+</a:t>
                </a:r>
                <a:r>
                  <a:rPr lang="en-US" sz="1200" spc="-60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dirty="0">
                    <a:solidFill>
                      <a:srgbClr val="FFFFFF"/>
                    </a:solidFill>
                    <a:latin typeface="Arial"/>
                    <a:cs typeface="Arial"/>
                  </a:rPr>
                  <a:t>1) </a:t>
                </a:r>
                <a:r>
                  <a:rPr lang="en-US" sz="1200" spc="200" dirty="0">
                    <a:solidFill>
                      <a:srgbClr val="FFFFFF"/>
                    </a:solidFill>
                    <a:latin typeface="Arial"/>
                    <a:cs typeface="Arial"/>
                  </a:rPr>
                  <a:t>=</a:t>
                </a:r>
                <a:r>
                  <a:rPr lang="en-US" sz="1200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i="1" dirty="0">
                    <a:solidFill>
                      <a:srgbClr val="FFFFFF"/>
                    </a:solidFill>
                    <a:latin typeface="Arial"/>
                    <a:cs typeface="Arial"/>
                  </a:rPr>
                  <a:t>Ae</a:t>
                </a:r>
                <a:r>
                  <a:rPr lang="en-US" sz="1200" dirty="0">
                    <a:solidFill>
                      <a:srgbClr val="FFFFFF"/>
                    </a:solidFill>
                    <a:latin typeface="Arial"/>
                    <a:cs typeface="Arial"/>
                  </a:rPr>
                  <a:t>(</a:t>
                </a:r>
                <a:r>
                  <a:rPr lang="en-US" sz="1200" i="1" dirty="0">
                    <a:solidFill>
                      <a:srgbClr val="FFFFFF"/>
                    </a:solidFill>
                    <a:latin typeface="Arial"/>
                    <a:cs typeface="Arial"/>
                  </a:rPr>
                  <a:t>k</a:t>
                </a:r>
                <a:r>
                  <a:rPr lang="en-US" sz="1200" dirty="0">
                    <a:solidFill>
                      <a:srgbClr val="FFFFFF"/>
                    </a:solidFill>
                    <a:latin typeface="Arial"/>
                    <a:cs typeface="Arial"/>
                  </a:rPr>
                  <a:t>)</a:t>
                </a:r>
                <a:r>
                  <a:rPr lang="en-US" sz="1200" i="1" dirty="0">
                    <a:solidFill>
                      <a:srgbClr val="FFFFFF"/>
                    </a:solidFill>
                    <a:latin typeface="Times New Roman"/>
                    <a:cs typeface="Times New Roman"/>
                  </a:rPr>
                  <a:t>,</a:t>
                </a:r>
                <a:r>
                  <a:rPr lang="en-US" sz="1200" i="1" spc="305" dirty="0">
                    <a:solidFill>
                      <a:srgbClr val="FFFFFF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US" sz="1200" i="1" dirty="0">
                    <a:solidFill>
                      <a:srgbClr val="FFFFFF"/>
                    </a:solidFill>
                    <a:latin typeface="Arial"/>
                    <a:cs typeface="Arial"/>
                  </a:rPr>
                  <a:t>e</a:t>
                </a:r>
                <a:r>
                  <a:rPr lang="en-US" sz="1200" dirty="0">
                    <a:solidFill>
                      <a:srgbClr val="FFFFFF"/>
                    </a:solidFill>
                    <a:latin typeface="Arial"/>
                    <a:cs typeface="Arial"/>
                  </a:rPr>
                  <a:t>(0) </a:t>
                </a:r>
                <a:r>
                  <a:rPr lang="en-US" sz="1200" spc="200" dirty="0">
                    <a:solidFill>
                      <a:srgbClr val="FFFFFF"/>
                    </a:solidFill>
                    <a:latin typeface="Arial"/>
                    <a:cs typeface="Arial"/>
                  </a:rPr>
                  <a:t>=</a:t>
                </a:r>
                <a:r>
                  <a:rPr lang="en-US" sz="1200" spc="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i="1" dirty="0">
                    <a:solidFill>
                      <a:srgbClr val="FFFFFF"/>
                    </a:solidFill>
                    <a:latin typeface="Arial"/>
                    <a:cs typeface="Arial"/>
                  </a:rPr>
                  <a:t>x</a:t>
                </a:r>
                <a:r>
                  <a:rPr lang="en-US" sz="1200" baseline="-13888" dirty="0">
                    <a:solidFill>
                      <a:srgbClr val="FFFFFF"/>
                    </a:solidFill>
                    <a:latin typeface="Arial"/>
                    <a:cs typeface="Arial"/>
                  </a:rPr>
                  <a:t>0</a:t>
                </a:r>
                <a:r>
                  <a:rPr lang="en-US" sz="1200" spc="142" baseline="-13888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i="1" spc="200" dirty="0">
                    <a:solidFill>
                      <a:srgbClr val="FFFFFF"/>
                    </a:solidFill>
                    <a:latin typeface="Menlo"/>
                    <a:cs typeface="Menlo"/>
                  </a:rPr>
                  <a:t>−</a:t>
                </a:r>
                <a:r>
                  <a:rPr lang="en-US" sz="1200" i="1" spc="-455" dirty="0">
                    <a:solidFill>
                      <a:srgbClr val="FFFFFF"/>
                    </a:solidFill>
                    <a:latin typeface="Menlo"/>
                    <a:cs typeface="Menlo"/>
                  </a:rPr>
                  <a:t> </a:t>
                </a:r>
                <a:r>
                  <a:rPr lang="en-US" sz="1200" i="1" spc="-425" dirty="0">
                    <a:solidFill>
                      <a:srgbClr val="FFFFFF"/>
                    </a:solidFill>
                    <a:latin typeface="Arial"/>
                    <a:cs typeface="Arial"/>
                  </a:rPr>
                  <a:t>x</a:t>
                </a:r>
                <a:r>
                  <a:rPr lang="en-US" sz="1200" spc="80" dirty="0">
                    <a:solidFill>
                      <a:srgbClr val="FFFFFF"/>
                    </a:solidFill>
                    <a:latin typeface="Arial"/>
                    <a:cs typeface="Arial"/>
                  </a:rPr>
                  <a:t>ˆ</a:t>
                </a:r>
                <a:r>
                  <a:rPr lang="en-US" sz="1200" spc="95" dirty="0">
                    <a:solidFill>
                      <a:srgbClr val="FFFFFF"/>
                    </a:solidFill>
                    <a:latin typeface="Arial"/>
                    <a:cs typeface="Arial"/>
                  </a:rPr>
                  <a:t>(0)</a:t>
                </a:r>
                <a:endParaRPr lang="en-US" sz="1200" dirty="0">
                  <a:latin typeface="Arial"/>
                  <a:cs typeface="Arial"/>
                </a:endParaRPr>
              </a:p>
              <a:p>
                <a:pPr marL="345440">
                  <a:lnSpc>
                    <a:spcPct val="100000"/>
                  </a:lnSpc>
                  <a:spcBef>
                    <a:spcPts val="1240"/>
                  </a:spcBef>
                </a:pPr>
                <a:r>
                  <a:rPr lang="en-US" sz="1650" spc="262" baseline="7575" dirty="0">
                    <a:solidFill>
                      <a:srgbClr val="7F7F7F"/>
                    </a:solidFill>
                    <a:latin typeface="Arial Unicode MS"/>
                    <a:cs typeface="Arial Unicode MS"/>
                  </a:rPr>
                  <a:t>▶</a:t>
                </a:r>
                <a:r>
                  <a:rPr lang="en-US" sz="1650" spc="330" baseline="7575" dirty="0">
                    <a:solidFill>
                      <a:srgbClr val="7F7F7F"/>
                    </a:solidFill>
                    <a:latin typeface="Arial Unicode MS"/>
                    <a:cs typeface="Arial Unicode MS"/>
                  </a:rPr>
                  <a:t> </a:t>
                </a:r>
                <a:r>
                  <a:rPr lang="en-US" sz="1100" spc="-60" dirty="0">
                    <a:solidFill>
                      <a:srgbClr val="FFFFFF"/>
                    </a:solidFill>
                    <a:latin typeface="Arial"/>
                    <a:cs typeface="Arial"/>
                  </a:rPr>
                  <a:t>sensitive</a:t>
                </a:r>
                <a:r>
                  <a:rPr lang="en-US" sz="1100" spc="30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100" dirty="0">
                    <a:solidFill>
                      <a:srgbClr val="FFFFFF"/>
                    </a:solidFill>
                    <a:latin typeface="Arial"/>
                    <a:cs typeface="Arial"/>
                  </a:rPr>
                  <a:t>to</a:t>
                </a:r>
                <a:r>
                  <a:rPr lang="en-US" sz="1100" spc="2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100" dirty="0">
                    <a:solidFill>
                      <a:srgbClr val="FFFFFF"/>
                    </a:solidFill>
                    <a:latin typeface="Arial"/>
                    <a:cs typeface="Arial"/>
                  </a:rPr>
                  <a:t>input</a:t>
                </a:r>
                <a:r>
                  <a:rPr lang="en-US" sz="1100" spc="2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100" spc="-10" dirty="0">
                    <a:solidFill>
                      <a:srgbClr val="FFFFFF"/>
                    </a:solidFill>
                    <a:latin typeface="Arial"/>
                    <a:cs typeface="Arial"/>
                  </a:rPr>
                  <a:t>disturbances</a:t>
                </a:r>
                <a:endParaRPr lang="en-US" sz="1100" dirty="0">
                  <a:latin typeface="Arial"/>
                  <a:cs typeface="Arial"/>
                </a:endParaRPr>
              </a:p>
              <a:p>
                <a:pPr marL="345440">
                  <a:lnSpc>
                    <a:spcPct val="100000"/>
                  </a:lnSpc>
                  <a:spcBef>
                    <a:spcPts val="35"/>
                  </a:spcBef>
                </a:pPr>
                <a:r>
                  <a:rPr lang="en-US" sz="1650" spc="262" baseline="7575" dirty="0">
                    <a:solidFill>
                      <a:srgbClr val="7F7F7F"/>
                    </a:solidFill>
                    <a:latin typeface="Arial Unicode MS"/>
                    <a:cs typeface="Arial Unicode MS"/>
                  </a:rPr>
                  <a:t>▶</a:t>
                </a:r>
                <a:r>
                  <a:rPr lang="en-US" sz="1650" spc="270" baseline="7575" dirty="0">
                    <a:solidFill>
                      <a:srgbClr val="7F7F7F"/>
                    </a:solidFill>
                    <a:latin typeface="Arial Unicode MS"/>
                    <a:cs typeface="Arial Unicode MS"/>
                  </a:rPr>
                  <a:t> </a:t>
                </a:r>
                <a:r>
                  <a:rPr lang="en-US" sz="1100" dirty="0">
                    <a:solidFill>
                      <a:srgbClr val="FFFFFF"/>
                    </a:solidFill>
                    <a:latin typeface="Arial"/>
                    <a:cs typeface="Arial"/>
                  </a:rPr>
                  <a:t>if</a:t>
                </a:r>
                <a:r>
                  <a:rPr lang="en-US" sz="1100" spc="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100" i="1" dirty="0">
                    <a:solidFill>
                      <a:srgbClr val="FFFFFF"/>
                    </a:solidFill>
                    <a:latin typeface="Arial"/>
                    <a:cs typeface="Arial"/>
                  </a:rPr>
                  <a:t>A </a:t>
                </a:r>
                <a:r>
                  <a:rPr lang="en-US" sz="1100" spc="-10" dirty="0">
                    <a:solidFill>
                      <a:srgbClr val="FFFFFF"/>
                    </a:solidFill>
                    <a:latin typeface="Arial"/>
                    <a:cs typeface="Arial"/>
                  </a:rPr>
                  <a:t>is</a:t>
                </a:r>
                <a:r>
                  <a:rPr lang="en-US" sz="1100" dirty="0">
                    <a:solidFill>
                      <a:srgbClr val="FFFFFF"/>
                    </a:solidFill>
                    <a:latin typeface="Arial"/>
                    <a:cs typeface="Arial"/>
                  </a:rPr>
                  <a:t> not</a:t>
                </a:r>
                <a:r>
                  <a:rPr lang="en-US" sz="1100" spc="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100" spc="-10" dirty="0">
                    <a:solidFill>
                      <a:srgbClr val="FFFFFF"/>
                    </a:solidFill>
                    <a:latin typeface="Arial"/>
                    <a:cs typeface="Arial"/>
                  </a:rPr>
                  <a:t>Hurwitz/Schur</a:t>
                </a:r>
                <a:r>
                  <a:rPr lang="en-US" sz="1100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100" spc="-35" dirty="0">
                    <a:solidFill>
                      <a:srgbClr val="FFFFFF"/>
                    </a:solidFill>
                    <a:latin typeface="Arial"/>
                    <a:cs typeface="Arial"/>
                  </a:rPr>
                  <a:t>stable,</a:t>
                </a:r>
                <a:r>
                  <a:rPr lang="en-US" sz="1100" dirty="0">
                    <a:solidFill>
                      <a:srgbClr val="FFFFFF"/>
                    </a:solidFill>
                    <a:latin typeface="Arial"/>
                    <a:cs typeface="Arial"/>
                  </a:rPr>
                  <a:t> the </a:t>
                </a:r>
                <a:r>
                  <a:rPr lang="en-US" sz="1100" spc="-30" dirty="0">
                    <a:solidFill>
                      <a:srgbClr val="FFFFFF"/>
                    </a:solidFill>
                    <a:latin typeface="Arial"/>
                    <a:cs typeface="Arial"/>
                  </a:rPr>
                  <a:t>error</a:t>
                </a:r>
                <a:r>
                  <a:rPr lang="en-US" sz="1100" spc="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100" spc="-10" dirty="0">
                    <a:solidFill>
                      <a:srgbClr val="FFFFFF"/>
                    </a:solidFill>
                    <a:latin typeface="Arial"/>
                    <a:cs typeface="Arial"/>
                  </a:rPr>
                  <a:t>diverges</a:t>
                </a:r>
                <a:endParaRPr lang="en-US" sz="1100" dirty="0">
                  <a:latin typeface="Arial"/>
                  <a:cs typeface="Arial"/>
                </a:endParaRPr>
              </a:p>
              <a:p>
                <a:pPr marL="38100">
                  <a:lnSpc>
                    <a:spcPct val="100000"/>
                  </a:lnSpc>
                  <a:spcBef>
                    <a:spcPts val="270"/>
                  </a:spcBef>
                </a:pPr>
                <a:r>
                  <a:rPr lang="en-US" sz="1800" spc="300" baseline="4629" dirty="0">
                    <a:solidFill>
                      <a:srgbClr val="7F7F7F"/>
                    </a:solidFill>
                    <a:latin typeface="Arial Unicode MS"/>
                    <a:cs typeface="Arial Unicode MS"/>
                  </a:rPr>
                  <a:t>▶</a:t>
                </a:r>
                <a:r>
                  <a:rPr lang="en-US" sz="1800" spc="195" baseline="4629" dirty="0">
                    <a:solidFill>
                      <a:srgbClr val="7F7F7F"/>
                    </a:solidFill>
                    <a:latin typeface="Arial Unicode MS"/>
                    <a:cs typeface="Arial Unicode MS"/>
                  </a:rPr>
                  <a:t> </a:t>
                </a:r>
                <a:r>
                  <a:rPr lang="en-US" sz="1200" spc="-70" dirty="0">
                    <a:solidFill>
                      <a:srgbClr val="FFFFFF"/>
                    </a:solidFill>
                    <a:latin typeface="Arial"/>
                    <a:cs typeface="Arial"/>
                  </a:rPr>
                  <a:t>open-</a:t>
                </a:r>
                <a:r>
                  <a:rPr lang="en-US" sz="1200" spc="-30" dirty="0">
                    <a:solidFill>
                      <a:srgbClr val="FFFFFF"/>
                    </a:solidFill>
                    <a:latin typeface="Arial"/>
                    <a:cs typeface="Arial"/>
                  </a:rPr>
                  <a:t>loop</a:t>
                </a:r>
                <a:r>
                  <a:rPr lang="en-US" sz="1200" spc="-1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spc="-85" dirty="0">
                    <a:solidFill>
                      <a:srgbClr val="FFFFFF"/>
                    </a:solidFill>
                    <a:latin typeface="Arial"/>
                    <a:cs typeface="Arial"/>
                  </a:rPr>
                  <a:t>observers</a:t>
                </a:r>
                <a:r>
                  <a:rPr lang="en-US" sz="1200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spc="-10" dirty="0">
                    <a:solidFill>
                      <a:srgbClr val="FFFFFF"/>
                    </a:solidFill>
                    <a:latin typeface="Arial"/>
                    <a:cs typeface="Arial"/>
                  </a:rPr>
                  <a:t>look </a:t>
                </a:r>
                <a:r>
                  <a:rPr lang="en-US" sz="1200" spc="-55" dirty="0">
                    <a:solidFill>
                      <a:srgbClr val="FFFFFF"/>
                    </a:solidFill>
                    <a:latin typeface="Arial"/>
                    <a:cs typeface="Arial"/>
                  </a:rPr>
                  <a:t>simple</a:t>
                </a:r>
                <a:r>
                  <a:rPr lang="en-US" sz="1200" spc="-1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dirty="0">
                    <a:solidFill>
                      <a:srgbClr val="FFFFFF"/>
                    </a:solidFill>
                    <a:latin typeface="Arial"/>
                    <a:cs typeface="Arial"/>
                  </a:rPr>
                  <a:t>but</a:t>
                </a:r>
                <a:r>
                  <a:rPr lang="en-US" sz="1200" spc="-1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spc="-10" dirty="0">
                    <a:solidFill>
                      <a:srgbClr val="FFFFFF"/>
                    </a:solidFill>
                    <a:latin typeface="Arial"/>
                    <a:cs typeface="Arial"/>
                  </a:rPr>
                  <a:t>do</a:t>
                </a:r>
                <a:r>
                  <a:rPr lang="en-US" sz="1200" spc="-1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dirty="0">
                    <a:solidFill>
                      <a:srgbClr val="FFFFFF"/>
                    </a:solidFill>
                    <a:latin typeface="Arial"/>
                    <a:cs typeface="Arial"/>
                  </a:rPr>
                  <a:t>not</a:t>
                </a:r>
                <a:r>
                  <a:rPr lang="en-US" sz="1200" spc="-10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spc="-40" dirty="0">
                    <a:solidFill>
                      <a:srgbClr val="FFFFFF"/>
                    </a:solidFill>
                    <a:latin typeface="Arial"/>
                    <a:cs typeface="Arial"/>
                  </a:rPr>
                  <a:t>work</a:t>
                </a:r>
                <a:r>
                  <a:rPr lang="en-US" sz="1200" spc="-1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dirty="0">
                    <a:solidFill>
                      <a:srgbClr val="FFFFFF"/>
                    </a:solidFill>
                    <a:latin typeface="Arial"/>
                    <a:cs typeface="Arial"/>
                  </a:rPr>
                  <a:t>in</a:t>
                </a:r>
                <a:r>
                  <a:rPr lang="en-US" sz="1200" spc="-1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spc="-10" dirty="0">
                    <a:solidFill>
                      <a:srgbClr val="FFFFFF"/>
                    </a:solidFill>
                    <a:latin typeface="Arial"/>
                    <a:cs typeface="Arial"/>
                  </a:rPr>
                  <a:t>practice</a:t>
                </a:r>
                <a:endParaRPr sz="1200" dirty="0">
                  <a:latin typeface="Arial"/>
                  <a:cs typeface="Arial"/>
                </a:endParaRPr>
              </a:p>
            </p:txBody>
          </p:sp>
        </mc:Choice>
        <mc:Fallback xmlns="">
          <p:sp>
            <p:nvSpPr>
              <p:cNvPr id="11" name="object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442" y="1724914"/>
                <a:ext cx="4223208" cy="1552348"/>
              </a:xfrm>
              <a:prstGeom prst="rect">
                <a:avLst/>
              </a:prstGeom>
              <a:blipFill>
                <a:blip r:embed="rId2"/>
                <a:stretch>
                  <a:fillRect l="-1299" b="-47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object 12"/>
          <p:cNvSpPr/>
          <p:nvPr/>
        </p:nvSpPr>
        <p:spPr>
          <a:xfrm>
            <a:off x="0" y="3346284"/>
            <a:ext cx="4608195" cy="109855"/>
          </a:xfrm>
          <a:custGeom>
            <a:avLst/>
            <a:gdLst/>
            <a:ahLst/>
            <a:cxnLst/>
            <a:rect l="l" t="t" r="r" b="b"/>
            <a:pathLst>
              <a:path w="4608195" h="109854">
                <a:moveTo>
                  <a:pt x="4607928" y="0"/>
                </a:moveTo>
                <a:lnTo>
                  <a:pt x="3071939" y="0"/>
                </a:lnTo>
                <a:lnTo>
                  <a:pt x="1535963" y="0"/>
                </a:lnTo>
                <a:lnTo>
                  <a:pt x="0" y="0"/>
                </a:lnTo>
                <a:lnTo>
                  <a:pt x="0" y="109715"/>
                </a:lnTo>
                <a:lnTo>
                  <a:pt x="1535963" y="109715"/>
                </a:lnTo>
                <a:lnTo>
                  <a:pt x="3071939" y="109715"/>
                </a:lnTo>
                <a:lnTo>
                  <a:pt x="4607928" y="109715"/>
                </a:lnTo>
                <a:lnTo>
                  <a:pt x="4607928" y="0"/>
                </a:lnTo>
                <a:close/>
              </a:path>
            </a:pathLst>
          </a:custGeom>
          <a:solidFill>
            <a:srgbClr val="1919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0" dirty="0"/>
              <a:t>Mod</a:t>
            </a:r>
            <a:r>
              <a:rPr spc="125" dirty="0"/>
              <a:t> </a:t>
            </a:r>
            <a:r>
              <a:rPr spc="10" dirty="0"/>
              <a:t>Ctrl</a:t>
            </a:r>
            <a:r>
              <a:rPr spc="130" dirty="0"/>
              <a:t> </a:t>
            </a:r>
            <a:r>
              <a:rPr spc="10" dirty="0"/>
              <a:t>Intro</a:t>
            </a:r>
            <a:r>
              <a:rPr spc="415" dirty="0"/>
              <a:t> </a:t>
            </a:r>
            <a:r>
              <a:rPr spc="50" dirty="0"/>
              <a:t>(w</a:t>
            </a:r>
            <a:r>
              <a:rPr spc="125" dirty="0"/>
              <a:t> </a:t>
            </a:r>
            <a:r>
              <a:rPr spc="10" dirty="0"/>
              <a:t>Matlab</a:t>
            </a:r>
            <a:r>
              <a:rPr spc="130" dirty="0"/>
              <a:t> </a:t>
            </a:r>
            <a:r>
              <a:rPr spc="125" dirty="0"/>
              <a:t>&amp;</a:t>
            </a:r>
            <a:r>
              <a:rPr spc="130" dirty="0"/>
              <a:t> </a:t>
            </a:r>
            <a:r>
              <a:rPr spc="-10" dirty="0"/>
              <a:t>Python)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665249" y="3338410"/>
            <a:ext cx="1277620" cy="1225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00" dirty="0">
                <a:solidFill>
                  <a:srgbClr val="BF447D"/>
                </a:solidFill>
                <a:latin typeface="Arial"/>
                <a:cs typeface="Arial"/>
                <a:hlinkClick r:id="rId3" action="ppaction://hlinksldjump"/>
              </a:rPr>
              <a:t>Observers</a:t>
            </a:r>
            <a:r>
              <a:rPr sz="600" spc="135" dirty="0">
                <a:solidFill>
                  <a:srgbClr val="BF447D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600" dirty="0">
                <a:solidFill>
                  <a:srgbClr val="BF447D"/>
                </a:solidFill>
                <a:latin typeface="Arial"/>
                <a:cs typeface="Arial"/>
                <a:hlinkClick r:id="rId3" action="ppaction://hlinksldjump"/>
              </a:rPr>
              <a:t>and</a:t>
            </a:r>
            <a:r>
              <a:rPr sz="600" spc="140" dirty="0">
                <a:solidFill>
                  <a:srgbClr val="BF447D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600" dirty="0">
                <a:solidFill>
                  <a:srgbClr val="BF447D"/>
                </a:solidFill>
                <a:latin typeface="Arial"/>
                <a:cs typeface="Arial"/>
                <a:hlinkClick r:id="rId3" action="ppaction://hlinksldjump"/>
              </a:rPr>
              <a:t>Observer</a:t>
            </a:r>
            <a:r>
              <a:rPr sz="600" spc="140" dirty="0">
                <a:solidFill>
                  <a:srgbClr val="BF447D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600" dirty="0">
                <a:solidFill>
                  <a:srgbClr val="BF447D"/>
                </a:solidFill>
                <a:latin typeface="Arial"/>
                <a:cs typeface="Arial"/>
                <a:hlinkClick r:id="rId3" action="ppaction://hlinksldjump"/>
              </a:rPr>
              <a:t>State</a:t>
            </a:r>
            <a:r>
              <a:rPr sz="600" spc="140" dirty="0">
                <a:solidFill>
                  <a:srgbClr val="BF447D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600" spc="30" dirty="0">
                <a:solidFill>
                  <a:srgbClr val="BF447D"/>
                </a:solidFill>
                <a:latin typeface="Arial"/>
                <a:cs typeface="Arial"/>
                <a:hlinkClick r:id="rId3" action="ppaction://hlinksldjump"/>
              </a:rPr>
              <a:t>FB</a:t>
            </a:r>
            <a:endParaRPr sz="6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319727" y="3338410"/>
            <a:ext cx="233679" cy="1225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00" dirty="0">
                <a:solidFill>
                  <a:srgbClr val="E5E5E5"/>
                </a:solidFill>
                <a:latin typeface="Arial"/>
                <a:cs typeface="Arial"/>
              </a:rPr>
              <a:t>3</a:t>
            </a:r>
            <a:r>
              <a:rPr sz="600" spc="-45" dirty="0">
                <a:solidFill>
                  <a:srgbClr val="E5E5E5"/>
                </a:solidFill>
                <a:latin typeface="Arial"/>
                <a:cs typeface="Arial"/>
              </a:rPr>
              <a:t> </a:t>
            </a:r>
            <a:r>
              <a:rPr sz="600" spc="185" dirty="0">
                <a:solidFill>
                  <a:srgbClr val="E5E5E5"/>
                </a:solidFill>
                <a:latin typeface="Arial"/>
                <a:cs typeface="Arial"/>
              </a:rPr>
              <a:t>/</a:t>
            </a:r>
            <a:r>
              <a:rPr sz="600" spc="-45" dirty="0">
                <a:solidFill>
                  <a:srgbClr val="E5E5E5"/>
                </a:solidFill>
                <a:latin typeface="Arial"/>
                <a:cs typeface="Arial"/>
              </a:rPr>
              <a:t> </a:t>
            </a:r>
            <a:r>
              <a:rPr sz="600" spc="-25" dirty="0">
                <a:solidFill>
                  <a:srgbClr val="E5E5E5"/>
                </a:solidFill>
                <a:latin typeface="Arial"/>
                <a:cs typeface="Arial"/>
              </a:rPr>
              <a:t>27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60916"/>
            <a:ext cx="3662679" cy="2882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130" dirty="0"/>
              <a:t>Luenberger</a:t>
            </a:r>
            <a:r>
              <a:rPr spc="40" dirty="0"/>
              <a:t> </a:t>
            </a:r>
            <a:r>
              <a:rPr spc="-105" dirty="0"/>
              <a:t>(closed-</a:t>
            </a:r>
            <a:r>
              <a:rPr spc="-40" dirty="0"/>
              <a:t>loop)</a:t>
            </a:r>
            <a:r>
              <a:rPr spc="40" dirty="0"/>
              <a:t> </a:t>
            </a:r>
            <a:r>
              <a:rPr spc="-140" dirty="0"/>
              <a:t>observer</a:t>
            </a:r>
            <a:r>
              <a:rPr spc="40" dirty="0"/>
              <a:t> </a:t>
            </a:r>
            <a:r>
              <a:rPr spc="-85" dirty="0"/>
              <a:t>concept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object 3"/>
              <p:cNvSpPr txBox="1"/>
              <p:nvPr/>
            </p:nvSpPr>
            <p:spPr>
              <a:xfrm>
                <a:off x="202742" y="533930"/>
                <a:ext cx="4307205" cy="1347933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50800">
                  <a:lnSpc>
                    <a:spcPct val="100000"/>
                  </a:lnSpc>
                  <a:spcBef>
                    <a:spcPts val="95"/>
                  </a:spcBef>
                </a:pPr>
                <a:r>
                  <a:rPr lang="en-US" sz="1800" spc="300" baseline="4629" dirty="0">
                    <a:solidFill>
                      <a:srgbClr val="7F7F7F"/>
                    </a:solidFill>
                    <a:latin typeface="Arial Unicode MS"/>
                    <a:cs typeface="Arial Unicode MS"/>
                  </a:rPr>
                  <a:t>▶</a:t>
                </a:r>
                <a:r>
                  <a:rPr lang="en-US" sz="1800" spc="330" baseline="4629" dirty="0">
                    <a:solidFill>
                      <a:srgbClr val="7F7F7F"/>
                    </a:solidFill>
                    <a:latin typeface="Arial Unicode MS"/>
                    <a:cs typeface="Arial Unicode MS"/>
                  </a:rPr>
                  <a:t> </a:t>
                </a:r>
                <a:r>
                  <a:rPr lang="en-US" sz="1200" spc="-60" dirty="0">
                    <a:solidFill>
                      <a:srgbClr val="FFFFFF"/>
                    </a:solidFill>
                    <a:latin typeface="Arial"/>
                    <a:cs typeface="Arial"/>
                  </a:rPr>
                  <a:t>given</a:t>
                </a:r>
                <a:r>
                  <a:rPr lang="en-US" sz="1200" spc="40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spc="-85" dirty="0">
                    <a:solidFill>
                      <a:srgbClr val="FFFFFF"/>
                    </a:solidFill>
                    <a:latin typeface="Arial"/>
                    <a:cs typeface="Arial"/>
                  </a:rPr>
                  <a:t>system</a:t>
                </a:r>
                <a:r>
                  <a:rPr lang="en-US" sz="1200" spc="3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spc="-10" dirty="0">
                    <a:solidFill>
                      <a:srgbClr val="FFFFFF"/>
                    </a:solidFill>
                    <a:latin typeface="Arial"/>
                    <a:cs typeface="Arial"/>
                  </a:rPr>
                  <a:t>dynamics</a:t>
                </a:r>
                <a:endParaRPr lang="en-US" sz="1200" dirty="0">
                  <a:latin typeface="Arial"/>
                  <a:cs typeface="Arial"/>
                </a:endParaRPr>
              </a:p>
              <a:p>
                <a:pPr marL="788035">
                  <a:lnSpc>
                    <a:spcPct val="100000"/>
                  </a:lnSpc>
                  <a:spcBef>
                    <a:spcPts val="1200"/>
                  </a:spcBef>
                </a:pP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altLang="zh-CN" sz="1200" b="0" i="1" spc="-245" dirty="0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</m:ctrlPr>
                      </m:accPr>
                      <m:e>
                        <m:r>
                          <a:rPr lang="zh-CN" altLang="en-US" sz="1200" b="0" i="1" spc="-245" dirty="0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sz="1200" spc="200" dirty="0">
                    <a:solidFill>
                      <a:srgbClr val="FFFFFF"/>
                    </a:solidFill>
                    <a:latin typeface="Arial"/>
                    <a:cs typeface="Arial"/>
                  </a:rPr>
                  <a:t> =</a:t>
                </a:r>
                <a:r>
                  <a:rPr lang="en-US" sz="1200" spc="-5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i="1" dirty="0">
                    <a:solidFill>
                      <a:srgbClr val="FFFFFF"/>
                    </a:solidFill>
                    <a:latin typeface="Arial"/>
                    <a:cs typeface="Arial"/>
                  </a:rPr>
                  <a:t>Ax</a:t>
                </a:r>
                <a:r>
                  <a:rPr lang="en-US" sz="1200" i="1" spc="30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spc="200" dirty="0">
                    <a:solidFill>
                      <a:srgbClr val="FFFFFF"/>
                    </a:solidFill>
                    <a:latin typeface="Arial"/>
                    <a:cs typeface="Arial"/>
                  </a:rPr>
                  <a:t>+</a:t>
                </a:r>
                <a:r>
                  <a:rPr lang="en-US" sz="1200" spc="-7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i="1" dirty="0">
                    <a:solidFill>
                      <a:srgbClr val="FFFFFF"/>
                    </a:solidFill>
                    <a:latin typeface="Arial"/>
                    <a:cs typeface="Arial"/>
                  </a:rPr>
                  <a:t>Bu</a:t>
                </a:r>
                <a:r>
                  <a:rPr lang="en-US" sz="1200" i="1" dirty="0">
                    <a:solidFill>
                      <a:srgbClr val="FFFFFF"/>
                    </a:solidFill>
                    <a:latin typeface="Times New Roman"/>
                    <a:cs typeface="Times New Roman"/>
                  </a:rPr>
                  <a:t>,</a:t>
                </a:r>
                <a:r>
                  <a:rPr lang="en-US" sz="1200" i="1" spc="275" dirty="0">
                    <a:solidFill>
                      <a:srgbClr val="FFFFFF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US" sz="1200" i="1" spc="-75" dirty="0">
                    <a:solidFill>
                      <a:srgbClr val="FFFFFF"/>
                    </a:solidFill>
                    <a:latin typeface="Arial"/>
                    <a:cs typeface="Arial"/>
                  </a:rPr>
                  <a:t>x</a:t>
                </a:r>
                <a:r>
                  <a:rPr lang="en-US" sz="1200" i="1" spc="-22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dirty="0">
                    <a:solidFill>
                      <a:srgbClr val="FFFFFF"/>
                    </a:solidFill>
                    <a:latin typeface="Arial"/>
                    <a:cs typeface="Arial"/>
                  </a:rPr>
                  <a:t>(0)</a:t>
                </a:r>
                <a:r>
                  <a:rPr lang="en-US" sz="1200" spc="-1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spc="200" dirty="0">
                    <a:solidFill>
                      <a:srgbClr val="FFFFFF"/>
                    </a:solidFill>
                    <a:latin typeface="Arial"/>
                    <a:cs typeface="Arial"/>
                  </a:rPr>
                  <a:t>=</a:t>
                </a:r>
                <a:r>
                  <a:rPr lang="en-US" sz="1200" spc="-1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i="1" dirty="0">
                    <a:solidFill>
                      <a:srgbClr val="FFFFFF"/>
                    </a:solidFill>
                    <a:latin typeface="Arial"/>
                    <a:cs typeface="Arial"/>
                  </a:rPr>
                  <a:t>x</a:t>
                </a:r>
                <a:r>
                  <a:rPr lang="en-US" sz="1200" baseline="-13888" dirty="0">
                    <a:solidFill>
                      <a:srgbClr val="FFFFFF"/>
                    </a:solidFill>
                    <a:latin typeface="Arial"/>
                    <a:cs typeface="Arial"/>
                  </a:rPr>
                  <a:t>0</a:t>
                </a:r>
                <a:r>
                  <a:rPr lang="en-US" sz="1200" i="1" dirty="0">
                    <a:solidFill>
                      <a:srgbClr val="FFFFFF"/>
                    </a:solidFill>
                    <a:latin typeface="Times New Roman"/>
                    <a:cs typeface="Times New Roman"/>
                  </a:rPr>
                  <a:t>,</a:t>
                </a:r>
                <a:r>
                  <a:rPr lang="en-US" sz="1200" i="1" spc="275" dirty="0">
                    <a:solidFill>
                      <a:srgbClr val="FFFFFF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US" sz="1200" i="1" dirty="0">
                    <a:solidFill>
                      <a:srgbClr val="FFFFFF"/>
                    </a:solidFill>
                    <a:latin typeface="Arial"/>
                    <a:cs typeface="Arial"/>
                  </a:rPr>
                  <a:t>A</a:t>
                </a:r>
                <a:r>
                  <a:rPr lang="en-US" sz="1200" i="1" spc="-1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spc="65" dirty="0">
                    <a:solidFill>
                      <a:srgbClr val="FFFFFF"/>
                    </a:solidFill>
                    <a:latin typeface="Menlo"/>
                    <a:cs typeface="Menlo"/>
                  </a:rPr>
                  <a:t>∈</a:t>
                </a:r>
                <a:r>
                  <a:rPr lang="en-US" sz="1200" i="1" spc="-390" dirty="0">
                    <a:solidFill>
                      <a:srgbClr val="FFFFFF"/>
                    </a:solidFill>
                    <a:latin typeface="Menlo"/>
                    <a:cs typeface="Menlo"/>
                  </a:rPr>
                  <a:t> </a:t>
                </a:r>
                <a:r>
                  <a:rPr lang="en-US" sz="1200" spc="55" dirty="0">
                    <a:solidFill>
                      <a:srgbClr val="FFFFFF"/>
                    </a:solidFill>
                    <a:latin typeface="Times New Roman"/>
                    <a:cs typeface="Times New Roman"/>
                  </a:rPr>
                  <a:t>R</a:t>
                </a:r>
                <a:r>
                  <a:rPr lang="en-US" sz="1200" i="1" spc="82" baseline="34722" dirty="0">
                    <a:solidFill>
                      <a:srgbClr val="FFFFFF"/>
                    </a:solidFill>
                    <a:latin typeface="Arial"/>
                    <a:cs typeface="Arial"/>
                  </a:rPr>
                  <a:t>n</a:t>
                </a:r>
                <a:r>
                  <a:rPr lang="en-US" sz="1200" i="1" spc="82" baseline="34722" dirty="0">
                    <a:solidFill>
                      <a:srgbClr val="FFFFFF"/>
                    </a:solidFill>
                    <a:latin typeface="Hack"/>
                    <a:cs typeface="Hack"/>
                  </a:rPr>
                  <a:t>×</a:t>
                </a:r>
                <a:r>
                  <a:rPr lang="en-US" sz="1200" i="1" spc="82" baseline="34722" dirty="0">
                    <a:solidFill>
                      <a:srgbClr val="FFFFFF"/>
                    </a:solidFill>
                    <a:latin typeface="Arial"/>
                    <a:cs typeface="Arial"/>
                  </a:rPr>
                  <a:t>n</a:t>
                </a:r>
                <a:r>
                  <a:rPr lang="en-US" sz="1200" i="1" spc="55" dirty="0">
                    <a:solidFill>
                      <a:srgbClr val="FFFFFF"/>
                    </a:solidFill>
                    <a:latin typeface="Times New Roman"/>
                    <a:cs typeface="Times New Roman"/>
                  </a:rPr>
                  <a:t>,</a:t>
                </a:r>
                <a:r>
                  <a:rPr lang="en-US" sz="1200" i="1" spc="-100" dirty="0">
                    <a:solidFill>
                      <a:srgbClr val="FFFFFF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US" sz="1200" i="1" dirty="0">
                    <a:solidFill>
                      <a:srgbClr val="FFFFFF"/>
                    </a:solidFill>
                    <a:latin typeface="Arial"/>
                    <a:cs typeface="Arial"/>
                  </a:rPr>
                  <a:t>B</a:t>
                </a:r>
                <a:r>
                  <a:rPr lang="en-US" sz="1200" i="1" spc="8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spc="65" dirty="0">
                    <a:solidFill>
                      <a:srgbClr val="FFFFFF"/>
                    </a:solidFill>
                    <a:latin typeface="Menlo"/>
                    <a:cs typeface="Menlo"/>
                  </a:rPr>
                  <a:t>∈</a:t>
                </a:r>
                <a:r>
                  <a:rPr lang="en-US" sz="1200" i="1" spc="-390" dirty="0">
                    <a:solidFill>
                      <a:srgbClr val="FFFFFF"/>
                    </a:solidFill>
                    <a:latin typeface="Menlo"/>
                    <a:cs typeface="Menlo"/>
                  </a:rPr>
                  <a:t> </a:t>
                </a:r>
                <a:r>
                  <a:rPr lang="en-US" sz="1200" spc="40" dirty="0">
                    <a:solidFill>
                      <a:srgbClr val="FFFFFF"/>
                    </a:solidFill>
                    <a:latin typeface="Times New Roman"/>
                    <a:cs typeface="Times New Roman"/>
                  </a:rPr>
                  <a:t>R</a:t>
                </a:r>
                <a:r>
                  <a:rPr lang="en-US" sz="1200" i="1" spc="60" baseline="34722" dirty="0">
                    <a:solidFill>
                      <a:srgbClr val="FFFFFF"/>
                    </a:solidFill>
                    <a:latin typeface="Arial"/>
                    <a:cs typeface="Arial"/>
                  </a:rPr>
                  <a:t>n</a:t>
                </a:r>
                <a:r>
                  <a:rPr lang="en-US" sz="1200" i="1" spc="60" baseline="34722" dirty="0">
                    <a:solidFill>
                      <a:srgbClr val="FFFFFF"/>
                    </a:solidFill>
                    <a:latin typeface="Hack"/>
                    <a:cs typeface="Hack"/>
                  </a:rPr>
                  <a:t>×</a:t>
                </a:r>
                <a:r>
                  <a:rPr lang="en-US" sz="1200" i="1" spc="60" baseline="34722" dirty="0">
                    <a:solidFill>
                      <a:srgbClr val="FFFFFF"/>
                    </a:solidFill>
                    <a:latin typeface="Arial"/>
                    <a:cs typeface="Arial"/>
                  </a:rPr>
                  <a:t>r</a:t>
                </a:r>
                <a:endParaRPr lang="en-US" sz="1200" baseline="34722" dirty="0">
                  <a:latin typeface="Arial"/>
                  <a:cs typeface="Arial"/>
                </a:endParaRPr>
              </a:p>
              <a:p>
                <a:pPr marL="785495">
                  <a:lnSpc>
                    <a:spcPct val="100000"/>
                  </a:lnSpc>
                  <a:spcBef>
                    <a:spcPts val="305"/>
                  </a:spcBef>
                </a:pPr>
                <a:r>
                  <a:rPr lang="en-US" sz="1200" i="1" dirty="0">
                    <a:solidFill>
                      <a:srgbClr val="FFFFFF"/>
                    </a:solidFill>
                    <a:latin typeface="Arial"/>
                    <a:cs typeface="Arial"/>
                  </a:rPr>
                  <a:t>y</a:t>
                </a:r>
                <a:r>
                  <a:rPr lang="en-US" sz="1200" i="1" spc="50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spc="200" dirty="0">
                    <a:solidFill>
                      <a:srgbClr val="FFFFFF"/>
                    </a:solidFill>
                    <a:latin typeface="Arial"/>
                    <a:cs typeface="Arial"/>
                  </a:rPr>
                  <a:t>=</a:t>
                </a:r>
                <a:r>
                  <a:rPr lang="en-US" sz="1200" spc="-30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i="1" dirty="0">
                    <a:solidFill>
                      <a:srgbClr val="FFFFFF"/>
                    </a:solidFill>
                    <a:latin typeface="Arial"/>
                    <a:cs typeface="Arial"/>
                  </a:rPr>
                  <a:t>Cx</a:t>
                </a:r>
                <a:r>
                  <a:rPr lang="en-US" sz="1200" i="1" dirty="0">
                    <a:solidFill>
                      <a:srgbClr val="FFFFFF"/>
                    </a:solidFill>
                    <a:latin typeface="Times New Roman"/>
                    <a:cs typeface="Times New Roman"/>
                  </a:rPr>
                  <a:t>,</a:t>
                </a:r>
                <a:r>
                  <a:rPr lang="en-US" sz="1200" i="1" spc="235" dirty="0">
                    <a:solidFill>
                      <a:srgbClr val="FFFFFF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US" sz="1200" i="1" dirty="0">
                    <a:solidFill>
                      <a:srgbClr val="FFFFFF"/>
                    </a:solidFill>
                    <a:latin typeface="Arial"/>
                    <a:cs typeface="Arial"/>
                  </a:rPr>
                  <a:t>y</a:t>
                </a:r>
                <a:r>
                  <a:rPr lang="en-US" sz="1200" i="1" spc="8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spc="65" dirty="0">
                    <a:solidFill>
                      <a:srgbClr val="FFFFFF"/>
                    </a:solidFill>
                    <a:latin typeface="Menlo"/>
                    <a:cs typeface="Menlo"/>
                  </a:rPr>
                  <a:t>∈</a:t>
                </a:r>
                <a:r>
                  <a:rPr lang="en-US" sz="1200" spc="-390" dirty="0">
                    <a:solidFill>
                      <a:srgbClr val="FFFFFF"/>
                    </a:solidFill>
                    <a:latin typeface="Menlo"/>
                    <a:cs typeface="Menlo"/>
                  </a:rPr>
                  <a:t> </a:t>
                </a:r>
                <a:r>
                  <a:rPr lang="en-US" sz="1200" spc="35" dirty="0">
                    <a:solidFill>
                      <a:srgbClr val="FFFFFF"/>
                    </a:solidFill>
                    <a:latin typeface="Times New Roman"/>
                    <a:cs typeface="Times New Roman"/>
                  </a:rPr>
                  <a:t>R</a:t>
                </a:r>
                <a:r>
                  <a:rPr lang="en-US" sz="1200" i="1" spc="52" baseline="34722" dirty="0">
                    <a:solidFill>
                      <a:srgbClr val="FFFFFF"/>
                    </a:solidFill>
                    <a:latin typeface="Arial"/>
                    <a:cs typeface="Arial"/>
                  </a:rPr>
                  <a:t>m</a:t>
                </a:r>
                <a:r>
                  <a:rPr lang="en-US" sz="1200" i="1" spc="52" baseline="34722" dirty="0">
                    <a:solidFill>
                      <a:srgbClr val="FFFFFF"/>
                    </a:solidFill>
                    <a:latin typeface="Hack"/>
                    <a:cs typeface="Hack"/>
                  </a:rPr>
                  <a:t>×</a:t>
                </a:r>
                <a:r>
                  <a:rPr lang="en-US" sz="1200" i="1" spc="52" baseline="34722" dirty="0">
                    <a:solidFill>
                      <a:srgbClr val="FFFFFF"/>
                    </a:solidFill>
                    <a:latin typeface="Arial"/>
                    <a:cs typeface="Arial"/>
                  </a:rPr>
                  <a:t>n</a:t>
                </a:r>
                <a:endParaRPr lang="en-US" sz="1200" baseline="34722" dirty="0">
                  <a:latin typeface="Arial"/>
                  <a:cs typeface="Arial"/>
                </a:endParaRPr>
              </a:p>
              <a:p>
                <a:pPr>
                  <a:lnSpc>
                    <a:spcPct val="100000"/>
                  </a:lnSpc>
                  <a:spcBef>
                    <a:spcPts val="114"/>
                  </a:spcBef>
                </a:pPr>
                <a:endParaRPr lang="en-US" sz="1200" dirty="0">
                  <a:latin typeface="Arial"/>
                  <a:cs typeface="Arial"/>
                </a:endParaRPr>
              </a:p>
              <a:p>
                <a:pPr marL="243204" marR="43180" indent="-193040">
                  <a:lnSpc>
                    <a:spcPct val="100000"/>
                  </a:lnSpc>
                </a:pPr>
                <a:r>
                  <a:rPr lang="en-US" sz="1800" spc="300" baseline="4629" dirty="0">
                    <a:solidFill>
                      <a:srgbClr val="7F7F7F"/>
                    </a:solidFill>
                    <a:latin typeface="Arial Unicode MS"/>
                    <a:cs typeface="Arial Unicode MS"/>
                  </a:rPr>
                  <a:t>▶</a:t>
                </a:r>
                <a:r>
                  <a:rPr lang="en-US" sz="1800" spc="307" baseline="4629" dirty="0">
                    <a:solidFill>
                      <a:srgbClr val="7F7F7F"/>
                    </a:solidFill>
                    <a:latin typeface="Arial Unicode MS"/>
                    <a:cs typeface="Arial Unicode MS"/>
                  </a:rPr>
                  <a:t> </a:t>
                </a:r>
                <a:r>
                  <a:rPr lang="en-US" sz="1200" dirty="0">
                    <a:solidFill>
                      <a:srgbClr val="FFFFFF"/>
                    </a:solidFill>
                    <a:latin typeface="Arial"/>
                    <a:cs typeface="Arial"/>
                  </a:rPr>
                  <a:t>in</a:t>
                </a:r>
                <a:r>
                  <a:rPr lang="en-US" sz="1200" spc="1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spc="-40" dirty="0">
                    <a:solidFill>
                      <a:srgbClr val="FFFFFF"/>
                    </a:solidFill>
                    <a:latin typeface="Arial"/>
                    <a:cs typeface="Arial"/>
                  </a:rPr>
                  <a:t>contrast</a:t>
                </a:r>
                <a:r>
                  <a:rPr lang="en-US" sz="1200" spc="10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dirty="0">
                    <a:solidFill>
                      <a:srgbClr val="FFFFFF"/>
                    </a:solidFill>
                    <a:latin typeface="Arial"/>
                    <a:cs typeface="Arial"/>
                  </a:rPr>
                  <a:t>to</a:t>
                </a:r>
                <a:r>
                  <a:rPr lang="en-US" sz="1200" spc="1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spc="-70" dirty="0">
                    <a:solidFill>
                      <a:srgbClr val="FFFFFF"/>
                    </a:solidFill>
                    <a:latin typeface="Arial"/>
                    <a:cs typeface="Arial"/>
                  </a:rPr>
                  <a:t>open-</a:t>
                </a:r>
                <a:r>
                  <a:rPr lang="en-US" sz="1200" spc="-40" dirty="0">
                    <a:solidFill>
                      <a:srgbClr val="FFFFFF"/>
                    </a:solidFill>
                    <a:latin typeface="Arial"/>
                    <a:cs typeface="Arial"/>
                  </a:rPr>
                  <a:t>loop</a:t>
                </a:r>
                <a:r>
                  <a:rPr lang="en-US" sz="1200" spc="1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spc="-85" dirty="0">
                    <a:solidFill>
                      <a:srgbClr val="FFFFFF"/>
                    </a:solidFill>
                    <a:latin typeface="Arial"/>
                    <a:cs typeface="Arial"/>
                  </a:rPr>
                  <a:t>observers,</a:t>
                </a:r>
                <a:r>
                  <a:rPr lang="en-US" sz="1200" spc="1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spc="-10" dirty="0">
                    <a:solidFill>
                      <a:srgbClr val="FFFFFF"/>
                    </a:solidFill>
                    <a:latin typeface="Arial"/>
                    <a:cs typeface="Arial"/>
                  </a:rPr>
                  <a:t>the</a:t>
                </a:r>
                <a:r>
                  <a:rPr lang="en-US" sz="1200" spc="1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spc="-70" dirty="0">
                    <a:solidFill>
                      <a:srgbClr val="FFFFFF"/>
                    </a:solidFill>
                    <a:latin typeface="Arial"/>
                    <a:cs typeface="Arial"/>
                  </a:rPr>
                  <a:t>Luenberger</a:t>
                </a:r>
                <a:r>
                  <a:rPr lang="en-US" sz="1200" spc="10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spc="-90" dirty="0">
                    <a:solidFill>
                      <a:srgbClr val="FFFFFF"/>
                    </a:solidFill>
                    <a:latin typeface="Arial"/>
                    <a:cs typeface="Arial"/>
                  </a:rPr>
                  <a:t>observer</a:t>
                </a:r>
                <a:r>
                  <a:rPr lang="en-US" sz="1200" spc="1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spc="-45" dirty="0">
                    <a:solidFill>
                      <a:srgbClr val="FFFFFF"/>
                    </a:solidFill>
                    <a:latin typeface="Arial"/>
                    <a:cs typeface="Arial"/>
                  </a:rPr>
                  <a:t>adds </a:t>
                </a:r>
                <a:r>
                  <a:rPr lang="en-US" sz="1200" spc="-40" dirty="0">
                    <a:solidFill>
                      <a:srgbClr val="FFFFFF"/>
                    </a:solidFill>
                    <a:latin typeface="Arial"/>
                    <a:cs typeface="Arial"/>
                  </a:rPr>
                  <a:t>correction</a:t>
                </a:r>
                <a:r>
                  <a:rPr lang="en-US" sz="1200" spc="-4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spc="-105" dirty="0">
                    <a:solidFill>
                      <a:srgbClr val="FFFFFF"/>
                    </a:solidFill>
                    <a:latin typeface="Arial"/>
                    <a:cs typeface="Arial"/>
                  </a:rPr>
                  <a:t>based</a:t>
                </a:r>
                <a:r>
                  <a:rPr lang="en-US" sz="1200" spc="20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spc="-10" dirty="0">
                    <a:solidFill>
                      <a:srgbClr val="FFFFFF"/>
                    </a:solidFill>
                    <a:latin typeface="Arial"/>
                    <a:cs typeface="Arial"/>
                  </a:rPr>
                  <a:t>on</a:t>
                </a:r>
                <a:r>
                  <a:rPr lang="en-US" sz="1200" spc="-7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dirty="0">
                    <a:solidFill>
                      <a:srgbClr val="FFFFFF"/>
                    </a:solidFill>
                    <a:latin typeface="Arial"/>
                    <a:cs typeface="Arial"/>
                  </a:rPr>
                  <a:t>output</a:t>
                </a:r>
                <a:r>
                  <a:rPr lang="en-US" sz="1200" spc="-40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spc="-10" dirty="0">
                    <a:solidFill>
                      <a:srgbClr val="FFFFFF"/>
                    </a:solidFill>
                    <a:latin typeface="Arial"/>
                    <a:cs typeface="Arial"/>
                  </a:rPr>
                  <a:t>differences</a:t>
                </a:r>
                <a:endParaRPr sz="1200" dirty="0">
                  <a:latin typeface="Arial"/>
                  <a:cs typeface="Arial"/>
                </a:endParaRPr>
              </a:p>
            </p:txBody>
          </p:sp>
        </mc:Choice>
        <mc:Fallback>
          <p:sp>
            <p:nvSpPr>
              <p:cNvPr id="3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742" y="533930"/>
                <a:ext cx="4307205" cy="1347933"/>
              </a:xfrm>
              <a:prstGeom prst="rect">
                <a:avLst/>
              </a:prstGeom>
              <a:blipFill>
                <a:blip r:embed="rId2"/>
                <a:stretch>
                  <a:fillRect l="-990" t="-3620" b="-407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10767" y="1980562"/>
            <a:ext cx="2586472" cy="1113259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0" y="3346284"/>
            <a:ext cx="4608195" cy="109855"/>
          </a:xfrm>
          <a:custGeom>
            <a:avLst/>
            <a:gdLst/>
            <a:ahLst/>
            <a:cxnLst/>
            <a:rect l="l" t="t" r="r" b="b"/>
            <a:pathLst>
              <a:path w="4608195" h="109854">
                <a:moveTo>
                  <a:pt x="4607928" y="0"/>
                </a:moveTo>
                <a:lnTo>
                  <a:pt x="3071939" y="0"/>
                </a:lnTo>
                <a:lnTo>
                  <a:pt x="1535963" y="0"/>
                </a:lnTo>
                <a:lnTo>
                  <a:pt x="0" y="0"/>
                </a:lnTo>
                <a:lnTo>
                  <a:pt x="0" y="109715"/>
                </a:lnTo>
                <a:lnTo>
                  <a:pt x="1535963" y="109715"/>
                </a:lnTo>
                <a:lnTo>
                  <a:pt x="3071939" y="109715"/>
                </a:lnTo>
                <a:lnTo>
                  <a:pt x="4607928" y="109715"/>
                </a:lnTo>
                <a:lnTo>
                  <a:pt x="4607928" y="0"/>
                </a:lnTo>
                <a:close/>
              </a:path>
            </a:pathLst>
          </a:custGeom>
          <a:solidFill>
            <a:srgbClr val="1919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0" dirty="0"/>
              <a:t>Mod</a:t>
            </a:r>
            <a:r>
              <a:rPr spc="125" dirty="0"/>
              <a:t> </a:t>
            </a:r>
            <a:r>
              <a:rPr spc="10" dirty="0"/>
              <a:t>Ctrl</a:t>
            </a:r>
            <a:r>
              <a:rPr spc="130" dirty="0"/>
              <a:t> </a:t>
            </a:r>
            <a:r>
              <a:rPr spc="10" dirty="0"/>
              <a:t>Intro</a:t>
            </a:r>
            <a:r>
              <a:rPr spc="415" dirty="0"/>
              <a:t> </a:t>
            </a:r>
            <a:r>
              <a:rPr spc="50" dirty="0"/>
              <a:t>(w</a:t>
            </a:r>
            <a:r>
              <a:rPr spc="125" dirty="0"/>
              <a:t> </a:t>
            </a:r>
            <a:r>
              <a:rPr spc="10" dirty="0"/>
              <a:t>Matlab</a:t>
            </a:r>
            <a:r>
              <a:rPr spc="130" dirty="0"/>
              <a:t> </a:t>
            </a:r>
            <a:r>
              <a:rPr spc="125" dirty="0"/>
              <a:t>&amp;</a:t>
            </a:r>
            <a:r>
              <a:rPr spc="130" dirty="0"/>
              <a:t> </a:t>
            </a:r>
            <a:r>
              <a:rPr spc="-10" dirty="0"/>
              <a:t>Python)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665249" y="3338410"/>
            <a:ext cx="1277620" cy="1225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00" dirty="0">
                <a:solidFill>
                  <a:srgbClr val="BF447D"/>
                </a:solidFill>
                <a:latin typeface="Arial"/>
                <a:cs typeface="Arial"/>
                <a:hlinkClick r:id="rId4" action="ppaction://hlinksldjump"/>
              </a:rPr>
              <a:t>Observers</a:t>
            </a:r>
            <a:r>
              <a:rPr sz="600" spc="135" dirty="0">
                <a:solidFill>
                  <a:srgbClr val="BF447D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600" dirty="0">
                <a:solidFill>
                  <a:srgbClr val="BF447D"/>
                </a:solidFill>
                <a:latin typeface="Arial"/>
                <a:cs typeface="Arial"/>
                <a:hlinkClick r:id="rId4" action="ppaction://hlinksldjump"/>
              </a:rPr>
              <a:t>and</a:t>
            </a:r>
            <a:r>
              <a:rPr sz="600" spc="140" dirty="0">
                <a:solidFill>
                  <a:srgbClr val="BF447D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600" dirty="0">
                <a:solidFill>
                  <a:srgbClr val="BF447D"/>
                </a:solidFill>
                <a:latin typeface="Arial"/>
                <a:cs typeface="Arial"/>
                <a:hlinkClick r:id="rId4" action="ppaction://hlinksldjump"/>
              </a:rPr>
              <a:t>Observer</a:t>
            </a:r>
            <a:r>
              <a:rPr sz="600" spc="140" dirty="0">
                <a:solidFill>
                  <a:srgbClr val="BF447D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600" dirty="0">
                <a:solidFill>
                  <a:srgbClr val="BF447D"/>
                </a:solidFill>
                <a:latin typeface="Arial"/>
                <a:cs typeface="Arial"/>
                <a:hlinkClick r:id="rId4" action="ppaction://hlinksldjump"/>
              </a:rPr>
              <a:t>State</a:t>
            </a:r>
            <a:r>
              <a:rPr sz="600" spc="140" dirty="0">
                <a:solidFill>
                  <a:srgbClr val="BF447D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600" spc="30" dirty="0">
                <a:solidFill>
                  <a:srgbClr val="BF447D"/>
                </a:solidFill>
                <a:latin typeface="Arial"/>
                <a:cs typeface="Arial"/>
                <a:hlinkClick r:id="rId4" action="ppaction://hlinksldjump"/>
              </a:rPr>
              <a:t>FB</a:t>
            </a:r>
            <a:endParaRPr sz="6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319727" y="3338410"/>
            <a:ext cx="233679" cy="1225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00" dirty="0">
                <a:solidFill>
                  <a:srgbClr val="E5E5E5"/>
                </a:solidFill>
                <a:latin typeface="Arial"/>
                <a:cs typeface="Arial"/>
              </a:rPr>
              <a:t>4</a:t>
            </a:r>
            <a:r>
              <a:rPr sz="600" spc="-45" dirty="0">
                <a:solidFill>
                  <a:srgbClr val="E5E5E5"/>
                </a:solidFill>
                <a:latin typeface="Arial"/>
                <a:cs typeface="Arial"/>
              </a:rPr>
              <a:t> </a:t>
            </a:r>
            <a:r>
              <a:rPr sz="600" spc="185" dirty="0">
                <a:solidFill>
                  <a:srgbClr val="E5E5E5"/>
                </a:solidFill>
                <a:latin typeface="Arial"/>
                <a:cs typeface="Arial"/>
              </a:rPr>
              <a:t>/</a:t>
            </a:r>
            <a:r>
              <a:rPr sz="600" spc="-45" dirty="0">
                <a:solidFill>
                  <a:srgbClr val="E5E5E5"/>
                </a:solidFill>
                <a:latin typeface="Arial"/>
                <a:cs typeface="Arial"/>
              </a:rPr>
              <a:t> </a:t>
            </a:r>
            <a:r>
              <a:rPr sz="600" spc="-25" dirty="0">
                <a:solidFill>
                  <a:srgbClr val="E5E5E5"/>
                </a:solidFill>
                <a:latin typeface="Arial"/>
                <a:cs typeface="Arial"/>
              </a:rPr>
              <a:t>27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130" dirty="0"/>
              <a:t>Luenberger</a:t>
            </a:r>
            <a:r>
              <a:rPr spc="40" dirty="0"/>
              <a:t> </a:t>
            </a:r>
            <a:r>
              <a:rPr spc="-105" dirty="0"/>
              <a:t>(closed-</a:t>
            </a:r>
            <a:r>
              <a:rPr spc="-40" dirty="0"/>
              <a:t>loop)</a:t>
            </a:r>
            <a:r>
              <a:rPr spc="40" dirty="0"/>
              <a:t> </a:t>
            </a:r>
            <a:r>
              <a:rPr spc="-140" dirty="0"/>
              <a:t>observer</a:t>
            </a:r>
            <a:r>
              <a:rPr spc="40" dirty="0"/>
              <a:t> </a:t>
            </a:r>
            <a:r>
              <a:rPr spc="-55" dirty="0"/>
              <a:t>algorithm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05777" y="943838"/>
            <a:ext cx="1826260" cy="942340"/>
            <a:chOff x="105777" y="943838"/>
            <a:chExt cx="1826260" cy="942340"/>
          </a:xfrm>
        </p:grpSpPr>
        <p:sp>
          <p:nvSpPr>
            <p:cNvPr id="4" name="object 4"/>
            <p:cNvSpPr/>
            <p:nvPr/>
          </p:nvSpPr>
          <p:spPr>
            <a:xfrm>
              <a:off x="105777" y="943838"/>
              <a:ext cx="1826260" cy="229235"/>
            </a:xfrm>
            <a:custGeom>
              <a:avLst/>
              <a:gdLst/>
              <a:ahLst/>
              <a:cxnLst/>
              <a:rect l="l" t="t" r="r" b="b"/>
              <a:pathLst>
                <a:path w="1826260" h="229234">
                  <a:moveTo>
                    <a:pt x="1775091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228728"/>
                  </a:lnTo>
                  <a:lnTo>
                    <a:pt x="1825892" y="228728"/>
                  </a:lnTo>
                  <a:lnTo>
                    <a:pt x="1825892" y="50800"/>
                  </a:lnTo>
                  <a:lnTo>
                    <a:pt x="1821883" y="31075"/>
                  </a:lnTo>
                  <a:lnTo>
                    <a:pt x="1810969" y="14922"/>
                  </a:lnTo>
                  <a:lnTo>
                    <a:pt x="1794816" y="4008"/>
                  </a:lnTo>
                  <a:lnTo>
                    <a:pt x="177509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5777" y="1159903"/>
              <a:ext cx="1825892" cy="5060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05777" y="1204179"/>
              <a:ext cx="1826260" cy="681990"/>
            </a:xfrm>
            <a:custGeom>
              <a:avLst/>
              <a:gdLst/>
              <a:ahLst/>
              <a:cxnLst/>
              <a:rect l="l" t="t" r="r" b="b"/>
              <a:pathLst>
                <a:path w="1826260" h="681989">
                  <a:moveTo>
                    <a:pt x="1825892" y="0"/>
                  </a:moveTo>
                  <a:lnTo>
                    <a:pt x="0" y="0"/>
                  </a:lnTo>
                  <a:lnTo>
                    <a:pt x="0" y="630690"/>
                  </a:lnTo>
                  <a:lnTo>
                    <a:pt x="4008" y="650415"/>
                  </a:lnTo>
                  <a:lnTo>
                    <a:pt x="14922" y="666568"/>
                  </a:lnTo>
                  <a:lnTo>
                    <a:pt x="31075" y="677482"/>
                  </a:lnTo>
                  <a:lnTo>
                    <a:pt x="50800" y="681491"/>
                  </a:lnTo>
                  <a:lnTo>
                    <a:pt x="1775091" y="681491"/>
                  </a:lnTo>
                  <a:lnTo>
                    <a:pt x="1794816" y="677482"/>
                  </a:lnTo>
                  <a:lnTo>
                    <a:pt x="1810969" y="666568"/>
                  </a:lnTo>
                  <a:lnTo>
                    <a:pt x="1821883" y="650415"/>
                  </a:lnTo>
                  <a:lnTo>
                    <a:pt x="1825892" y="630690"/>
                  </a:lnTo>
                  <a:lnTo>
                    <a:pt x="182589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/>
          <p:nvPr/>
        </p:nvSpPr>
        <p:spPr>
          <a:xfrm>
            <a:off x="1986622" y="730198"/>
            <a:ext cx="2515870" cy="229235"/>
          </a:xfrm>
          <a:custGeom>
            <a:avLst/>
            <a:gdLst/>
            <a:ahLst/>
            <a:cxnLst/>
            <a:rect l="l" t="t" r="r" b="b"/>
            <a:pathLst>
              <a:path w="2515870" h="229234">
                <a:moveTo>
                  <a:pt x="2464834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28728"/>
                </a:lnTo>
                <a:lnTo>
                  <a:pt x="2515635" y="228728"/>
                </a:lnTo>
                <a:lnTo>
                  <a:pt x="2515635" y="50800"/>
                </a:lnTo>
                <a:lnTo>
                  <a:pt x="2511626" y="31075"/>
                </a:lnTo>
                <a:lnTo>
                  <a:pt x="2500712" y="14922"/>
                </a:lnTo>
                <a:lnTo>
                  <a:pt x="2484559" y="4008"/>
                </a:lnTo>
                <a:lnTo>
                  <a:pt x="246483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024722" y="703298"/>
            <a:ext cx="123888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95" dirty="0">
                <a:solidFill>
                  <a:srgbClr val="FFFFFF"/>
                </a:solidFill>
                <a:latin typeface="Arial"/>
                <a:cs typeface="Arial"/>
              </a:rPr>
              <a:t>observer</a:t>
            </a:r>
            <a:r>
              <a:rPr sz="1400" spc="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65" dirty="0">
                <a:solidFill>
                  <a:srgbClr val="FFFFFF"/>
                </a:solidFill>
                <a:latin typeface="Arial"/>
                <a:cs typeface="Arial"/>
              </a:rPr>
              <a:t>concept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986622" y="946277"/>
            <a:ext cx="2515870" cy="1153160"/>
            <a:chOff x="1986622" y="946277"/>
            <a:chExt cx="2515870" cy="1153160"/>
          </a:xfrm>
        </p:grpSpPr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86622" y="946277"/>
              <a:ext cx="2515635" cy="50609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1986622" y="990549"/>
              <a:ext cx="2515870" cy="1109345"/>
            </a:xfrm>
            <a:custGeom>
              <a:avLst/>
              <a:gdLst/>
              <a:ahLst/>
              <a:cxnLst/>
              <a:rect l="l" t="t" r="r" b="b"/>
              <a:pathLst>
                <a:path w="2515870" h="1109345">
                  <a:moveTo>
                    <a:pt x="2515635" y="0"/>
                  </a:moveTo>
                  <a:lnTo>
                    <a:pt x="0" y="0"/>
                  </a:lnTo>
                  <a:lnTo>
                    <a:pt x="0" y="1057960"/>
                  </a:lnTo>
                  <a:lnTo>
                    <a:pt x="4008" y="1077685"/>
                  </a:lnTo>
                  <a:lnTo>
                    <a:pt x="14922" y="1093837"/>
                  </a:lnTo>
                  <a:lnTo>
                    <a:pt x="31075" y="1104752"/>
                  </a:lnTo>
                  <a:lnTo>
                    <a:pt x="50800" y="1108760"/>
                  </a:lnTo>
                  <a:lnTo>
                    <a:pt x="2464834" y="1108760"/>
                  </a:lnTo>
                  <a:lnTo>
                    <a:pt x="2484559" y="1104752"/>
                  </a:lnTo>
                  <a:lnTo>
                    <a:pt x="2500712" y="1093837"/>
                  </a:lnTo>
                  <a:lnTo>
                    <a:pt x="2511626" y="1077685"/>
                  </a:lnTo>
                  <a:lnTo>
                    <a:pt x="2515635" y="1057960"/>
                  </a:lnTo>
                  <a:lnTo>
                    <a:pt x="251563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37422" y="1015871"/>
              <a:ext cx="2413976" cy="1039014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object 13"/>
              <p:cNvSpPr txBox="1"/>
              <p:nvPr/>
            </p:nvSpPr>
            <p:spPr>
              <a:xfrm>
                <a:off x="118478" y="916924"/>
                <a:ext cx="4329430" cy="2007986"/>
              </a:xfrm>
              <a:prstGeom prst="rect">
                <a:avLst/>
              </a:prstGeom>
            </p:spPr>
            <p:txBody>
              <a:bodyPr vert="horz" wrap="square" lIns="0" tIns="17145" rIns="0" bIns="0" rtlCol="0">
                <a:spAutoFit/>
              </a:bodyPr>
              <a:lstStyle/>
              <a:p>
                <a:pPr marL="38100">
                  <a:lnSpc>
                    <a:spcPct val="100000"/>
                  </a:lnSpc>
                  <a:spcBef>
                    <a:spcPts val="135"/>
                  </a:spcBef>
                </a:pPr>
                <a:r>
                  <a:rPr lang="en-US" sz="1400" spc="-10" dirty="0">
                    <a:solidFill>
                      <a:srgbClr val="FFFFFF"/>
                    </a:solidFill>
                    <a:latin typeface="Arial"/>
                    <a:cs typeface="Arial"/>
                  </a:rPr>
                  <a:t>plant:</a:t>
                </a:r>
                <a:endParaRPr lang="en-US" sz="1400" dirty="0">
                  <a:latin typeface="Arial"/>
                  <a:cs typeface="Arial"/>
                </a:endParaRPr>
              </a:p>
              <a:p>
                <a:pPr>
                  <a:lnSpc>
                    <a:spcPct val="100000"/>
                  </a:lnSpc>
                  <a:spcBef>
                    <a:spcPts val="170"/>
                  </a:spcBef>
                </a:pPr>
                <a:endParaRPr lang="en-US" sz="1400" dirty="0">
                  <a:latin typeface="Arial"/>
                  <a:cs typeface="Arial"/>
                </a:endParaRPr>
              </a:p>
              <a:p>
                <a:pPr marL="127000" marR="2654300" indent="1905">
                  <a:lnSpc>
                    <a:spcPct val="121100"/>
                  </a:lnSpc>
                </a:pP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altLang="zh-CN" sz="1200" b="0" i="1" spc="200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</m:ctrlPr>
                      </m:accPr>
                      <m:e>
                        <m:r>
                          <a:rPr lang="zh-CN" altLang="en-US" sz="1200" b="0" i="1" spc="200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sz="1200" spc="200" dirty="0">
                    <a:solidFill>
                      <a:srgbClr val="FFFFFF"/>
                    </a:solidFill>
                    <a:latin typeface="Arial"/>
                    <a:cs typeface="Arial"/>
                  </a:rPr>
                  <a:t>=</a:t>
                </a:r>
                <a:r>
                  <a:rPr lang="en-US" sz="1200" spc="-2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i="1" dirty="0">
                    <a:solidFill>
                      <a:srgbClr val="FFFFFF"/>
                    </a:solidFill>
                    <a:latin typeface="Arial"/>
                    <a:cs typeface="Arial"/>
                  </a:rPr>
                  <a:t>Ax</a:t>
                </a:r>
                <a:r>
                  <a:rPr lang="en-US" sz="1200" i="1" spc="30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spc="200" dirty="0">
                    <a:solidFill>
                      <a:srgbClr val="FFFFFF"/>
                    </a:solidFill>
                    <a:latin typeface="Arial"/>
                    <a:cs typeface="Arial"/>
                  </a:rPr>
                  <a:t>+</a:t>
                </a:r>
                <a:r>
                  <a:rPr lang="en-US" sz="1200" spc="-7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i="1" dirty="0">
                    <a:solidFill>
                      <a:srgbClr val="FFFFFF"/>
                    </a:solidFill>
                    <a:latin typeface="Arial"/>
                    <a:cs typeface="Arial"/>
                  </a:rPr>
                  <a:t>Bu</a:t>
                </a:r>
                <a:r>
                  <a:rPr lang="en-US" sz="1200" i="1" dirty="0">
                    <a:solidFill>
                      <a:srgbClr val="FFFFFF"/>
                    </a:solidFill>
                    <a:latin typeface="Times New Roman"/>
                    <a:cs typeface="Times New Roman"/>
                  </a:rPr>
                  <a:t>,</a:t>
                </a:r>
                <a:r>
                  <a:rPr lang="en-US" sz="1200" i="1" spc="280" dirty="0">
                    <a:solidFill>
                      <a:srgbClr val="FFFFFF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US" sz="1200" i="1" spc="-75" dirty="0">
                    <a:solidFill>
                      <a:srgbClr val="FFFFFF"/>
                    </a:solidFill>
                    <a:latin typeface="Arial"/>
                    <a:cs typeface="Arial"/>
                  </a:rPr>
                  <a:t>x</a:t>
                </a:r>
                <a:r>
                  <a:rPr lang="en-US" sz="1200" i="1" spc="-22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dirty="0">
                    <a:solidFill>
                      <a:srgbClr val="FFFFFF"/>
                    </a:solidFill>
                    <a:latin typeface="Arial"/>
                    <a:cs typeface="Arial"/>
                  </a:rPr>
                  <a:t>(0)</a:t>
                </a:r>
                <a:r>
                  <a:rPr lang="en-US" sz="1200" spc="-1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spc="200" dirty="0">
                    <a:solidFill>
                      <a:srgbClr val="FFFFFF"/>
                    </a:solidFill>
                    <a:latin typeface="Arial"/>
                    <a:cs typeface="Arial"/>
                  </a:rPr>
                  <a:t>=</a:t>
                </a:r>
                <a:r>
                  <a:rPr lang="en-US" sz="1200" spc="-10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i="1" spc="-40" dirty="0">
                    <a:solidFill>
                      <a:srgbClr val="FFFFFF"/>
                    </a:solidFill>
                    <a:latin typeface="Arial"/>
                    <a:cs typeface="Arial"/>
                  </a:rPr>
                  <a:t>x</a:t>
                </a:r>
                <a:r>
                  <a:rPr lang="en-US" sz="1200" spc="-60" baseline="-13888" dirty="0">
                    <a:solidFill>
                      <a:srgbClr val="FFFFFF"/>
                    </a:solidFill>
                    <a:latin typeface="Arial"/>
                    <a:cs typeface="Arial"/>
                  </a:rPr>
                  <a:t>0</a:t>
                </a:r>
                <a:r>
                  <a:rPr lang="en-US" sz="1200" baseline="-13888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i="1" dirty="0">
                    <a:solidFill>
                      <a:srgbClr val="FFFFFF"/>
                    </a:solidFill>
                    <a:latin typeface="Arial"/>
                    <a:cs typeface="Arial"/>
                  </a:rPr>
                  <a:t>y</a:t>
                </a:r>
                <a:r>
                  <a:rPr lang="en-US" sz="1200" i="1" spc="8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spc="200" dirty="0">
                    <a:solidFill>
                      <a:srgbClr val="FFFFFF"/>
                    </a:solidFill>
                    <a:latin typeface="Arial"/>
                    <a:cs typeface="Arial"/>
                  </a:rPr>
                  <a:t>=</a:t>
                </a:r>
                <a:r>
                  <a:rPr lang="en-US" sz="1200" spc="-30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i="1" spc="-25" dirty="0">
                    <a:solidFill>
                      <a:srgbClr val="FFFFFF"/>
                    </a:solidFill>
                    <a:latin typeface="Arial"/>
                    <a:cs typeface="Arial"/>
                  </a:rPr>
                  <a:t>Cx</a:t>
                </a:r>
                <a:endParaRPr lang="en-US" sz="1200" dirty="0">
                  <a:latin typeface="Arial"/>
                  <a:cs typeface="Arial"/>
                </a:endParaRPr>
              </a:p>
              <a:p>
                <a:pPr>
                  <a:lnSpc>
                    <a:spcPct val="100000"/>
                  </a:lnSpc>
                  <a:spcBef>
                    <a:spcPts val="815"/>
                  </a:spcBef>
                </a:pPr>
                <a:endParaRPr lang="en-US" sz="1200" dirty="0">
                  <a:latin typeface="Arial"/>
                  <a:cs typeface="Arial"/>
                </a:endParaRPr>
              </a:p>
              <a:p>
                <a:pPr marL="134620">
                  <a:lnSpc>
                    <a:spcPct val="100000"/>
                  </a:lnSpc>
                </a:pPr>
                <a:r>
                  <a:rPr lang="en-US" sz="1800" spc="300" baseline="4629" dirty="0">
                    <a:solidFill>
                      <a:srgbClr val="7F7F7F"/>
                    </a:solidFill>
                    <a:latin typeface="Arial Unicode MS"/>
                    <a:cs typeface="Arial Unicode MS"/>
                  </a:rPr>
                  <a:t>▶</a:t>
                </a:r>
                <a:r>
                  <a:rPr lang="en-US" sz="1800" spc="367" baseline="4629" dirty="0">
                    <a:solidFill>
                      <a:srgbClr val="7F7F7F"/>
                    </a:solidFill>
                    <a:latin typeface="Arial Unicode MS"/>
                    <a:cs typeface="Arial Unicode MS"/>
                  </a:rPr>
                  <a:t> </a:t>
                </a:r>
                <a:r>
                  <a:rPr lang="en-US" sz="1200" spc="-85" dirty="0">
                    <a:solidFill>
                      <a:srgbClr val="FFFFFF"/>
                    </a:solidFill>
                    <a:latin typeface="Arial"/>
                    <a:cs typeface="Arial"/>
                  </a:rPr>
                  <a:t>observer</a:t>
                </a:r>
                <a:r>
                  <a:rPr lang="en-US" sz="1200" spc="5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spc="-10" dirty="0">
                    <a:solidFill>
                      <a:srgbClr val="FFFFFF"/>
                    </a:solidFill>
                    <a:latin typeface="Arial"/>
                    <a:cs typeface="Arial"/>
                  </a:rPr>
                  <a:t>realization:</a:t>
                </a:r>
                <a:endParaRPr lang="en-US" sz="1200" dirty="0">
                  <a:latin typeface="Arial"/>
                  <a:cs typeface="Arial"/>
                </a:endParaRPr>
              </a:p>
              <a:p>
                <a:pPr marL="389890">
                  <a:lnSpc>
                    <a:spcPct val="100000"/>
                  </a:lnSpc>
                  <a:spcBef>
                    <a:spcPts val="1200"/>
                  </a:spcBef>
                </a:pP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ar-AE" altLang="zh-CN" sz="1400" b="0" i="1" spc="-10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</m:ctrlPr>
                      </m:accPr>
                      <m:e>
                        <m:acc>
                          <m:accPr>
                            <m:chr m:val="̂"/>
                            <m:ctrlPr>
                              <a:rPr lang="ar-AE" altLang="zh-CN" sz="1200" b="0" i="1" spc="20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/>
                              </a:rPr>
                            </m:ctrlPr>
                          </m:accPr>
                          <m:e>
                            <m:r>
                              <a:rPr lang="zh-CN" altLang="ar-AE" sz="1200" b="0" i="1" spc="20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/>
                              </a:rPr>
                              <m:t>𝑥</m:t>
                            </m:r>
                          </m:e>
                        </m:acc>
                      </m:e>
                    </m:acc>
                  </m:oMath>
                </a14:m>
                <a:r>
                  <a:rPr lang="ar-AE" altLang="zh-CN" sz="1200" spc="200" dirty="0">
                    <a:solidFill>
                      <a:schemeClr val="bg1"/>
                    </a:solidFill>
                    <a:latin typeface="Arial"/>
                    <a:cs typeface="Arial"/>
                  </a:rPr>
                  <a:t>=</a:t>
                </a:r>
                <a:r>
                  <a:rPr lang="ar-AE" altLang="zh-CN" sz="1200" spc="-5" dirty="0">
                    <a:solidFill>
                      <a:schemeClr val="bg1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i="1" spc="40" dirty="0">
                    <a:solidFill>
                      <a:schemeClr val="bg1"/>
                    </a:solidFill>
                    <a:latin typeface="Arial"/>
                    <a:cs typeface="Arial"/>
                  </a:rPr>
                  <a:t>A</a:t>
                </a:r>
                <a:r>
                  <a:rPr lang="en-US" sz="1200" i="1" spc="-480" dirty="0">
                    <a:solidFill>
                      <a:schemeClr val="bg1"/>
                    </a:solidFill>
                    <a:latin typeface="Arial"/>
                    <a:cs typeface="Arial"/>
                  </a:rPr>
                  <a:t>x</a:t>
                </a:r>
                <a:r>
                  <a:rPr lang="en-US" sz="1200" spc="40" dirty="0">
                    <a:solidFill>
                      <a:schemeClr val="bg1"/>
                    </a:solidFill>
                    <a:latin typeface="Arial"/>
                    <a:cs typeface="Arial"/>
                  </a:rPr>
                  <a:t>ˆ</a:t>
                </a:r>
                <a:r>
                  <a:rPr lang="en-US" sz="1200" spc="-80" dirty="0">
                    <a:solidFill>
                      <a:schemeClr val="bg1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spc="200" dirty="0">
                    <a:solidFill>
                      <a:srgbClr val="FFFFFF"/>
                    </a:solidFill>
                    <a:latin typeface="Arial"/>
                    <a:cs typeface="Arial"/>
                  </a:rPr>
                  <a:t>+</a:t>
                </a:r>
                <a:r>
                  <a:rPr lang="en-US" sz="1200" spc="-70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i="1" spc="-20" dirty="0">
                    <a:solidFill>
                      <a:srgbClr val="FFFFFF"/>
                    </a:solidFill>
                    <a:latin typeface="Arial"/>
                    <a:cs typeface="Arial"/>
                  </a:rPr>
                  <a:t>Bu</a:t>
                </a:r>
                <a:r>
                  <a:rPr lang="en-US" sz="1200" i="1" spc="-1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spc="200" dirty="0">
                    <a:solidFill>
                      <a:srgbClr val="FFFFFF"/>
                    </a:solidFill>
                    <a:latin typeface="Arial"/>
                    <a:cs typeface="Arial"/>
                  </a:rPr>
                  <a:t>+</a:t>
                </a:r>
                <a:r>
                  <a:rPr lang="en-US" sz="1200" spc="-70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i="1" spc="-40" dirty="0">
                    <a:solidFill>
                      <a:srgbClr val="FFFFFF"/>
                    </a:solidFill>
                    <a:latin typeface="Arial"/>
                    <a:cs typeface="Arial"/>
                  </a:rPr>
                  <a:t>L</a:t>
                </a:r>
                <a:r>
                  <a:rPr lang="en-US" sz="1200" i="1" spc="-130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dirty="0">
                    <a:solidFill>
                      <a:srgbClr val="FFFFFF"/>
                    </a:solidFill>
                    <a:latin typeface="Arial"/>
                    <a:cs typeface="Arial"/>
                  </a:rPr>
                  <a:t>(</a:t>
                </a:r>
                <a:r>
                  <a:rPr lang="en-US" sz="1200" i="1" dirty="0">
                    <a:solidFill>
                      <a:srgbClr val="FFFFFF"/>
                    </a:solidFill>
                    <a:latin typeface="Arial"/>
                    <a:cs typeface="Arial"/>
                  </a:rPr>
                  <a:t>y</a:t>
                </a:r>
                <a:r>
                  <a:rPr lang="en-US" sz="1200" i="1" spc="60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i="1" spc="200" dirty="0">
                    <a:solidFill>
                      <a:srgbClr val="FFFFFF"/>
                    </a:solidFill>
                    <a:latin typeface="Menlo"/>
                    <a:cs typeface="Menlo"/>
                  </a:rPr>
                  <a:t>−</a:t>
                </a:r>
                <a:r>
                  <a:rPr lang="en-US" sz="1200" i="1" spc="-459" dirty="0">
                    <a:solidFill>
                      <a:srgbClr val="FFFFFF"/>
                    </a:solidFill>
                    <a:latin typeface="Menlo"/>
                    <a:cs typeface="Menlo"/>
                  </a:rPr>
                  <a:t> </a:t>
                </a:r>
                <a:r>
                  <a:rPr lang="en-US" sz="1200" i="1" spc="-434" dirty="0">
                    <a:solidFill>
                      <a:srgbClr val="FFFFFF"/>
                    </a:solidFill>
                    <a:latin typeface="Arial"/>
                    <a:cs typeface="Arial"/>
                  </a:rPr>
                  <a:t>y</a:t>
                </a:r>
                <a:r>
                  <a:rPr lang="en-US" sz="1200" spc="65" dirty="0">
                    <a:solidFill>
                      <a:srgbClr val="FFFFFF"/>
                    </a:solidFill>
                    <a:latin typeface="Arial"/>
                    <a:cs typeface="Arial"/>
                  </a:rPr>
                  <a:t>ˆ</a:t>
                </a:r>
                <a:r>
                  <a:rPr lang="en-US" sz="1200" spc="75" dirty="0">
                    <a:solidFill>
                      <a:srgbClr val="FFFFFF"/>
                    </a:solidFill>
                    <a:latin typeface="Arial"/>
                    <a:cs typeface="Arial"/>
                  </a:rPr>
                  <a:t>)</a:t>
                </a:r>
                <a:r>
                  <a:rPr lang="en-US" sz="1200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spc="200" dirty="0">
                    <a:solidFill>
                      <a:srgbClr val="FFFFFF"/>
                    </a:solidFill>
                    <a:latin typeface="Arial"/>
                    <a:cs typeface="Arial"/>
                  </a:rPr>
                  <a:t>=</a:t>
                </a:r>
                <a:r>
                  <a:rPr lang="en-US" sz="1200" spc="-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i="1" spc="40" dirty="0">
                    <a:solidFill>
                      <a:srgbClr val="FFFFFF"/>
                    </a:solidFill>
                    <a:latin typeface="Arial"/>
                    <a:cs typeface="Arial"/>
                  </a:rPr>
                  <a:t>A</a:t>
                </a:r>
                <a:r>
                  <a:rPr lang="en-US" sz="1200" i="1" spc="-480" dirty="0">
                    <a:solidFill>
                      <a:srgbClr val="FFFFFF"/>
                    </a:solidFill>
                    <a:latin typeface="Arial"/>
                    <a:cs typeface="Arial"/>
                  </a:rPr>
                  <a:t>x</a:t>
                </a:r>
                <a:r>
                  <a:rPr lang="en-US" sz="1200" spc="40" dirty="0">
                    <a:solidFill>
                      <a:srgbClr val="FFFFFF"/>
                    </a:solidFill>
                    <a:latin typeface="Arial"/>
                    <a:cs typeface="Arial"/>
                  </a:rPr>
                  <a:t>ˆ</a:t>
                </a:r>
                <a:r>
                  <a:rPr lang="en-US" sz="1200" spc="-8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spc="200" dirty="0">
                    <a:solidFill>
                      <a:srgbClr val="FFFFFF"/>
                    </a:solidFill>
                    <a:latin typeface="Arial"/>
                    <a:cs typeface="Arial"/>
                  </a:rPr>
                  <a:t>+</a:t>
                </a:r>
                <a:r>
                  <a:rPr lang="en-US" sz="1200" spc="-70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i="1" spc="-20" dirty="0">
                    <a:solidFill>
                      <a:srgbClr val="FFFFFF"/>
                    </a:solidFill>
                    <a:latin typeface="Arial"/>
                    <a:cs typeface="Arial"/>
                  </a:rPr>
                  <a:t>Bu</a:t>
                </a:r>
                <a:r>
                  <a:rPr lang="en-US" sz="1200" i="1" spc="-10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spc="200" dirty="0">
                    <a:solidFill>
                      <a:srgbClr val="FFFFFF"/>
                    </a:solidFill>
                    <a:latin typeface="Arial"/>
                    <a:cs typeface="Arial"/>
                  </a:rPr>
                  <a:t>+</a:t>
                </a:r>
                <a:r>
                  <a:rPr lang="en-US" sz="1200" spc="-70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i="1" spc="-40" dirty="0">
                    <a:solidFill>
                      <a:srgbClr val="FFFFFF"/>
                    </a:solidFill>
                    <a:latin typeface="Arial"/>
                    <a:cs typeface="Arial"/>
                  </a:rPr>
                  <a:t>L</a:t>
                </a:r>
                <a:r>
                  <a:rPr lang="en-US" sz="1200" i="1" spc="-13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dirty="0">
                    <a:solidFill>
                      <a:srgbClr val="FFFFFF"/>
                    </a:solidFill>
                    <a:latin typeface="Arial"/>
                    <a:cs typeface="Arial"/>
                  </a:rPr>
                  <a:t>(</a:t>
                </a:r>
                <a:r>
                  <a:rPr lang="en-US" sz="1200" i="1" dirty="0">
                    <a:solidFill>
                      <a:srgbClr val="FFFFFF"/>
                    </a:solidFill>
                    <a:latin typeface="Arial"/>
                    <a:cs typeface="Arial"/>
                  </a:rPr>
                  <a:t>y</a:t>
                </a:r>
                <a:r>
                  <a:rPr lang="en-US" sz="1200" i="1" spc="6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i="1" spc="200" dirty="0">
                    <a:solidFill>
                      <a:srgbClr val="FFFFFF"/>
                    </a:solidFill>
                    <a:latin typeface="Menlo"/>
                    <a:cs typeface="Menlo"/>
                  </a:rPr>
                  <a:t>−</a:t>
                </a:r>
                <a:r>
                  <a:rPr lang="en-US" sz="1200" i="1" spc="-459" dirty="0">
                    <a:solidFill>
                      <a:srgbClr val="FFFFFF"/>
                    </a:solidFill>
                    <a:latin typeface="Menlo"/>
                    <a:cs typeface="Menlo"/>
                  </a:rPr>
                  <a:t> </a:t>
                </a:r>
                <a:r>
                  <a:rPr lang="en-US" sz="1200" i="1" spc="-130" dirty="0">
                    <a:solidFill>
                      <a:srgbClr val="FFFFFF"/>
                    </a:solidFill>
                    <a:latin typeface="Arial"/>
                    <a:cs typeface="Arial"/>
                  </a:rPr>
                  <a:t>C</a:t>
                </a:r>
                <a:r>
                  <a:rPr lang="en-US" sz="1200" i="1" spc="-190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i="1" spc="-445" dirty="0">
                    <a:solidFill>
                      <a:srgbClr val="FFFFFF"/>
                    </a:solidFill>
                    <a:latin typeface="Arial"/>
                    <a:cs typeface="Arial"/>
                  </a:rPr>
                  <a:t>x</a:t>
                </a:r>
                <a:r>
                  <a:rPr lang="en-US" sz="1200" spc="60" dirty="0">
                    <a:solidFill>
                      <a:srgbClr val="FFFFFF"/>
                    </a:solidFill>
                    <a:latin typeface="Arial"/>
                    <a:cs typeface="Arial"/>
                  </a:rPr>
                  <a:t>ˆ</a:t>
                </a:r>
                <a:r>
                  <a:rPr lang="en-US" sz="1200" spc="75" dirty="0">
                    <a:solidFill>
                      <a:srgbClr val="FFFFFF"/>
                    </a:solidFill>
                    <a:latin typeface="Arial"/>
                    <a:cs typeface="Arial"/>
                  </a:rPr>
                  <a:t>)</a:t>
                </a:r>
                <a:r>
                  <a:rPr lang="en-US" sz="1200" spc="-130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i="1" dirty="0">
                    <a:solidFill>
                      <a:srgbClr val="FFFFFF"/>
                    </a:solidFill>
                    <a:latin typeface="Times New Roman"/>
                    <a:cs typeface="Times New Roman"/>
                  </a:rPr>
                  <a:t>,</a:t>
                </a:r>
                <a:r>
                  <a:rPr lang="en-US" sz="1200" i="1" spc="290" dirty="0">
                    <a:solidFill>
                      <a:srgbClr val="FFFFFF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US" sz="1200" i="1" spc="-484" dirty="0">
                    <a:solidFill>
                      <a:srgbClr val="FFFFFF"/>
                    </a:solidFill>
                    <a:latin typeface="Arial"/>
                    <a:cs typeface="Arial"/>
                  </a:rPr>
                  <a:t>x</a:t>
                </a:r>
                <a:r>
                  <a:rPr lang="en-US" sz="1200" spc="20" dirty="0">
                    <a:solidFill>
                      <a:srgbClr val="FFFFFF"/>
                    </a:solidFill>
                    <a:latin typeface="Arial"/>
                    <a:cs typeface="Arial"/>
                  </a:rPr>
                  <a:t>ˆ</a:t>
                </a:r>
                <a:r>
                  <a:rPr lang="en-US" sz="1200" spc="35" dirty="0">
                    <a:solidFill>
                      <a:srgbClr val="FFFFFF"/>
                    </a:solidFill>
                    <a:latin typeface="Arial"/>
                    <a:cs typeface="Arial"/>
                  </a:rPr>
                  <a:t>(0)</a:t>
                </a:r>
                <a:r>
                  <a:rPr lang="en-US" sz="1200" spc="-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spc="200" dirty="0">
                    <a:solidFill>
                      <a:srgbClr val="FFFFFF"/>
                    </a:solidFill>
                    <a:latin typeface="Arial"/>
                    <a:cs typeface="Arial"/>
                  </a:rPr>
                  <a:t>=</a:t>
                </a:r>
                <a:r>
                  <a:rPr lang="en-US" sz="1200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spc="-50" dirty="0">
                    <a:solidFill>
                      <a:srgbClr val="FFFFFF"/>
                    </a:solidFill>
                    <a:latin typeface="Arial"/>
                    <a:cs typeface="Arial"/>
                  </a:rPr>
                  <a:t>0</a:t>
                </a:r>
                <a:endParaRPr lang="en-US" sz="1200" dirty="0">
                  <a:latin typeface="Arial"/>
                  <a:cs typeface="Arial"/>
                </a:endParaRPr>
              </a:p>
              <a:p>
                <a:pPr marL="514350">
                  <a:lnSpc>
                    <a:spcPct val="100000"/>
                  </a:lnSpc>
                  <a:spcBef>
                    <a:spcPts val="305"/>
                  </a:spcBef>
                </a:pPr>
                <a:r>
                  <a:rPr lang="en-US" sz="1200" spc="200" dirty="0">
                    <a:solidFill>
                      <a:srgbClr val="FFFFFF"/>
                    </a:solidFill>
                    <a:latin typeface="Arial"/>
                    <a:cs typeface="Arial"/>
                  </a:rPr>
                  <a:t>=</a:t>
                </a:r>
                <a:r>
                  <a:rPr lang="en-US" sz="1200" spc="-2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dirty="0">
                    <a:solidFill>
                      <a:srgbClr val="FFFFFF"/>
                    </a:solidFill>
                    <a:latin typeface="Arial"/>
                    <a:cs typeface="Arial"/>
                  </a:rPr>
                  <a:t>(</a:t>
                </a:r>
                <a:r>
                  <a:rPr lang="en-US" sz="1200" i="1" dirty="0">
                    <a:solidFill>
                      <a:srgbClr val="FFFFFF"/>
                    </a:solidFill>
                    <a:latin typeface="Arial"/>
                    <a:cs typeface="Arial"/>
                  </a:rPr>
                  <a:t>A</a:t>
                </a:r>
                <a:r>
                  <a:rPr lang="en-US" sz="1200" i="1" spc="-7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i="1" spc="200" dirty="0">
                    <a:solidFill>
                      <a:srgbClr val="FFFFFF"/>
                    </a:solidFill>
                    <a:latin typeface="Menlo"/>
                    <a:cs typeface="Menlo"/>
                  </a:rPr>
                  <a:t>−</a:t>
                </a:r>
                <a:r>
                  <a:rPr lang="en-US" sz="1200" i="1" spc="-459" dirty="0">
                    <a:solidFill>
                      <a:srgbClr val="FFFFFF"/>
                    </a:solidFill>
                    <a:latin typeface="Menlo"/>
                    <a:cs typeface="Menlo"/>
                  </a:rPr>
                  <a:t> </a:t>
                </a:r>
                <a:r>
                  <a:rPr lang="en-US" sz="1200" i="1" spc="-85" dirty="0">
                    <a:solidFill>
                      <a:srgbClr val="FFFFFF"/>
                    </a:solidFill>
                    <a:latin typeface="Arial"/>
                    <a:cs typeface="Arial"/>
                  </a:rPr>
                  <a:t>LC</a:t>
                </a:r>
                <a:r>
                  <a:rPr lang="en-US" sz="1200" i="1" spc="-190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spc="50" dirty="0">
                    <a:solidFill>
                      <a:srgbClr val="FFFFFF"/>
                    </a:solidFill>
                    <a:latin typeface="Arial"/>
                    <a:cs typeface="Arial"/>
                  </a:rPr>
                  <a:t>)</a:t>
                </a:r>
                <a:r>
                  <a:rPr lang="en-US" sz="1200" spc="-13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i="1" spc="-440" dirty="0">
                    <a:solidFill>
                      <a:srgbClr val="FFFFFF"/>
                    </a:solidFill>
                    <a:latin typeface="Arial"/>
                    <a:cs typeface="Arial"/>
                  </a:rPr>
                  <a:t>x</a:t>
                </a:r>
                <a:r>
                  <a:rPr lang="en-US" sz="1200" spc="80" dirty="0">
                    <a:solidFill>
                      <a:srgbClr val="FFFFFF"/>
                    </a:solidFill>
                    <a:latin typeface="Arial"/>
                    <a:cs typeface="Arial"/>
                  </a:rPr>
                  <a:t>ˆ</a:t>
                </a:r>
                <a:r>
                  <a:rPr lang="en-US" sz="1200" spc="-90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spc="200" dirty="0">
                    <a:solidFill>
                      <a:srgbClr val="FFFFFF"/>
                    </a:solidFill>
                    <a:latin typeface="Arial"/>
                    <a:cs typeface="Arial"/>
                  </a:rPr>
                  <a:t>+</a:t>
                </a:r>
                <a:r>
                  <a:rPr lang="en-US" sz="1200" spc="-7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i="1" dirty="0">
                    <a:solidFill>
                      <a:srgbClr val="FFFFFF"/>
                    </a:solidFill>
                    <a:latin typeface="Arial"/>
                    <a:cs typeface="Arial"/>
                  </a:rPr>
                  <a:t>Ly</a:t>
                </a:r>
                <a:r>
                  <a:rPr lang="en-US" sz="1200" i="1" spc="5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spc="200" dirty="0">
                    <a:solidFill>
                      <a:srgbClr val="FFFFFF"/>
                    </a:solidFill>
                    <a:latin typeface="Arial"/>
                    <a:cs typeface="Arial"/>
                  </a:rPr>
                  <a:t>+</a:t>
                </a:r>
                <a:r>
                  <a:rPr lang="en-US" sz="1200" spc="-7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i="1" spc="-25" dirty="0">
                    <a:solidFill>
                      <a:srgbClr val="FFFFFF"/>
                    </a:solidFill>
                    <a:latin typeface="Arial"/>
                    <a:cs typeface="Arial"/>
                  </a:rPr>
                  <a:t>Bu</a:t>
                </a:r>
                <a:endParaRPr sz="1200" dirty="0">
                  <a:latin typeface="Arial"/>
                  <a:cs typeface="Arial"/>
                </a:endParaRPr>
              </a:p>
            </p:txBody>
          </p:sp>
        </mc:Choice>
        <mc:Fallback xmlns="">
          <p:sp>
            <p:nvSpPr>
              <p:cNvPr id="13" name="object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478" y="916924"/>
                <a:ext cx="4329430" cy="2007986"/>
              </a:xfrm>
              <a:prstGeom prst="rect">
                <a:avLst/>
              </a:prstGeom>
              <a:blipFill>
                <a:blip r:embed="rId5"/>
                <a:stretch>
                  <a:fillRect l="-1688" t="-1818" b="-27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object 14"/>
          <p:cNvSpPr/>
          <p:nvPr/>
        </p:nvSpPr>
        <p:spPr>
          <a:xfrm>
            <a:off x="0" y="3346272"/>
            <a:ext cx="4608195" cy="109855"/>
          </a:xfrm>
          <a:custGeom>
            <a:avLst/>
            <a:gdLst/>
            <a:ahLst/>
            <a:cxnLst/>
            <a:rect l="l" t="t" r="r" b="b"/>
            <a:pathLst>
              <a:path w="4608195" h="109854">
                <a:moveTo>
                  <a:pt x="4607928" y="0"/>
                </a:moveTo>
                <a:lnTo>
                  <a:pt x="3071952" y="0"/>
                </a:lnTo>
                <a:lnTo>
                  <a:pt x="1535976" y="0"/>
                </a:lnTo>
                <a:lnTo>
                  <a:pt x="0" y="0"/>
                </a:lnTo>
                <a:lnTo>
                  <a:pt x="0" y="109728"/>
                </a:lnTo>
                <a:lnTo>
                  <a:pt x="1535976" y="109728"/>
                </a:lnTo>
                <a:lnTo>
                  <a:pt x="3071952" y="109728"/>
                </a:lnTo>
                <a:lnTo>
                  <a:pt x="4607928" y="109728"/>
                </a:lnTo>
                <a:lnTo>
                  <a:pt x="4607928" y="0"/>
                </a:lnTo>
                <a:close/>
              </a:path>
            </a:pathLst>
          </a:custGeom>
          <a:solidFill>
            <a:srgbClr val="1919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0" dirty="0"/>
              <a:t>Mod</a:t>
            </a:r>
            <a:r>
              <a:rPr spc="125" dirty="0"/>
              <a:t> </a:t>
            </a:r>
            <a:r>
              <a:rPr spc="10" dirty="0"/>
              <a:t>Ctrl</a:t>
            </a:r>
            <a:r>
              <a:rPr spc="130" dirty="0"/>
              <a:t> </a:t>
            </a:r>
            <a:r>
              <a:rPr spc="10" dirty="0"/>
              <a:t>Intro</a:t>
            </a:r>
            <a:r>
              <a:rPr spc="415" dirty="0"/>
              <a:t> </a:t>
            </a:r>
            <a:r>
              <a:rPr spc="50" dirty="0"/>
              <a:t>(w</a:t>
            </a:r>
            <a:r>
              <a:rPr spc="125" dirty="0"/>
              <a:t> </a:t>
            </a:r>
            <a:r>
              <a:rPr spc="10" dirty="0"/>
              <a:t>Matlab</a:t>
            </a:r>
            <a:r>
              <a:rPr spc="130" dirty="0"/>
              <a:t> </a:t>
            </a:r>
            <a:r>
              <a:rPr spc="125" dirty="0"/>
              <a:t>&amp;</a:t>
            </a:r>
            <a:r>
              <a:rPr spc="130" dirty="0"/>
              <a:t> </a:t>
            </a:r>
            <a:r>
              <a:rPr spc="-10" dirty="0"/>
              <a:t>Python)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1665249" y="3338410"/>
            <a:ext cx="1277620" cy="1225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00" dirty="0">
                <a:solidFill>
                  <a:srgbClr val="BF447D"/>
                </a:solidFill>
                <a:latin typeface="Arial"/>
                <a:cs typeface="Arial"/>
                <a:hlinkClick r:id="rId6" action="ppaction://hlinksldjump"/>
              </a:rPr>
              <a:t>Observers</a:t>
            </a:r>
            <a:r>
              <a:rPr sz="600" spc="135" dirty="0">
                <a:solidFill>
                  <a:srgbClr val="BF447D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sz="600" dirty="0">
                <a:solidFill>
                  <a:srgbClr val="BF447D"/>
                </a:solidFill>
                <a:latin typeface="Arial"/>
                <a:cs typeface="Arial"/>
                <a:hlinkClick r:id="rId6" action="ppaction://hlinksldjump"/>
              </a:rPr>
              <a:t>and</a:t>
            </a:r>
            <a:r>
              <a:rPr sz="600" spc="140" dirty="0">
                <a:solidFill>
                  <a:srgbClr val="BF447D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sz="600" dirty="0">
                <a:solidFill>
                  <a:srgbClr val="BF447D"/>
                </a:solidFill>
                <a:latin typeface="Arial"/>
                <a:cs typeface="Arial"/>
                <a:hlinkClick r:id="rId6" action="ppaction://hlinksldjump"/>
              </a:rPr>
              <a:t>Observer</a:t>
            </a:r>
            <a:r>
              <a:rPr sz="600" spc="140" dirty="0">
                <a:solidFill>
                  <a:srgbClr val="BF447D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sz="600" dirty="0">
                <a:solidFill>
                  <a:srgbClr val="BF447D"/>
                </a:solidFill>
                <a:latin typeface="Arial"/>
                <a:cs typeface="Arial"/>
                <a:hlinkClick r:id="rId6" action="ppaction://hlinksldjump"/>
              </a:rPr>
              <a:t>State</a:t>
            </a:r>
            <a:r>
              <a:rPr sz="600" spc="140" dirty="0">
                <a:solidFill>
                  <a:srgbClr val="BF447D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sz="600" spc="30" dirty="0">
                <a:solidFill>
                  <a:srgbClr val="BF447D"/>
                </a:solidFill>
                <a:latin typeface="Arial"/>
                <a:cs typeface="Arial"/>
                <a:hlinkClick r:id="rId6" action="ppaction://hlinksldjump"/>
              </a:rPr>
              <a:t>FB</a:t>
            </a:r>
            <a:endParaRPr sz="6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319727" y="3338410"/>
            <a:ext cx="233679" cy="1225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00" dirty="0">
                <a:solidFill>
                  <a:srgbClr val="E5E5E5"/>
                </a:solidFill>
                <a:latin typeface="Arial"/>
                <a:cs typeface="Arial"/>
              </a:rPr>
              <a:t>5</a:t>
            </a:r>
            <a:r>
              <a:rPr sz="600" spc="-45" dirty="0">
                <a:solidFill>
                  <a:srgbClr val="E5E5E5"/>
                </a:solidFill>
                <a:latin typeface="Arial"/>
                <a:cs typeface="Arial"/>
              </a:rPr>
              <a:t> </a:t>
            </a:r>
            <a:r>
              <a:rPr sz="600" spc="185" dirty="0">
                <a:solidFill>
                  <a:srgbClr val="E5E5E5"/>
                </a:solidFill>
                <a:latin typeface="Arial"/>
                <a:cs typeface="Arial"/>
              </a:rPr>
              <a:t>/</a:t>
            </a:r>
            <a:r>
              <a:rPr sz="600" spc="-45" dirty="0">
                <a:solidFill>
                  <a:srgbClr val="E5E5E5"/>
                </a:solidFill>
                <a:latin typeface="Arial"/>
                <a:cs typeface="Arial"/>
              </a:rPr>
              <a:t> </a:t>
            </a:r>
            <a:r>
              <a:rPr sz="600" spc="-25" dirty="0">
                <a:solidFill>
                  <a:srgbClr val="E5E5E5"/>
                </a:solidFill>
                <a:latin typeface="Arial"/>
                <a:cs typeface="Arial"/>
              </a:rPr>
              <a:t>27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130" dirty="0"/>
              <a:t>Luenberger</a:t>
            </a:r>
            <a:r>
              <a:rPr spc="25" dirty="0"/>
              <a:t> </a:t>
            </a:r>
            <a:r>
              <a:rPr spc="-105" dirty="0"/>
              <a:t>(closed-</a:t>
            </a:r>
            <a:r>
              <a:rPr spc="-40" dirty="0"/>
              <a:t>loop)</a:t>
            </a:r>
            <a:r>
              <a:rPr spc="25" dirty="0"/>
              <a:t> </a:t>
            </a:r>
            <a:r>
              <a:rPr spc="-140" dirty="0"/>
              <a:t>observer</a:t>
            </a:r>
            <a:r>
              <a:rPr spc="25" dirty="0"/>
              <a:t> </a:t>
            </a:r>
            <a:r>
              <a:rPr spc="-80" dirty="0"/>
              <a:t>error</a:t>
            </a:r>
            <a:r>
              <a:rPr spc="25" dirty="0"/>
              <a:t> </a:t>
            </a:r>
            <a:r>
              <a:rPr spc="-100" dirty="0"/>
              <a:t>dynamics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object 3"/>
              <p:cNvSpPr txBox="1"/>
              <p:nvPr/>
            </p:nvSpPr>
            <p:spPr>
              <a:xfrm>
                <a:off x="190042" y="475828"/>
                <a:ext cx="4270375" cy="2846933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63500">
                  <a:lnSpc>
                    <a:spcPct val="100000"/>
                  </a:lnSpc>
                  <a:spcBef>
                    <a:spcPts val="95"/>
                  </a:spcBef>
                </a:pPr>
                <a:r>
                  <a:rPr lang="en-US" sz="1800" spc="300" baseline="4629" dirty="0">
                    <a:solidFill>
                      <a:srgbClr val="7F7F7F"/>
                    </a:solidFill>
                    <a:latin typeface="Arial Unicode MS"/>
                    <a:cs typeface="Arial Unicode MS"/>
                  </a:rPr>
                  <a:t>▶</a:t>
                </a:r>
                <a:r>
                  <a:rPr lang="en-US" sz="1800" spc="352" baseline="4629" dirty="0">
                    <a:solidFill>
                      <a:srgbClr val="7F7F7F"/>
                    </a:solidFill>
                    <a:latin typeface="Arial Unicode MS"/>
                    <a:cs typeface="Arial Unicode MS"/>
                  </a:rPr>
                  <a:t> </a:t>
                </a:r>
                <a:r>
                  <a:rPr lang="en-US" sz="1200" spc="-85" dirty="0">
                    <a:solidFill>
                      <a:srgbClr val="FFFFFF"/>
                    </a:solidFill>
                    <a:latin typeface="Arial"/>
                    <a:cs typeface="Arial"/>
                  </a:rPr>
                  <a:t>system</a:t>
                </a:r>
                <a:r>
                  <a:rPr lang="en-US" sz="1200" spc="50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spc="-10" dirty="0">
                    <a:solidFill>
                      <a:srgbClr val="FFFFFF"/>
                    </a:solidFill>
                    <a:latin typeface="Arial"/>
                    <a:cs typeface="Arial"/>
                  </a:rPr>
                  <a:t>dynamics</a:t>
                </a:r>
                <a:endParaRPr lang="en-US" sz="1200" dirty="0">
                  <a:latin typeface="Arial"/>
                  <a:cs typeface="Arial"/>
                </a:endParaRPr>
              </a:p>
              <a:p>
                <a:pPr marL="800735">
                  <a:lnSpc>
                    <a:spcPct val="100000"/>
                  </a:lnSpc>
                  <a:spcBef>
                    <a:spcPts val="1025"/>
                  </a:spcBef>
                </a:pP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ar-AE" altLang="zh-CN" sz="1200" b="0" i="1" spc="200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</m:ctrlPr>
                      </m:accPr>
                      <m:e>
                        <m:r>
                          <a:rPr lang="zh-CN" altLang="ar-AE" sz="1200" b="0" i="1" spc="200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  <m:t>𝑥</m:t>
                        </m:r>
                      </m:e>
                    </m:acc>
                  </m:oMath>
                </a14:m>
                <a:r>
                  <a:rPr lang="ar-AE" sz="1200" spc="200" dirty="0">
                    <a:solidFill>
                      <a:srgbClr val="FFFFFF"/>
                    </a:solidFill>
                    <a:latin typeface="Arial"/>
                    <a:cs typeface="Arial"/>
                  </a:rPr>
                  <a:t>=</a:t>
                </a:r>
                <a:r>
                  <a:rPr lang="ar-AE" sz="1200" spc="-5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i="1" dirty="0">
                    <a:solidFill>
                      <a:srgbClr val="FFFFFF"/>
                    </a:solidFill>
                    <a:latin typeface="Arial"/>
                    <a:cs typeface="Arial"/>
                  </a:rPr>
                  <a:t>Ax</a:t>
                </a:r>
                <a:r>
                  <a:rPr lang="en-US" sz="1200" i="1" spc="30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spc="200" dirty="0">
                    <a:solidFill>
                      <a:srgbClr val="FFFFFF"/>
                    </a:solidFill>
                    <a:latin typeface="Arial"/>
                    <a:cs typeface="Arial"/>
                  </a:rPr>
                  <a:t>+</a:t>
                </a:r>
                <a:r>
                  <a:rPr lang="en-US" sz="1200" spc="-7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i="1" dirty="0">
                    <a:solidFill>
                      <a:srgbClr val="FFFFFF"/>
                    </a:solidFill>
                    <a:latin typeface="Arial"/>
                    <a:cs typeface="Arial"/>
                  </a:rPr>
                  <a:t>Bu</a:t>
                </a:r>
                <a:r>
                  <a:rPr lang="en-US" sz="1200" i="1" dirty="0">
                    <a:solidFill>
                      <a:srgbClr val="FFFFFF"/>
                    </a:solidFill>
                    <a:latin typeface="Times New Roman"/>
                    <a:cs typeface="Times New Roman"/>
                  </a:rPr>
                  <a:t>,</a:t>
                </a:r>
                <a:r>
                  <a:rPr lang="en-US" sz="1200" i="1" spc="275" dirty="0">
                    <a:solidFill>
                      <a:srgbClr val="FFFFFF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US" sz="1200" i="1" spc="-75" dirty="0">
                    <a:solidFill>
                      <a:srgbClr val="FFFFFF"/>
                    </a:solidFill>
                    <a:latin typeface="Arial"/>
                    <a:cs typeface="Arial"/>
                  </a:rPr>
                  <a:t>x</a:t>
                </a:r>
                <a:r>
                  <a:rPr lang="en-US" sz="1200" i="1" spc="-22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dirty="0">
                    <a:solidFill>
                      <a:srgbClr val="FFFFFF"/>
                    </a:solidFill>
                    <a:latin typeface="Arial"/>
                    <a:cs typeface="Arial"/>
                  </a:rPr>
                  <a:t>(0)</a:t>
                </a:r>
                <a:r>
                  <a:rPr lang="en-US" sz="1200" spc="-1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spc="200" dirty="0">
                    <a:solidFill>
                      <a:srgbClr val="FFFFFF"/>
                    </a:solidFill>
                    <a:latin typeface="Arial"/>
                    <a:cs typeface="Arial"/>
                  </a:rPr>
                  <a:t>=</a:t>
                </a:r>
                <a:r>
                  <a:rPr lang="en-US" sz="1200" spc="-1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i="1" dirty="0">
                    <a:solidFill>
                      <a:srgbClr val="FFFFFF"/>
                    </a:solidFill>
                    <a:latin typeface="Arial"/>
                    <a:cs typeface="Arial"/>
                  </a:rPr>
                  <a:t>x</a:t>
                </a:r>
                <a:r>
                  <a:rPr lang="en-US" sz="1200" baseline="-13888" dirty="0">
                    <a:solidFill>
                      <a:srgbClr val="FFFFFF"/>
                    </a:solidFill>
                    <a:latin typeface="Arial"/>
                    <a:cs typeface="Arial"/>
                  </a:rPr>
                  <a:t>0</a:t>
                </a:r>
                <a:r>
                  <a:rPr lang="en-US" sz="1200" i="1" dirty="0">
                    <a:solidFill>
                      <a:srgbClr val="FFFFFF"/>
                    </a:solidFill>
                    <a:latin typeface="Times New Roman"/>
                    <a:cs typeface="Times New Roman"/>
                  </a:rPr>
                  <a:t>,</a:t>
                </a:r>
                <a:r>
                  <a:rPr lang="en-US" sz="1200" i="1" spc="275" dirty="0">
                    <a:solidFill>
                      <a:srgbClr val="FFFFFF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US" sz="1200" i="1" dirty="0">
                    <a:solidFill>
                      <a:srgbClr val="FFFFFF"/>
                    </a:solidFill>
                    <a:latin typeface="Arial"/>
                    <a:cs typeface="Arial"/>
                  </a:rPr>
                  <a:t>A</a:t>
                </a:r>
                <a:r>
                  <a:rPr lang="en-US" sz="1200" i="1" spc="-1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spc="65" dirty="0">
                    <a:solidFill>
                      <a:srgbClr val="FFFFFF"/>
                    </a:solidFill>
                    <a:latin typeface="Menlo"/>
                    <a:cs typeface="Menlo"/>
                  </a:rPr>
                  <a:t>∈</a:t>
                </a:r>
                <a:r>
                  <a:rPr lang="en-US" sz="1200" spc="-390" dirty="0">
                    <a:solidFill>
                      <a:srgbClr val="FFFFFF"/>
                    </a:solidFill>
                    <a:latin typeface="Menlo"/>
                    <a:cs typeface="Menlo"/>
                  </a:rPr>
                  <a:t> </a:t>
                </a:r>
                <a:r>
                  <a:rPr lang="en-US" sz="1200" spc="55" dirty="0">
                    <a:solidFill>
                      <a:srgbClr val="FFFFFF"/>
                    </a:solidFill>
                    <a:latin typeface="Times New Roman"/>
                    <a:cs typeface="Times New Roman"/>
                  </a:rPr>
                  <a:t>R</a:t>
                </a:r>
                <a:r>
                  <a:rPr lang="en-US" sz="1200" i="1" spc="82" baseline="34722" dirty="0">
                    <a:solidFill>
                      <a:srgbClr val="FFFFFF"/>
                    </a:solidFill>
                    <a:latin typeface="Arial"/>
                    <a:cs typeface="Arial"/>
                  </a:rPr>
                  <a:t>n</a:t>
                </a:r>
                <a:r>
                  <a:rPr lang="en-US" sz="1200" i="1" spc="82" baseline="34722" dirty="0">
                    <a:solidFill>
                      <a:srgbClr val="FFFFFF"/>
                    </a:solidFill>
                    <a:latin typeface="Hack"/>
                    <a:cs typeface="Hack"/>
                  </a:rPr>
                  <a:t>×</a:t>
                </a:r>
                <a:r>
                  <a:rPr lang="en-US" sz="1200" i="1" spc="82" baseline="34722" dirty="0">
                    <a:solidFill>
                      <a:srgbClr val="FFFFFF"/>
                    </a:solidFill>
                    <a:latin typeface="Arial"/>
                    <a:cs typeface="Arial"/>
                  </a:rPr>
                  <a:t>n</a:t>
                </a:r>
                <a:r>
                  <a:rPr lang="en-US" sz="1200" i="1" spc="55" dirty="0">
                    <a:solidFill>
                      <a:srgbClr val="FFFFFF"/>
                    </a:solidFill>
                    <a:latin typeface="Times New Roman"/>
                    <a:cs typeface="Times New Roman"/>
                  </a:rPr>
                  <a:t>,</a:t>
                </a:r>
                <a:r>
                  <a:rPr lang="en-US" sz="1200" i="1" spc="-100" dirty="0">
                    <a:solidFill>
                      <a:srgbClr val="FFFFFF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US" sz="1200" i="1" dirty="0">
                    <a:solidFill>
                      <a:srgbClr val="FFFFFF"/>
                    </a:solidFill>
                    <a:latin typeface="Arial"/>
                    <a:cs typeface="Arial"/>
                  </a:rPr>
                  <a:t>B</a:t>
                </a:r>
                <a:r>
                  <a:rPr lang="en-US" sz="1200" i="1" spc="8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spc="65" dirty="0">
                    <a:solidFill>
                      <a:srgbClr val="FFFFFF"/>
                    </a:solidFill>
                    <a:latin typeface="Menlo"/>
                    <a:cs typeface="Menlo"/>
                  </a:rPr>
                  <a:t>∈</a:t>
                </a:r>
                <a:r>
                  <a:rPr lang="en-US" sz="1200" spc="-390" dirty="0">
                    <a:solidFill>
                      <a:srgbClr val="FFFFFF"/>
                    </a:solidFill>
                    <a:latin typeface="Menlo"/>
                    <a:cs typeface="Menlo"/>
                  </a:rPr>
                  <a:t> </a:t>
                </a:r>
                <a:r>
                  <a:rPr lang="en-US" sz="1200" spc="40" dirty="0">
                    <a:solidFill>
                      <a:srgbClr val="FFFFFF"/>
                    </a:solidFill>
                    <a:latin typeface="Times New Roman"/>
                    <a:cs typeface="Times New Roman"/>
                  </a:rPr>
                  <a:t>R</a:t>
                </a:r>
                <a:r>
                  <a:rPr lang="en-US" sz="1200" i="1" spc="60" baseline="34722" dirty="0">
                    <a:solidFill>
                      <a:srgbClr val="FFFFFF"/>
                    </a:solidFill>
                    <a:latin typeface="Arial"/>
                    <a:cs typeface="Arial"/>
                  </a:rPr>
                  <a:t>n</a:t>
                </a:r>
                <a:r>
                  <a:rPr lang="en-US" sz="1200" i="1" spc="60" baseline="34722" dirty="0">
                    <a:solidFill>
                      <a:srgbClr val="FFFFFF"/>
                    </a:solidFill>
                    <a:latin typeface="Hack"/>
                    <a:cs typeface="Hack"/>
                  </a:rPr>
                  <a:t>×</a:t>
                </a:r>
                <a:r>
                  <a:rPr lang="en-US" sz="1200" i="1" spc="60" baseline="34722" dirty="0">
                    <a:solidFill>
                      <a:srgbClr val="FFFFFF"/>
                    </a:solidFill>
                    <a:latin typeface="Arial"/>
                    <a:cs typeface="Arial"/>
                  </a:rPr>
                  <a:t>r</a:t>
                </a:r>
                <a:endParaRPr lang="en-US" sz="1200" baseline="34722" dirty="0">
                  <a:latin typeface="Arial"/>
                  <a:cs typeface="Arial"/>
                </a:endParaRPr>
              </a:p>
              <a:p>
                <a:pPr marL="798195">
                  <a:lnSpc>
                    <a:spcPct val="100000"/>
                  </a:lnSpc>
                  <a:spcBef>
                    <a:spcPts val="305"/>
                  </a:spcBef>
                </a:pPr>
                <a:r>
                  <a:rPr lang="en-US" sz="1200" i="1" dirty="0">
                    <a:solidFill>
                      <a:srgbClr val="FFFFFF"/>
                    </a:solidFill>
                    <a:latin typeface="Arial"/>
                    <a:cs typeface="Arial"/>
                  </a:rPr>
                  <a:t>y</a:t>
                </a:r>
                <a:r>
                  <a:rPr lang="en-US" sz="1200" i="1" spc="50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spc="200" dirty="0">
                    <a:solidFill>
                      <a:srgbClr val="FFFFFF"/>
                    </a:solidFill>
                    <a:latin typeface="Arial"/>
                    <a:cs typeface="Arial"/>
                  </a:rPr>
                  <a:t>=</a:t>
                </a:r>
                <a:r>
                  <a:rPr lang="en-US" sz="1200" spc="-30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i="1" dirty="0">
                    <a:solidFill>
                      <a:srgbClr val="FFFFFF"/>
                    </a:solidFill>
                    <a:latin typeface="Arial"/>
                    <a:cs typeface="Arial"/>
                  </a:rPr>
                  <a:t>Cx</a:t>
                </a:r>
                <a:r>
                  <a:rPr lang="en-US" sz="1200" i="1" dirty="0">
                    <a:solidFill>
                      <a:srgbClr val="FFFFFF"/>
                    </a:solidFill>
                    <a:latin typeface="Times New Roman"/>
                    <a:cs typeface="Times New Roman"/>
                  </a:rPr>
                  <a:t>,</a:t>
                </a:r>
                <a:r>
                  <a:rPr lang="en-US" sz="1200" i="1" spc="235" dirty="0">
                    <a:solidFill>
                      <a:srgbClr val="FFFFFF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US" sz="1200" i="1" dirty="0">
                    <a:solidFill>
                      <a:srgbClr val="FFFFFF"/>
                    </a:solidFill>
                    <a:latin typeface="Arial"/>
                    <a:cs typeface="Arial"/>
                  </a:rPr>
                  <a:t>y</a:t>
                </a:r>
                <a:r>
                  <a:rPr lang="en-US" sz="1200" i="1" spc="8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spc="65" dirty="0">
                    <a:solidFill>
                      <a:srgbClr val="FFFFFF"/>
                    </a:solidFill>
                    <a:latin typeface="Menlo"/>
                    <a:cs typeface="Menlo"/>
                  </a:rPr>
                  <a:t>∈</a:t>
                </a:r>
                <a:r>
                  <a:rPr lang="en-US" sz="1200" i="1" spc="-390" dirty="0">
                    <a:solidFill>
                      <a:srgbClr val="FFFFFF"/>
                    </a:solidFill>
                    <a:latin typeface="Menlo"/>
                    <a:cs typeface="Menlo"/>
                  </a:rPr>
                  <a:t> </a:t>
                </a:r>
                <a:r>
                  <a:rPr lang="en-US" sz="1200" spc="35" dirty="0">
                    <a:solidFill>
                      <a:srgbClr val="FFFFFF"/>
                    </a:solidFill>
                    <a:latin typeface="Times New Roman"/>
                    <a:cs typeface="Times New Roman"/>
                  </a:rPr>
                  <a:t>R</a:t>
                </a:r>
                <a:r>
                  <a:rPr lang="en-US" sz="1200" i="1" spc="52" baseline="34722" dirty="0">
                    <a:solidFill>
                      <a:srgbClr val="FFFFFF"/>
                    </a:solidFill>
                    <a:latin typeface="Arial"/>
                    <a:cs typeface="Arial"/>
                  </a:rPr>
                  <a:t>m</a:t>
                </a:r>
                <a:r>
                  <a:rPr lang="en-US" sz="1200" i="1" spc="52" baseline="34722" dirty="0">
                    <a:solidFill>
                      <a:srgbClr val="FFFFFF"/>
                    </a:solidFill>
                    <a:latin typeface="Hack"/>
                    <a:cs typeface="Hack"/>
                  </a:rPr>
                  <a:t>×</a:t>
                </a:r>
                <a:r>
                  <a:rPr lang="en-US" sz="1200" i="1" spc="52" baseline="34722" dirty="0">
                    <a:solidFill>
                      <a:srgbClr val="FFFFFF"/>
                    </a:solidFill>
                    <a:latin typeface="Arial"/>
                    <a:cs typeface="Arial"/>
                  </a:rPr>
                  <a:t>n</a:t>
                </a:r>
                <a:endParaRPr lang="en-US" sz="1200" baseline="34722" dirty="0">
                  <a:latin typeface="Arial"/>
                  <a:cs typeface="Arial"/>
                </a:endParaRPr>
              </a:p>
              <a:p>
                <a:pPr marL="63500">
                  <a:lnSpc>
                    <a:spcPct val="100000"/>
                  </a:lnSpc>
                  <a:spcBef>
                    <a:spcPts val="1260"/>
                  </a:spcBef>
                </a:pPr>
                <a:r>
                  <a:rPr lang="en-US" sz="1800" spc="300" baseline="4629" dirty="0">
                    <a:solidFill>
                      <a:srgbClr val="7F7F7F"/>
                    </a:solidFill>
                    <a:latin typeface="Arial Unicode MS"/>
                    <a:cs typeface="Arial Unicode MS"/>
                  </a:rPr>
                  <a:t>▶</a:t>
                </a:r>
                <a:r>
                  <a:rPr lang="en-US" sz="1800" spc="322" baseline="4629" dirty="0">
                    <a:solidFill>
                      <a:srgbClr val="7F7F7F"/>
                    </a:solidFill>
                    <a:latin typeface="Arial Unicode MS"/>
                    <a:cs typeface="Arial Unicode MS"/>
                  </a:rPr>
                  <a:t> </a:t>
                </a:r>
                <a:r>
                  <a:rPr lang="en-US" sz="1200" spc="-70" dirty="0">
                    <a:solidFill>
                      <a:srgbClr val="FFFFFF"/>
                    </a:solidFill>
                    <a:latin typeface="Arial"/>
                    <a:cs typeface="Arial"/>
                  </a:rPr>
                  <a:t>Luenberger</a:t>
                </a:r>
                <a:r>
                  <a:rPr lang="en-US" sz="1200" spc="3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spc="-85" dirty="0">
                    <a:solidFill>
                      <a:srgbClr val="FFFFFF"/>
                    </a:solidFill>
                    <a:latin typeface="Arial"/>
                    <a:cs typeface="Arial"/>
                  </a:rPr>
                  <a:t>observer</a:t>
                </a:r>
                <a:r>
                  <a:rPr lang="en-US" sz="1200" spc="3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dirty="0">
                    <a:solidFill>
                      <a:srgbClr val="FFFFFF"/>
                    </a:solidFill>
                    <a:latin typeface="Arial"/>
                    <a:cs typeface="Arial"/>
                  </a:rPr>
                  <a:t>with</a:t>
                </a:r>
                <a:r>
                  <a:rPr lang="en-US" sz="1200" spc="3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spc="-10" dirty="0">
                    <a:solidFill>
                      <a:srgbClr val="FFFFFF"/>
                    </a:solidFill>
                    <a:latin typeface="Arial"/>
                    <a:cs typeface="Arial"/>
                  </a:rPr>
                  <a:t>correction:</a:t>
                </a:r>
                <a:endParaRPr lang="en-US" sz="1200" dirty="0">
                  <a:latin typeface="Arial"/>
                  <a:cs typeface="Arial"/>
                </a:endParaRPr>
              </a:p>
              <a:p>
                <a:pPr marL="254635" algn="ctr">
                  <a:lnSpc>
                    <a:spcPct val="100000"/>
                  </a:lnSpc>
                  <a:spcBef>
                    <a:spcPts val="1030"/>
                  </a:spcBef>
                </a:pP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ar-AE" altLang="zh-CN" sz="1400" b="0" i="1" spc="-10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</m:ctrlPr>
                      </m:accPr>
                      <m:e>
                        <m:acc>
                          <m:accPr>
                            <m:chr m:val="̂"/>
                            <m:ctrlPr>
                              <a:rPr lang="ar-AE" altLang="zh-CN" sz="1200" b="0" i="1" spc="20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/>
                              </a:rPr>
                            </m:ctrlPr>
                          </m:accPr>
                          <m:e>
                            <m:r>
                              <a:rPr lang="zh-CN" altLang="ar-AE" sz="1200" b="0" i="1" spc="20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/>
                              </a:rPr>
                              <m:t>𝑥</m:t>
                            </m:r>
                          </m:e>
                        </m:acc>
                      </m:e>
                    </m:acc>
                  </m:oMath>
                </a14:m>
                <a:r>
                  <a:rPr lang="ar-AE" altLang="zh-CN" sz="1200" spc="200" dirty="0">
                    <a:solidFill>
                      <a:schemeClr val="bg1"/>
                    </a:solidFill>
                    <a:latin typeface="Arial"/>
                    <a:cs typeface="Arial"/>
                  </a:rPr>
                  <a:t>=</a:t>
                </a:r>
                <a:r>
                  <a:rPr lang="ar-AE" altLang="zh-CN" sz="1200" spc="-5" dirty="0">
                    <a:solidFill>
                      <a:schemeClr val="bg1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i="1" spc="40" dirty="0">
                    <a:solidFill>
                      <a:srgbClr val="FFFFFF"/>
                    </a:solidFill>
                    <a:latin typeface="Arial"/>
                    <a:cs typeface="Arial"/>
                  </a:rPr>
                  <a:t>A</a:t>
                </a:r>
                <a:r>
                  <a:rPr lang="en-US" sz="1200" i="1" spc="-480" dirty="0">
                    <a:solidFill>
                      <a:srgbClr val="FFFFFF"/>
                    </a:solidFill>
                    <a:latin typeface="Arial"/>
                    <a:cs typeface="Arial"/>
                  </a:rPr>
                  <a:t>x</a:t>
                </a:r>
                <a:r>
                  <a:rPr lang="en-US" sz="1200" spc="40" dirty="0">
                    <a:solidFill>
                      <a:srgbClr val="FFFFFF"/>
                    </a:solidFill>
                    <a:latin typeface="Arial"/>
                    <a:cs typeface="Arial"/>
                  </a:rPr>
                  <a:t>ˆ</a:t>
                </a:r>
                <a:r>
                  <a:rPr lang="en-US" sz="1200" spc="-80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spc="200" dirty="0">
                    <a:solidFill>
                      <a:srgbClr val="FFFFFF"/>
                    </a:solidFill>
                    <a:latin typeface="Arial"/>
                    <a:cs typeface="Arial"/>
                  </a:rPr>
                  <a:t>+</a:t>
                </a:r>
                <a:r>
                  <a:rPr lang="en-US" sz="1200" spc="-70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i="1" spc="-20" dirty="0">
                    <a:solidFill>
                      <a:srgbClr val="FFFFFF"/>
                    </a:solidFill>
                    <a:latin typeface="Arial"/>
                    <a:cs typeface="Arial"/>
                  </a:rPr>
                  <a:t>Bu</a:t>
                </a:r>
                <a:r>
                  <a:rPr lang="en-US" sz="1200" i="1" spc="-1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spc="200" dirty="0">
                    <a:solidFill>
                      <a:srgbClr val="FFFFFF"/>
                    </a:solidFill>
                    <a:latin typeface="Arial"/>
                    <a:cs typeface="Arial"/>
                  </a:rPr>
                  <a:t>+</a:t>
                </a:r>
                <a:r>
                  <a:rPr lang="en-US" sz="1200" spc="-70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i="1" spc="-40" dirty="0">
                    <a:solidFill>
                      <a:srgbClr val="FFFFFF"/>
                    </a:solidFill>
                    <a:latin typeface="Arial"/>
                    <a:cs typeface="Arial"/>
                  </a:rPr>
                  <a:t>L</a:t>
                </a:r>
                <a:r>
                  <a:rPr lang="en-US" sz="1200" i="1" spc="-130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dirty="0">
                    <a:solidFill>
                      <a:srgbClr val="FFFFFF"/>
                    </a:solidFill>
                    <a:latin typeface="Arial"/>
                    <a:cs typeface="Arial"/>
                  </a:rPr>
                  <a:t>(</a:t>
                </a:r>
                <a:r>
                  <a:rPr lang="en-US" sz="1200" i="1" dirty="0">
                    <a:solidFill>
                      <a:srgbClr val="FFFFFF"/>
                    </a:solidFill>
                    <a:latin typeface="Arial"/>
                    <a:cs typeface="Arial"/>
                  </a:rPr>
                  <a:t>y</a:t>
                </a:r>
                <a:r>
                  <a:rPr lang="en-US" sz="1200" i="1" spc="60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i="1" spc="200" dirty="0">
                    <a:solidFill>
                      <a:srgbClr val="FFFFFF"/>
                    </a:solidFill>
                    <a:latin typeface="Menlo"/>
                    <a:cs typeface="Menlo"/>
                  </a:rPr>
                  <a:t>−</a:t>
                </a:r>
                <a:r>
                  <a:rPr lang="en-US" sz="1200" i="1" spc="-459" dirty="0">
                    <a:solidFill>
                      <a:srgbClr val="FFFFFF"/>
                    </a:solidFill>
                    <a:latin typeface="Menlo"/>
                    <a:cs typeface="Menlo"/>
                  </a:rPr>
                  <a:t> </a:t>
                </a:r>
                <a:r>
                  <a:rPr lang="en-US" sz="1200" i="1" spc="-434" dirty="0">
                    <a:solidFill>
                      <a:srgbClr val="FFFFFF"/>
                    </a:solidFill>
                    <a:latin typeface="Arial"/>
                    <a:cs typeface="Arial"/>
                  </a:rPr>
                  <a:t>y</a:t>
                </a:r>
                <a:r>
                  <a:rPr lang="en-US" sz="1200" spc="65" dirty="0">
                    <a:solidFill>
                      <a:srgbClr val="FFFFFF"/>
                    </a:solidFill>
                    <a:latin typeface="Arial"/>
                    <a:cs typeface="Arial"/>
                  </a:rPr>
                  <a:t>ˆ</a:t>
                </a:r>
                <a:r>
                  <a:rPr lang="en-US" sz="1200" spc="75" dirty="0">
                    <a:solidFill>
                      <a:srgbClr val="FFFFFF"/>
                    </a:solidFill>
                    <a:latin typeface="Arial"/>
                    <a:cs typeface="Arial"/>
                  </a:rPr>
                  <a:t>)</a:t>
                </a:r>
                <a:r>
                  <a:rPr lang="en-US" sz="1200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spc="200" dirty="0">
                    <a:solidFill>
                      <a:srgbClr val="FFFFFF"/>
                    </a:solidFill>
                    <a:latin typeface="Arial"/>
                    <a:cs typeface="Arial"/>
                  </a:rPr>
                  <a:t>=</a:t>
                </a:r>
                <a:r>
                  <a:rPr lang="en-US" sz="1200" spc="-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i="1" spc="40" dirty="0">
                    <a:solidFill>
                      <a:srgbClr val="FFFFFF"/>
                    </a:solidFill>
                    <a:latin typeface="Arial"/>
                    <a:cs typeface="Arial"/>
                  </a:rPr>
                  <a:t>A</a:t>
                </a:r>
                <a:r>
                  <a:rPr lang="en-US" sz="1200" i="1" spc="-480" dirty="0">
                    <a:solidFill>
                      <a:srgbClr val="FFFFFF"/>
                    </a:solidFill>
                    <a:latin typeface="Arial"/>
                    <a:cs typeface="Arial"/>
                  </a:rPr>
                  <a:t>x</a:t>
                </a:r>
                <a:r>
                  <a:rPr lang="en-US" sz="1200" spc="40" dirty="0">
                    <a:solidFill>
                      <a:srgbClr val="FFFFFF"/>
                    </a:solidFill>
                    <a:latin typeface="Arial"/>
                    <a:cs typeface="Arial"/>
                  </a:rPr>
                  <a:t>ˆ</a:t>
                </a:r>
                <a:r>
                  <a:rPr lang="en-US" sz="1200" spc="-8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spc="200" dirty="0">
                    <a:solidFill>
                      <a:srgbClr val="FFFFFF"/>
                    </a:solidFill>
                    <a:latin typeface="Arial"/>
                    <a:cs typeface="Arial"/>
                  </a:rPr>
                  <a:t>+</a:t>
                </a:r>
                <a:r>
                  <a:rPr lang="en-US" sz="1200" spc="-70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i="1" spc="-20" dirty="0">
                    <a:solidFill>
                      <a:srgbClr val="FFFFFF"/>
                    </a:solidFill>
                    <a:latin typeface="Arial"/>
                    <a:cs typeface="Arial"/>
                  </a:rPr>
                  <a:t>Bu</a:t>
                </a:r>
                <a:r>
                  <a:rPr lang="en-US" sz="1200" i="1" spc="-10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spc="200" dirty="0">
                    <a:solidFill>
                      <a:srgbClr val="FFFFFF"/>
                    </a:solidFill>
                    <a:latin typeface="Arial"/>
                    <a:cs typeface="Arial"/>
                  </a:rPr>
                  <a:t>+</a:t>
                </a:r>
                <a:r>
                  <a:rPr lang="en-US" sz="1200" spc="-70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i="1" spc="-40" dirty="0">
                    <a:solidFill>
                      <a:srgbClr val="FFFFFF"/>
                    </a:solidFill>
                    <a:latin typeface="Arial"/>
                    <a:cs typeface="Arial"/>
                  </a:rPr>
                  <a:t>L</a:t>
                </a:r>
                <a:r>
                  <a:rPr lang="en-US" sz="1200" i="1" spc="-13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dirty="0">
                    <a:solidFill>
                      <a:srgbClr val="FFFFFF"/>
                    </a:solidFill>
                    <a:latin typeface="Arial"/>
                    <a:cs typeface="Arial"/>
                  </a:rPr>
                  <a:t>(</a:t>
                </a:r>
                <a:r>
                  <a:rPr lang="en-US" sz="1200" i="1" dirty="0">
                    <a:solidFill>
                      <a:srgbClr val="FFFFFF"/>
                    </a:solidFill>
                    <a:latin typeface="Arial"/>
                    <a:cs typeface="Arial"/>
                  </a:rPr>
                  <a:t>y</a:t>
                </a:r>
                <a:r>
                  <a:rPr lang="en-US" sz="1200" i="1" spc="6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i="1" spc="200" dirty="0">
                    <a:solidFill>
                      <a:srgbClr val="FFFFFF"/>
                    </a:solidFill>
                    <a:latin typeface="Menlo"/>
                    <a:cs typeface="Menlo"/>
                  </a:rPr>
                  <a:t>−</a:t>
                </a:r>
                <a:r>
                  <a:rPr lang="en-US" sz="1200" i="1" spc="-459" dirty="0">
                    <a:solidFill>
                      <a:srgbClr val="FFFFFF"/>
                    </a:solidFill>
                    <a:latin typeface="Menlo"/>
                    <a:cs typeface="Menlo"/>
                  </a:rPr>
                  <a:t> </a:t>
                </a:r>
                <a:r>
                  <a:rPr lang="en-US" sz="1200" i="1" spc="-130" dirty="0">
                    <a:solidFill>
                      <a:srgbClr val="FFFFFF"/>
                    </a:solidFill>
                    <a:latin typeface="Arial"/>
                    <a:cs typeface="Arial"/>
                  </a:rPr>
                  <a:t>C</a:t>
                </a:r>
                <a:r>
                  <a:rPr lang="en-US" sz="1200" i="1" spc="-190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i="1" spc="-445" dirty="0">
                    <a:solidFill>
                      <a:srgbClr val="FFFFFF"/>
                    </a:solidFill>
                    <a:latin typeface="Arial"/>
                    <a:cs typeface="Arial"/>
                  </a:rPr>
                  <a:t>x</a:t>
                </a:r>
                <a:r>
                  <a:rPr lang="en-US" sz="1200" spc="60" dirty="0">
                    <a:solidFill>
                      <a:srgbClr val="FFFFFF"/>
                    </a:solidFill>
                    <a:latin typeface="Arial"/>
                    <a:cs typeface="Arial"/>
                  </a:rPr>
                  <a:t>ˆ</a:t>
                </a:r>
                <a:r>
                  <a:rPr lang="en-US" sz="1200" spc="75" dirty="0">
                    <a:solidFill>
                      <a:srgbClr val="FFFFFF"/>
                    </a:solidFill>
                    <a:latin typeface="Arial"/>
                    <a:cs typeface="Arial"/>
                  </a:rPr>
                  <a:t>)</a:t>
                </a:r>
                <a:r>
                  <a:rPr lang="en-US" sz="1200" spc="-130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i="1" dirty="0">
                    <a:solidFill>
                      <a:srgbClr val="FFFFFF"/>
                    </a:solidFill>
                    <a:latin typeface="Times New Roman"/>
                    <a:cs typeface="Times New Roman"/>
                  </a:rPr>
                  <a:t>,</a:t>
                </a:r>
                <a:r>
                  <a:rPr lang="en-US" sz="1200" i="1" spc="290" dirty="0">
                    <a:solidFill>
                      <a:srgbClr val="FFFFFF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US" sz="1200" i="1" spc="-484" dirty="0">
                    <a:solidFill>
                      <a:srgbClr val="FFFFFF"/>
                    </a:solidFill>
                    <a:latin typeface="Arial"/>
                    <a:cs typeface="Arial"/>
                  </a:rPr>
                  <a:t>x</a:t>
                </a:r>
                <a:r>
                  <a:rPr lang="en-US" sz="1200" spc="20" dirty="0">
                    <a:solidFill>
                      <a:srgbClr val="FFFFFF"/>
                    </a:solidFill>
                    <a:latin typeface="Arial"/>
                    <a:cs typeface="Arial"/>
                  </a:rPr>
                  <a:t>ˆ</a:t>
                </a:r>
                <a:r>
                  <a:rPr lang="en-US" sz="1200" spc="35" dirty="0">
                    <a:solidFill>
                      <a:srgbClr val="FFFFFF"/>
                    </a:solidFill>
                    <a:latin typeface="Arial"/>
                    <a:cs typeface="Arial"/>
                  </a:rPr>
                  <a:t>(0)</a:t>
                </a:r>
                <a:r>
                  <a:rPr lang="en-US" sz="1200" spc="-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spc="200" dirty="0">
                    <a:solidFill>
                      <a:srgbClr val="FFFFFF"/>
                    </a:solidFill>
                    <a:latin typeface="Arial"/>
                    <a:cs typeface="Arial"/>
                  </a:rPr>
                  <a:t>=</a:t>
                </a:r>
                <a:r>
                  <a:rPr lang="en-US" sz="1200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spc="-50" dirty="0">
                    <a:solidFill>
                      <a:srgbClr val="FFFFFF"/>
                    </a:solidFill>
                    <a:latin typeface="Arial"/>
                    <a:cs typeface="Arial"/>
                  </a:rPr>
                  <a:t>0</a:t>
                </a:r>
                <a:endParaRPr lang="en-US" sz="1200" dirty="0">
                  <a:latin typeface="Arial"/>
                  <a:cs typeface="Arial"/>
                </a:endParaRPr>
              </a:p>
              <a:p>
                <a:pPr marL="442595">
                  <a:lnSpc>
                    <a:spcPct val="100000"/>
                  </a:lnSpc>
                  <a:spcBef>
                    <a:spcPts val="300"/>
                  </a:spcBef>
                </a:pPr>
                <a:r>
                  <a:rPr lang="en-US" sz="1200" spc="200" dirty="0">
                    <a:solidFill>
                      <a:srgbClr val="FFFFFF"/>
                    </a:solidFill>
                    <a:latin typeface="Arial"/>
                    <a:cs typeface="Arial"/>
                  </a:rPr>
                  <a:t>=</a:t>
                </a:r>
                <a:r>
                  <a:rPr lang="en-US" sz="1200" spc="-2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dirty="0">
                    <a:solidFill>
                      <a:srgbClr val="FFFFFF"/>
                    </a:solidFill>
                    <a:latin typeface="Arial"/>
                    <a:cs typeface="Arial"/>
                  </a:rPr>
                  <a:t>(</a:t>
                </a:r>
                <a:r>
                  <a:rPr lang="en-US" sz="1200" i="1" dirty="0">
                    <a:solidFill>
                      <a:srgbClr val="FFFFFF"/>
                    </a:solidFill>
                    <a:latin typeface="Arial"/>
                    <a:cs typeface="Arial"/>
                  </a:rPr>
                  <a:t>A</a:t>
                </a:r>
                <a:r>
                  <a:rPr lang="en-US" sz="1200" i="1" spc="-7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i="1" spc="200" dirty="0">
                    <a:solidFill>
                      <a:srgbClr val="FFFFFF"/>
                    </a:solidFill>
                    <a:latin typeface="Menlo"/>
                    <a:cs typeface="Menlo"/>
                  </a:rPr>
                  <a:t>−</a:t>
                </a:r>
                <a:r>
                  <a:rPr lang="en-US" sz="1200" i="1" spc="-459" dirty="0">
                    <a:solidFill>
                      <a:srgbClr val="FFFFFF"/>
                    </a:solidFill>
                    <a:latin typeface="Menlo"/>
                    <a:cs typeface="Menlo"/>
                  </a:rPr>
                  <a:t> </a:t>
                </a:r>
                <a:r>
                  <a:rPr lang="en-US" sz="1200" i="1" spc="-85" dirty="0">
                    <a:solidFill>
                      <a:srgbClr val="FFFFFF"/>
                    </a:solidFill>
                    <a:latin typeface="Arial"/>
                    <a:cs typeface="Arial"/>
                  </a:rPr>
                  <a:t>LC</a:t>
                </a:r>
                <a:r>
                  <a:rPr lang="en-US" sz="1200" i="1" spc="-190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spc="50" dirty="0">
                    <a:solidFill>
                      <a:srgbClr val="FFFFFF"/>
                    </a:solidFill>
                    <a:latin typeface="Arial"/>
                    <a:cs typeface="Arial"/>
                  </a:rPr>
                  <a:t>)</a:t>
                </a:r>
                <a:r>
                  <a:rPr lang="en-US" sz="1200" spc="-13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i="1" spc="-440" dirty="0">
                    <a:solidFill>
                      <a:srgbClr val="FFFFFF"/>
                    </a:solidFill>
                    <a:latin typeface="Arial"/>
                    <a:cs typeface="Arial"/>
                  </a:rPr>
                  <a:t>x</a:t>
                </a:r>
                <a:r>
                  <a:rPr lang="en-US" sz="1200" spc="80" dirty="0">
                    <a:solidFill>
                      <a:srgbClr val="FFFFFF"/>
                    </a:solidFill>
                    <a:latin typeface="Arial"/>
                    <a:cs typeface="Arial"/>
                  </a:rPr>
                  <a:t>ˆ</a:t>
                </a:r>
                <a:r>
                  <a:rPr lang="en-US" sz="1200" spc="-90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spc="200" dirty="0">
                    <a:solidFill>
                      <a:srgbClr val="FFFFFF"/>
                    </a:solidFill>
                    <a:latin typeface="Arial"/>
                    <a:cs typeface="Arial"/>
                  </a:rPr>
                  <a:t>+</a:t>
                </a:r>
                <a:r>
                  <a:rPr lang="en-US" sz="1200" spc="-7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i="1" dirty="0">
                    <a:solidFill>
                      <a:srgbClr val="FFFFFF"/>
                    </a:solidFill>
                    <a:latin typeface="Arial"/>
                    <a:cs typeface="Arial"/>
                  </a:rPr>
                  <a:t>Ly</a:t>
                </a:r>
                <a:r>
                  <a:rPr lang="en-US" sz="1200" i="1" spc="5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spc="200" dirty="0">
                    <a:solidFill>
                      <a:srgbClr val="FFFFFF"/>
                    </a:solidFill>
                    <a:latin typeface="Arial"/>
                    <a:cs typeface="Arial"/>
                  </a:rPr>
                  <a:t>+</a:t>
                </a:r>
                <a:r>
                  <a:rPr lang="en-US" sz="1200" spc="-7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i="1" spc="-25" dirty="0">
                    <a:solidFill>
                      <a:srgbClr val="FFFFFF"/>
                    </a:solidFill>
                    <a:latin typeface="Arial"/>
                    <a:cs typeface="Arial"/>
                  </a:rPr>
                  <a:t>Bu</a:t>
                </a:r>
                <a:endParaRPr lang="en-US" sz="1200" dirty="0">
                  <a:latin typeface="Arial"/>
                  <a:cs typeface="Arial"/>
                </a:endParaRPr>
              </a:p>
              <a:p>
                <a:pPr marL="63500">
                  <a:lnSpc>
                    <a:spcPct val="100000"/>
                  </a:lnSpc>
                  <a:spcBef>
                    <a:spcPts val="1265"/>
                  </a:spcBef>
                </a:pPr>
                <a:r>
                  <a:rPr lang="en-US" sz="1800" spc="300" baseline="4629" dirty="0">
                    <a:solidFill>
                      <a:srgbClr val="7F7F7F"/>
                    </a:solidFill>
                    <a:latin typeface="Arial Unicode MS"/>
                    <a:cs typeface="Arial Unicode MS"/>
                  </a:rPr>
                  <a:t>▶</a:t>
                </a:r>
                <a:r>
                  <a:rPr lang="en-US" sz="1800" spc="195" baseline="4629" dirty="0">
                    <a:solidFill>
                      <a:srgbClr val="7F7F7F"/>
                    </a:solidFill>
                    <a:latin typeface="Arial Unicode MS"/>
                    <a:cs typeface="Arial Unicode MS"/>
                  </a:rPr>
                  <a:t> </a:t>
                </a:r>
                <a:r>
                  <a:rPr lang="en-US" sz="1200" spc="-35" dirty="0">
                    <a:solidFill>
                      <a:srgbClr val="FFFFFF"/>
                    </a:solidFill>
                    <a:latin typeface="Arial"/>
                    <a:cs typeface="Arial"/>
                  </a:rPr>
                  <a:t>error</a:t>
                </a:r>
                <a:r>
                  <a:rPr lang="en-US" sz="1200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spc="-65" dirty="0">
                    <a:solidFill>
                      <a:srgbClr val="FFFFFF"/>
                    </a:solidFill>
                    <a:latin typeface="Arial"/>
                    <a:cs typeface="Arial"/>
                  </a:rPr>
                  <a:t>dynamics:</a:t>
                </a:r>
                <a:r>
                  <a:rPr lang="en-US" sz="1200" spc="110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i="1" dirty="0">
                    <a:solidFill>
                      <a:srgbClr val="FFFFFF"/>
                    </a:solidFill>
                    <a:latin typeface="Arial"/>
                    <a:cs typeface="Arial"/>
                  </a:rPr>
                  <a:t>e</a:t>
                </a:r>
                <a:r>
                  <a:rPr lang="en-US" sz="1200" i="1" spc="2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spc="200" dirty="0">
                    <a:solidFill>
                      <a:srgbClr val="FFFFFF"/>
                    </a:solidFill>
                    <a:latin typeface="Arial"/>
                    <a:cs typeface="Arial"/>
                  </a:rPr>
                  <a:t>=</a:t>
                </a:r>
                <a:r>
                  <a:rPr lang="en-US" sz="1200" spc="-50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i="1" dirty="0">
                    <a:solidFill>
                      <a:srgbClr val="FFFFFF"/>
                    </a:solidFill>
                    <a:latin typeface="Arial"/>
                    <a:cs typeface="Arial"/>
                  </a:rPr>
                  <a:t>x</a:t>
                </a:r>
                <a:r>
                  <a:rPr lang="en-US" sz="1200" i="1" spc="-1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i="1" spc="200" dirty="0">
                    <a:solidFill>
                      <a:srgbClr val="FFFFFF"/>
                    </a:solidFill>
                    <a:latin typeface="Menlo"/>
                    <a:cs typeface="Menlo"/>
                  </a:rPr>
                  <a:t>−</a:t>
                </a:r>
                <a:r>
                  <a:rPr lang="en-US" sz="1200" i="1" spc="-459" dirty="0">
                    <a:solidFill>
                      <a:srgbClr val="FFFFFF"/>
                    </a:solidFill>
                    <a:latin typeface="Menlo"/>
                    <a:cs typeface="Menlo"/>
                  </a:rPr>
                  <a:t> </a:t>
                </a:r>
                <a:r>
                  <a:rPr lang="en-US" sz="1200" i="1" spc="-370" dirty="0">
                    <a:solidFill>
                      <a:srgbClr val="FFFFFF"/>
                    </a:solidFill>
                    <a:latin typeface="Arial"/>
                    <a:cs typeface="Arial"/>
                  </a:rPr>
                  <a:t>x</a:t>
                </a:r>
                <a:r>
                  <a:rPr lang="en-US" sz="1200" spc="135" dirty="0">
                    <a:solidFill>
                      <a:srgbClr val="FFFFFF"/>
                    </a:solidFill>
                    <a:latin typeface="Arial"/>
                    <a:cs typeface="Arial"/>
                  </a:rPr>
                  <a:t>ˆ</a:t>
                </a:r>
                <a:r>
                  <a:rPr lang="en-US" sz="1200" spc="150" dirty="0">
                    <a:solidFill>
                      <a:srgbClr val="FFFFFF"/>
                    </a:solidFill>
                    <a:latin typeface="Arial"/>
                    <a:cs typeface="Arial"/>
                  </a:rPr>
                  <a:t>:</a:t>
                </a:r>
                <a:endParaRPr lang="en-US" sz="1200" dirty="0">
                  <a:latin typeface="Arial"/>
                  <a:cs typeface="Arial"/>
                </a:endParaRPr>
              </a:p>
              <a:p>
                <a:pPr marL="254635" algn="ctr">
                  <a:lnSpc>
                    <a:spcPct val="100000"/>
                  </a:lnSpc>
                  <a:spcBef>
                    <a:spcPts val="1025"/>
                  </a:spcBef>
                </a:pP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altLang="zh-CN" sz="1200" b="0" i="1" spc="200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</m:ctrlPr>
                      </m:accPr>
                      <m:e>
                        <m:r>
                          <a:rPr lang="zh-CN" altLang="en-US" sz="1200" b="0" i="1" spc="200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  <m:t>𝑒</m:t>
                        </m:r>
                      </m:e>
                    </m:acc>
                  </m:oMath>
                </a14:m>
                <a:r>
                  <a:rPr lang="en-US" sz="1200" spc="200" dirty="0">
                    <a:solidFill>
                      <a:srgbClr val="FFFFFF"/>
                    </a:solidFill>
                    <a:latin typeface="Arial"/>
                    <a:cs typeface="Arial"/>
                  </a:rPr>
                  <a:t>=</a:t>
                </a:r>
                <a:r>
                  <a:rPr lang="en-US" sz="1200" spc="-20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i="1" spc="-90" dirty="0">
                    <a:solidFill>
                      <a:srgbClr val="FFFFFF"/>
                    </a:solidFill>
                    <a:latin typeface="Arial"/>
                    <a:cs typeface="Arial"/>
                  </a:rPr>
                  <a:t>Ae</a:t>
                </a:r>
                <a:r>
                  <a:rPr lang="en-US" sz="1200" i="1" spc="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i="1" spc="200" dirty="0">
                    <a:solidFill>
                      <a:srgbClr val="FFFFFF"/>
                    </a:solidFill>
                    <a:latin typeface="Menlo"/>
                    <a:cs typeface="Menlo"/>
                  </a:rPr>
                  <a:t>−</a:t>
                </a:r>
                <a:r>
                  <a:rPr lang="en-US" sz="1200" i="1" spc="-459" dirty="0">
                    <a:solidFill>
                      <a:srgbClr val="FFFFFF"/>
                    </a:solidFill>
                    <a:latin typeface="Menlo"/>
                    <a:cs typeface="Menlo"/>
                  </a:rPr>
                  <a:t> </a:t>
                </a:r>
                <a:r>
                  <a:rPr lang="en-US" sz="1200" i="1" spc="-80" dirty="0">
                    <a:solidFill>
                      <a:srgbClr val="FFFFFF"/>
                    </a:solidFill>
                    <a:latin typeface="Arial"/>
                    <a:cs typeface="Arial"/>
                  </a:rPr>
                  <a:t>LCe</a:t>
                </a:r>
                <a:r>
                  <a:rPr lang="en-US" sz="1200" i="1" spc="80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spc="200" dirty="0">
                    <a:solidFill>
                      <a:srgbClr val="FFFFFF"/>
                    </a:solidFill>
                    <a:latin typeface="Arial"/>
                    <a:cs typeface="Arial"/>
                  </a:rPr>
                  <a:t>=</a:t>
                </a:r>
                <a:r>
                  <a:rPr lang="en-US" sz="1200" spc="-10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dirty="0">
                    <a:solidFill>
                      <a:srgbClr val="FFFFFF"/>
                    </a:solidFill>
                    <a:latin typeface="Arial"/>
                    <a:cs typeface="Arial"/>
                  </a:rPr>
                  <a:t>(</a:t>
                </a:r>
                <a:r>
                  <a:rPr lang="en-US" sz="1200" i="1" dirty="0">
                    <a:solidFill>
                      <a:srgbClr val="FFFFFF"/>
                    </a:solidFill>
                    <a:latin typeface="Arial"/>
                    <a:cs typeface="Arial"/>
                  </a:rPr>
                  <a:t>A</a:t>
                </a:r>
                <a:r>
                  <a:rPr lang="en-US" sz="1200" i="1" spc="-70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i="1" spc="200" dirty="0">
                    <a:solidFill>
                      <a:srgbClr val="FFFFFF"/>
                    </a:solidFill>
                    <a:latin typeface="Menlo"/>
                    <a:cs typeface="Menlo"/>
                  </a:rPr>
                  <a:t>−</a:t>
                </a:r>
                <a:r>
                  <a:rPr lang="en-US" sz="1200" i="1" spc="-459" dirty="0">
                    <a:solidFill>
                      <a:srgbClr val="FFFFFF"/>
                    </a:solidFill>
                    <a:latin typeface="Menlo"/>
                    <a:cs typeface="Menlo"/>
                  </a:rPr>
                  <a:t> </a:t>
                </a:r>
                <a:r>
                  <a:rPr lang="en-US" sz="1200" i="1" spc="-85" dirty="0">
                    <a:solidFill>
                      <a:srgbClr val="FFFFFF"/>
                    </a:solidFill>
                    <a:latin typeface="Arial"/>
                    <a:cs typeface="Arial"/>
                  </a:rPr>
                  <a:t>LC</a:t>
                </a:r>
                <a:r>
                  <a:rPr lang="en-US" sz="1200" i="1" spc="-190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dirty="0">
                    <a:solidFill>
                      <a:srgbClr val="FFFFFF"/>
                    </a:solidFill>
                    <a:latin typeface="Arial"/>
                    <a:cs typeface="Arial"/>
                  </a:rPr>
                  <a:t>)</a:t>
                </a:r>
                <a:r>
                  <a:rPr lang="en-US" sz="1200" i="1" dirty="0">
                    <a:solidFill>
                      <a:srgbClr val="FFFFFF"/>
                    </a:solidFill>
                    <a:latin typeface="Arial"/>
                    <a:cs typeface="Arial"/>
                  </a:rPr>
                  <a:t>e</a:t>
                </a:r>
                <a:r>
                  <a:rPr lang="en-US" sz="1200" i="1" dirty="0">
                    <a:solidFill>
                      <a:srgbClr val="FFFFFF"/>
                    </a:solidFill>
                    <a:latin typeface="Times New Roman"/>
                    <a:cs typeface="Times New Roman"/>
                  </a:rPr>
                  <a:t>,</a:t>
                </a:r>
                <a:r>
                  <a:rPr lang="en-US" sz="1200" i="1" spc="285" dirty="0">
                    <a:solidFill>
                      <a:srgbClr val="FFFFFF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US" sz="1200" i="1" dirty="0">
                    <a:solidFill>
                      <a:srgbClr val="FFFFFF"/>
                    </a:solidFill>
                    <a:latin typeface="Arial"/>
                    <a:cs typeface="Arial"/>
                  </a:rPr>
                  <a:t>e</a:t>
                </a:r>
                <a:r>
                  <a:rPr lang="en-US" sz="1200" dirty="0">
                    <a:solidFill>
                      <a:srgbClr val="FFFFFF"/>
                    </a:solidFill>
                    <a:latin typeface="Arial"/>
                    <a:cs typeface="Arial"/>
                  </a:rPr>
                  <a:t>(0)</a:t>
                </a:r>
                <a:r>
                  <a:rPr lang="en-US" sz="1200" spc="-10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spc="200" dirty="0">
                    <a:solidFill>
                      <a:srgbClr val="FFFFFF"/>
                    </a:solidFill>
                    <a:latin typeface="Arial"/>
                    <a:cs typeface="Arial"/>
                  </a:rPr>
                  <a:t>=</a:t>
                </a:r>
                <a:r>
                  <a:rPr lang="en-US" sz="1200" spc="-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i="1" spc="-75" dirty="0">
                    <a:solidFill>
                      <a:srgbClr val="FFFFFF"/>
                    </a:solidFill>
                    <a:latin typeface="Arial"/>
                    <a:cs typeface="Arial"/>
                  </a:rPr>
                  <a:t>x</a:t>
                </a:r>
                <a:r>
                  <a:rPr lang="en-US" sz="1200" i="1" spc="-22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spc="-25" dirty="0">
                    <a:solidFill>
                      <a:srgbClr val="FFFFFF"/>
                    </a:solidFill>
                    <a:latin typeface="Arial"/>
                    <a:cs typeface="Arial"/>
                  </a:rPr>
                  <a:t>(0)</a:t>
                </a:r>
                <a:endParaRPr lang="en-US" sz="1200" dirty="0">
                  <a:latin typeface="Arial"/>
                  <a:cs typeface="Arial"/>
                </a:endParaRPr>
              </a:p>
              <a:p>
                <a:pPr marL="255904" marR="109855" indent="-193040">
                  <a:lnSpc>
                    <a:spcPct val="100000"/>
                  </a:lnSpc>
                  <a:spcBef>
                    <a:spcPts val="1265"/>
                  </a:spcBef>
                </a:pPr>
                <a:r>
                  <a:rPr lang="en-US" sz="1800" spc="300" baseline="4629" dirty="0">
                    <a:solidFill>
                      <a:srgbClr val="7F7F7F"/>
                    </a:solidFill>
                    <a:latin typeface="Arial Unicode MS"/>
                    <a:cs typeface="Arial Unicode MS"/>
                  </a:rPr>
                  <a:t>▶</a:t>
                </a:r>
                <a:r>
                  <a:rPr lang="en-US" sz="1800" spc="127" baseline="4629" dirty="0">
                    <a:solidFill>
                      <a:srgbClr val="7F7F7F"/>
                    </a:solidFill>
                    <a:latin typeface="Arial Unicode MS"/>
                    <a:cs typeface="Arial Unicode MS"/>
                  </a:rPr>
                  <a:t> </a:t>
                </a:r>
                <a:r>
                  <a:rPr lang="en-US" sz="1200" dirty="0">
                    <a:solidFill>
                      <a:srgbClr val="FFFFFF"/>
                    </a:solidFill>
                    <a:latin typeface="Arial"/>
                    <a:cs typeface="Arial"/>
                  </a:rPr>
                  <a:t>if</a:t>
                </a:r>
                <a:r>
                  <a:rPr lang="en-US" sz="1200" spc="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dirty="0">
                    <a:solidFill>
                      <a:srgbClr val="FFFFFF"/>
                    </a:solidFill>
                    <a:latin typeface="Arial"/>
                    <a:cs typeface="Arial"/>
                  </a:rPr>
                  <a:t>all </a:t>
                </a:r>
                <a:r>
                  <a:rPr lang="en-US" sz="1200" spc="-95" dirty="0">
                    <a:solidFill>
                      <a:srgbClr val="FFFFFF"/>
                    </a:solidFill>
                    <a:latin typeface="Arial"/>
                    <a:cs typeface="Arial"/>
                  </a:rPr>
                  <a:t>eigenvalues</a:t>
                </a:r>
                <a:r>
                  <a:rPr lang="en-US" sz="1200" spc="10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dirty="0">
                    <a:solidFill>
                      <a:srgbClr val="FFFFFF"/>
                    </a:solidFill>
                    <a:latin typeface="Arial"/>
                    <a:cs typeface="Arial"/>
                  </a:rPr>
                  <a:t>of</a:t>
                </a:r>
                <a:r>
                  <a:rPr lang="en-US" sz="1200" spc="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i="1" spc="-40" dirty="0">
                    <a:solidFill>
                      <a:srgbClr val="FFFFFF"/>
                    </a:solidFill>
                    <a:latin typeface="Arial"/>
                    <a:cs typeface="Arial"/>
                  </a:rPr>
                  <a:t>A</a:t>
                </a:r>
                <a:r>
                  <a:rPr lang="en-US" sz="1200" i="1" spc="-70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i="1" spc="200" dirty="0">
                    <a:solidFill>
                      <a:srgbClr val="FFFFFF"/>
                    </a:solidFill>
                    <a:latin typeface="Menlo"/>
                    <a:cs typeface="Menlo"/>
                  </a:rPr>
                  <a:t>−</a:t>
                </a:r>
                <a:r>
                  <a:rPr lang="en-US" sz="1200" i="1" spc="-459" dirty="0">
                    <a:solidFill>
                      <a:srgbClr val="FFFFFF"/>
                    </a:solidFill>
                    <a:latin typeface="Menlo"/>
                    <a:cs typeface="Menlo"/>
                  </a:rPr>
                  <a:t> </a:t>
                </a:r>
                <a:r>
                  <a:rPr lang="en-US" sz="1200" i="1" dirty="0">
                    <a:solidFill>
                      <a:srgbClr val="FFFFFF"/>
                    </a:solidFill>
                    <a:latin typeface="Arial"/>
                    <a:cs typeface="Arial"/>
                  </a:rPr>
                  <a:t>LC</a:t>
                </a:r>
                <a:r>
                  <a:rPr lang="en-US" sz="1200" i="1" spc="12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spc="-85" dirty="0">
                    <a:solidFill>
                      <a:srgbClr val="FFFFFF"/>
                    </a:solidFill>
                    <a:latin typeface="Arial"/>
                    <a:cs typeface="Arial"/>
                  </a:rPr>
                  <a:t>are</a:t>
                </a:r>
                <a:r>
                  <a:rPr lang="en-US" sz="1200" spc="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spc="-10" dirty="0">
                    <a:solidFill>
                      <a:srgbClr val="FFFFFF"/>
                    </a:solidFill>
                    <a:latin typeface="Arial"/>
                    <a:cs typeface="Arial"/>
                  </a:rPr>
                  <a:t>on</a:t>
                </a:r>
                <a:r>
                  <a:rPr lang="en-US" sz="1200" dirty="0">
                    <a:solidFill>
                      <a:srgbClr val="FFFFFF"/>
                    </a:solidFill>
                    <a:latin typeface="Arial"/>
                    <a:cs typeface="Arial"/>
                  </a:rPr>
                  <a:t> the left</a:t>
                </a:r>
                <a:r>
                  <a:rPr lang="en-US" sz="1200" spc="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dirty="0">
                    <a:solidFill>
                      <a:srgbClr val="FFFFFF"/>
                    </a:solidFill>
                    <a:latin typeface="Arial"/>
                    <a:cs typeface="Arial"/>
                  </a:rPr>
                  <a:t>half </a:t>
                </a:r>
                <a:r>
                  <a:rPr lang="en-US" sz="1200" spc="-65" dirty="0">
                    <a:solidFill>
                      <a:srgbClr val="FFFFFF"/>
                    </a:solidFill>
                    <a:latin typeface="Arial"/>
                    <a:cs typeface="Arial"/>
                  </a:rPr>
                  <a:t>plane,</a:t>
                </a:r>
                <a:r>
                  <a:rPr lang="en-US" sz="1200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spc="-20" dirty="0">
                    <a:solidFill>
                      <a:srgbClr val="FFFFFF"/>
                    </a:solidFill>
                    <a:latin typeface="Arial"/>
                    <a:cs typeface="Arial"/>
                  </a:rPr>
                  <a:t>then</a:t>
                </a:r>
                <a:r>
                  <a:rPr lang="en-US" sz="1200" spc="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spc="-25" dirty="0">
                    <a:solidFill>
                      <a:srgbClr val="FFFFFF"/>
                    </a:solidFill>
                    <a:latin typeface="Arial"/>
                    <a:cs typeface="Arial"/>
                  </a:rPr>
                  <a:t>the </a:t>
                </a:r>
                <a:r>
                  <a:rPr lang="en-US" sz="1200" spc="-35" dirty="0">
                    <a:solidFill>
                      <a:srgbClr val="FFFFFF"/>
                    </a:solidFill>
                    <a:latin typeface="Arial"/>
                    <a:cs typeface="Arial"/>
                  </a:rPr>
                  <a:t>error</a:t>
                </a:r>
                <a:r>
                  <a:rPr lang="en-US" sz="1200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spc="-75" dirty="0">
                    <a:solidFill>
                      <a:srgbClr val="FFFFFF"/>
                    </a:solidFill>
                    <a:latin typeface="Arial"/>
                    <a:cs typeface="Arial"/>
                  </a:rPr>
                  <a:t>dynamics</a:t>
                </a:r>
                <a:r>
                  <a:rPr lang="en-US" sz="1200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spc="-65" dirty="0">
                    <a:solidFill>
                      <a:srgbClr val="FFFFFF"/>
                    </a:solidFill>
                    <a:latin typeface="Arial"/>
                    <a:cs typeface="Arial"/>
                  </a:rPr>
                  <a:t>can</a:t>
                </a:r>
                <a:r>
                  <a:rPr lang="en-US" sz="1200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spc="-50" dirty="0">
                    <a:solidFill>
                      <a:srgbClr val="FFFFFF"/>
                    </a:solidFill>
                    <a:latin typeface="Arial"/>
                    <a:cs typeface="Arial"/>
                  </a:rPr>
                  <a:t>be</a:t>
                </a:r>
                <a:r>
                  <a:rPr lang="en-US" sz="1200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spc="-85" dirty="0">
                    <a:solidFill>
                      <a:srgbClr val="FFFFFF"/>
                    </a:solidFill>
                    <a:latin typeface="Arial"/>
                    <a:cs typeface="Arial"/>
                  </a:rPr>
                  <a:t>made</a:t>
                </a:r>
                <a:r>
                  <a:rPr lang="en-US" sz="1200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spc="-45" dirty="0">
                    <a:solidFill>
                      <a:srgbClr val="FFFFFF"/>
                    </a:solidFill>
                    <a:latin typeface="Arial"/>
                    <a:cs typeface="Arial"/>
                  </a:rPr>
                  <a:t>asymptotically</a:t>
                </a:r>
                <a:r>
                  <a:rPr lang="en-US" sz="1200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spc="-10" dirty="0">
                    <a:solidFill>
                      <a:srgbClr val="FFFFFF"/>
                    </a:solidFill>
                    <a:latin typeface="Arial"/>
                    <a:cs typeface="Arial"/>
                  </a:rPr>
                  <a:t>stable</a:t>
                </a:r>
                <a:endParaRPr sz="1200" dirty="0">
                  <a:latin typeface="Arial"/>
                  <a:cs typeface="Arial"/>
                </a:endParaRPr>
              </a:p>
            </p:txBody>
          </p:sp>
        </mc:Choice>
        <mc:Fallback>
          <p:sp>
            <p:nvSpPr>
              <p:cNvPr id="3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042" y="475828"/>
                <a:ext cx="4270375" cy="2846933"/>
              </a:xfrm>
              <a:prstGeom prst="rect">
                <a:avLst/>
              </a:prstGeom>
              <a:blipFill>
                <a:blip r:embed="rId2"/>
                <a:stretch>
                  <a:fillRect l="-713" t="-1713" b="-23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object 4"/>
          <p:cNvSpPr/>
          <p:nvPr/>
        </p:nvSpPr>
        <p:spPr>
          <a:xfrm>
            <a:off x="0" y="3346272"/>
            <a:ext cx="4608195" cy="109855"/>
          </a:xfrm>
          <a:custGeom>
            <a:avLst/>
            <a:gdLst/>
            <a:ahLst/>
            <a:cxnLst/>
            <a:rect l="l" t="t" r="r" b="b"/>
            <a:pathLst>
              <a:path w="4608195" h="109854">
                <a:moveTo>
                  <a:pt x="4607928" y="0"/>
                </a:moveTo>
                <a:lnTo>
                  <a:pt x="3071939" y="0"/>
                </a:lnTo>
                <a:lnTo>
                  <a:pt x="1535963" y="0"/>
                </a:lnTo>
                <a:lnTo>
                  <a:pt x="0" y="0"/>
                </a:lnTo>
                <a:lnTo>
                  <a:pt x="0" y="109728"/>
                </a:lnTo>
                <a:lnTo>
                  <a:pt x="1535963" y="109728"/>
                </a:lnTo>
                <a:lnTo>
                  <a:pt x="3071939" y="109728"/>
                </a:lnTo>
                <a:lnTo>
                  <a:pt x="4607928" y="109728"/>
                </a:lnTo>
                <a:lnTo>
                  <a:pt x="4607928" y="0"/>
                </a:lnTo>
                <a:close/>
              </a:path>
            </a:pathLst>
          </a:custGeom>
          <a:solidFill>
            <a:srgbClr val="1919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0" dirty="0"/>
              <a:t>Mod</a:t>
            </a:r>
            <a:r>
              <a:rPr spc="125" dirty="0"/>
              <a:t> </a:t>
            </a:r>
            <a:r>
              <a:rPr spc="10" dirty="0"/>
              <a:t>Ctrl</a:t>
            </a:r>
            <a:r>
              <a:rPr spc="130" dirty="0"/>
              <a:t> </a:t>
            </a:r>
            <a:r>
              <a:rPr spc="10" dirty="0"/>
              <a:t>Intro</a:t>
            </a:r>
            <a:r>
              <a:rPr spc="415" dirty="0"/>
              <a:t> </a:t>
            </a:r>
            <a:r>
              <a:rPr spc="50" dirty="0"/>
              <a:t>(w</a:t>
            </a:r>
            <a:r>
              <a:rPr spc="125" dirty="0"/>
              <a:t> </a:t>
            </a:r>
            <a:r>
              <a:rPr spc="10" dirty="0"/>
              <a:t>Matlab</a:t>
            </a:r>
            <a:r>
              <a:rPr spc="130" dirty="0"/>
              <a:t> </a:t>
            </a:r>
            <a:r>
              <a:rPr spc="125" dirty="0"/>
              <a:t>&amp;</a:t>
            </a:r>
            <a:r>
              <a:rPr spc="130" dirty="0"/>
              <a:t> </a:t>
            </a:r>
            <a:r>
              <a:rPr spc="-10" dirty="0"/>
              <a:t>Python)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665249" y="3338410"/>
            <a:ext cx="1277620" cy="1225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00" dirty="0">
                <a:solidFill>
                  <a:srgbClr val="BF447D"/>
                </a:solidFill>
                <a:latin typeface="Arial"/>
                <a:cs typeface="Arial"/>
                <a:hlinkClick r:id="rId3" action="ppaction://hlinksldjump"/>
              </a:rPr>
              <a:t>Observers</a:t>
            </a:r>
            <a:r>
              <a:rPr sz="600" spc="135" dirty="0">
                <a:solidFill>
                  <a:srgbClr val="BF447D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600" dirty="0">
                <a:solidFill>
                  <a:srgbClr val="BF447D"/>
                </a:solidFill>
                <a:latin typeface="Arial"/>
                <a:cs typeface="Arial"/>
                <a:hlinkClick r:id="rId3" action="ppaction://hlinksldjump"/>
              </a:rPr>
              <a:t>and</a:t>
            </a:r>
            <a:r>
              <a:rPr sz="600" spc="140" dirty="0">
                <a:solidFill>
                  <a:srgbClr val="BF447D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600" dirty="0">
                <a:solidFill>
                  <a:srgbClr val="BF447D"/>
                </a:solidFill>
                <a:latin typeface="Arial"/>
                <a:cs typeface="Arial"/>
                <a:hlinkClick r:id="rId3" action="ppaction://hlinksldjump"/>
              </a:rPr>
              <a:t>Observer</a:t>
            </a:r>
            <a:r>
              <a:rPr sz="600" spc="140" dirty="0">
                <a:solidFill>
                  <a:srgbClr val="BF447D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600" dirty="0">
                <a:solidFill>
                  <a:srgbClr val="BF447D"/>
                </a:solidFill>
                <a:latin typeface="Arial"/>
                <a:cs typeface="Arial"/>
                <a:hlinkClick r:id="rId3" action="ppaction://hlinksldjump"/>
              </a:rPr>
              <a:t>State</a:t>
            </a:r>
            <a:r>
              <a:rPr sz="600" spc="140" dirty="0">
                <a:solidFill>
                  <a:srgbClr val="BF447D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600" spc="30" dirty="0">
                <a:solidFill>
                  <a:srgbClr val="BF447D"/>
                </a:solidFill>
                <a:latin typeface="Arial"/>
                <a:cs typeface="Arial"/>
                <a:hlinkClick r:id="rId3" action="ppaction://hlinksldjump"/>
              </a:rPr>
              <a:t>FB</a:t>
            </a:r>
            <a:endParaRPr sz="6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319727" y="3338410"/>
            <a:ext cx="233679" cy="1225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00" dirty="0">
                <a:solidFill>
                  <a:srgbClr val="E5E5E5"/>
                </a:solidFill>
                <a:latin typeface="Arial"/>
                <a:cs typeface="Arial"/>
              </a:rPr>
              <a:t>6</a:t>
            </a:r>
            <a:r>
              <a:rPr sz="600" spc="-45" dirty="0">
                <a:solidFill>
                  <a:srgbClr val="E5E5E5"/>
                </a:solidFill>
                <a:latin typeface="Arial"/>
                <a:cs typeface="Arial"/>
              </a:rPr>
              <a:t> </a:t>
            </a:r>
            <a:r>
              <a:rPr sz="600" spc="185" dirty="0">
                <a:solidFill>
                  <a:srgbClr val="E5E5E5"/>
                </a:solidFill>
                <a:latin typeface="Arial"/>
                <a:cs typeface="Arial"/>
              </a:rPr>
              <a:t>/</a:t>
            </a:r>
            <a:r>
              <a:rPr sz="600" spc="-45" dirty="0">
                <a:solidFill>
                  <a:srgbClr val="E5E5E5"/>
                </a:solidFill>
                <a:latin typeface="Arial"/>
                <a:cs typeface="Arial"/>
              </a:rPr>
              <a:t> </a:t>
            </a:r>
            <a:r>
              <a:rPr sz="600" spc="-25" dirty="0">
                <a:solidFill>
                  <a:srgbClr val="E5E5E5"/>
                </a:solidFill>
                <a:latin typeface="Arial"/>
                <a:cs typeface="Arial"/>
              </a:rPr>
              <a:t>27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130" dirty="0"/>
              <a:t>Luenberger</a:t>
            </a:r>
            <a:r>
              <a:rPr spc="30" dirty="0"/>
              <a:t> </a:t>
            </a:r>
            <a:r>
              <a:rPr spc="-105" dirty="0"/>
              <a:t>(closed-</a:t>
            </a:r>
            <a:r>
              <a:rPr spc="-40" dirty="0"/>
              <a:t>loop)</a:t>
            </a:r>
            <a:r>
              <a:rPr spc="30" dirty="0"/>
              <a:t> </a:t>
            </a:r>
            <a:r>
              <a:rPr spc="-125" dirty="0"/>
              <a:t>observer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97827" y="510869"/>
            <a:ext cx="4412615" cy="824230"/>
            <a:chOff x="97827" y="510869"/>
            <a:chExt cx="4412615" cy="824230"/>
          </a:xfrm>
        </p:grpSpPr>
        <p:sp>
          <p:nvSpPr>
            <p:cNvPr id="4" name="object 4"/>
            <p:cNvSpPr/>
            <p:nvPr/>
          </p:nvSpPr>
          <p:spPr>
            <a:xfrm>
              <a:off x="97827" y="510869"/>
              <a:ext cx="4412615" cy="212725"/>
            </a:xfrm>
            <a:custGeom>
              <a:avLst/>
              <a:gdLst/>
              <a:ahLst/>
              <a:cxnLst/>
              <a:rect l="l" t="t" r="r" b="b"/>
              <a:pathLst>
                <a:path w="4412615" h="212725">
                  <a:moveTo>
                    <a:pt x="436159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212278"/>
                  </a:lnTo>
                  <a:lnTo>
                    <a:pt x="4412395" y="212278"/>
                  </a:lnTo>
                  <a:lnTo>
                    <a:pt x="4412395" y="50800"/>
                  </a:lnTo>
                  <a:lnTo>
                    <a:pt x="4408386" y="31075"/>
                  </a:lnTo>
                  <a:lnTo>
                    <a:pt x="4397472" y="14922"/>
                  </a:lnTo>
                  <a:lnTo>
                    <a:pt x="4381319" y="4008"/>
                  </a:lnTo>
                  <a:lnTo>
                    <a:pt x="436159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7827" y="710488"/>
              <a:ext cx="4412395" cy="5060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97827" y="754770"/>
              <a:ext cx="4412615" cy="580390"/>
            </a:xfrm>
            <a:custGeom>
              <a:avLst/>
              <a:gdLst/>
              <a:ahLst/>
              <a:cxnLst/>
              <a:rect l="l" t="t" r="r" b="b"/>
              <a:pathLst>
                <a:path w="4412615" h="580390">
                  <a:moveTo>
                    <a:pt x="4412395" y="0"/>
                  </a:moveTo>
                  <a:lnTo>
                    <a:pt x="0" y="0"/>
                  </a:lnTo>
                  <a:lnTo>
                    <a:pt x="0" y="529250"/>
                  </a:lnTo>
                  <a:lnTo>
                    <a:pt x="4008" y="548975"/>
                  </a:lnTo>
                  <a:lnTo>
                    <a:pt x="14922" y="565128"/>
                  </a:lnTo>
                  <a:lnTo>
                    <a:pt x="31075" y="576042"/>
                  </a:lnTo>
                  <a:lnTo>
                    <a:pt x="50800" y="580051"/>
                  </a:lnTo>
                  <a:lnTo>
                    <a:pt x="4361594" y="580051"/>
                  </a:lnTo>
                  <a:lnTo>
                    <a:pt x="4381319" y="576042"/>
                  </a:lnTo>
                  <a:lnTo>
                    <a:pt x="4397472" y="565128"/>
                  </a:lnTo>
                  <a:lnTo>
                    <a:pt x="4408386" y="548975"/>
                  </a:lnTo>
                  <a:lnTo>
                    <a:pt x="4412395" y="529250"/>
                  </a:lnTo>
                  <a:lnTo>
                    <a:pt x="441239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97828" y="451789"/>
            <a:ext cx="4387215" cy="1326515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385"/>
              </a:spcBef>
            </a:pP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Theorem</a:t>
            </a:r>
            <a:endParaRPr sz="1400">
              <a:latin typeface="Arial"/>
              <a:cs typeface="Arial"/>
            </a:endParaRPr>
          </a:p>
          <a:p>
            <a:pPr marL="50800" marR="17780">
              <a:lnSpc>
                <a:spcPct val="100000"/>
              </a:lnSpc>
              <a:spcBef>
                <a:spcPts val="215"/>
              </a:spcBef>
            </a:pPr>
            <a:r>
              <a:rPr sz="1200" i="1" dirty="0">
                <a:solidFill>
                  <a:srgbClr val="FFFFFF"/>
                </a:solidFill>
                <a:latin typeface="Arial"/>
                <a:cs typeface="Arial"/>
              </a:rPr>
              <a:t>If</a:t>
            </a:r>
            <a:r>
              <a:rPr sz="1200" i="1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(</a:t>
            </a:r>
            <a:r>
              <a:rPr sz="1200" i="1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1200" i="1" dirty="0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sz="1200" i="1" spc="-1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i="1" spc="-130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r>
              <a:rPr sz="1200" i="1" spc="-1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50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r>
              <a:rPr sz="12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i="1" spc="-30" dirty="0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sz="1200" i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i="1" spc="-50" dirty="0">
                <a:solidFill>
                  <a:srgbClr val="FFFFFF"/>
                </a:solidFill>
                <a:latin typeface="Arial"/>
                <a:cs typeface="Arial"/>
              </a:rPr>
              <a:t>an</a:t>
            </a:r>
            <a:r>
              <a:rPr sz="1200" i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i="1" spc="-85" dirty="0">
                <a:solidFill>
                  <a:srgbClr val="FFFFFF"/>
                </a:solidFill>
                <a:latin typeface="Arial"/>
                <a:cs typeface="Arial"/>
              </a:rPr>
              <a:t>observable</a:t>
            </a:r>
            <a:r>
              <a:rPr sz="1200" i="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i="1" spc="-25" dirty="0">
                <a:solidFill>
                  <a:srgbClr val="FFFFFF"/>
                </a:solidFill>
                <a:latin typeface="Arial"/>
                <a:cs typeface="Arial"/>
              </a:rPr>
              <a:t>pair,</a:t>
            </a:r>
            <a:r>
              <a:rPr sz="1200" i="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i="1" spc="-25" dirty="0">
                <a:solidFill>
                  <a:srgbClr val="FFFFFF"/>
                </a:solidFill>
                <a:latin typeface="Arial"/>
                <a:cs typeface="Arial"/>
              </a:rPr>
              <a:t>then</a:t>
            </a:r>
            <a:r>
              <a:rPr sz="1200" i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i="1" dirty="0">
                <a:solidFill>
                  <a:srgbClr val="FFFFFF"/>
                </a:solidFill>
                <a:latin typeface="Arial"/>
                <a:cs typeface="Arial"/>
              </a:rPr>
              <a:t>all</a:t>
            </a:r>
            <a:r>
              <a:rPr sz="1200" i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i="1" spc="-1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200" i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i="1" spc="-85" dirty="0">
                <a:solidFill>
                  <a:srgbClr val="FFFFFF"/>
                </a:solidFill>
                <a:latin typeface="Arial"/>
                <a:cs typeface="Arial"/>
              </a:rPr>
              <a:t>eigenvalues</a:t>
            </a:r>
            <a:r>
              <a:rPr sz="1200" i="1" dirty="0">
                <a:solidFill>
                  <a:srgbClr val="FFFFFF"/>
                </a:solidFill>
                <a:latin typeface="Arial"/>
                <a:cs typeface="Arial"/>
              </a:rPr>
              <a:t> of</a:t>
            </a:r>
            <a:r>
              <a:rPr sz="1200" i="1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i="1" spc="-4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1200" i="1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i="1" spc="200" dirty="0">
                <a:solidFill>
                  <a:srgbClr val="FFFFFF"/>
                </a:solidFill>
                <a:latin typeface="Menlo"/>
                <a:cs typeface="Menlo"/>
              </a:rPr>
              <a:t>−</a:t>
            </a:r>
            <a:r>
              <a:rPr sz="1200" i="1" spc="-484" dirty="0">
                <a:solidFill>
                  <a:srgbClr val="FFFFFF"/>
                </a:solidFill>
                <a:latin typeface="Menlo"/>
                <a:cs typeface="Menlo"/>
              </a:rPr>
              <a:t> </a:t>
            </a:r>
            <a:r>
              <a:rPr sz="1200" i="1" dirty="0">
                <a:solidFill>
                  <a:srgbClr val="FFFFFF"/>
                </a:solidFill>
                <a:latin typeface="Arial"/>
                <a:cs typeface="Arial"/>
              </a:rPr>
              <a:t>LC</a:t>
            </a:r>
            <a:r>
              <a:rPr sz="1200" i="1" spc="1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i="1" spc="-50" dirty="0">
                <a:solidFill>
                  <a:srgbClr val="FFFFFF"/>
                </a:solidFill>
                <a:latin typeface="Arial"/>
                <a:cs typeface="Arial"/>
              </a:rPr>
              <a:t>can be</a:t>
            </a:r>
            <a:r>
              <a:rPr sz="1200" i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i="1" spc="-25" dirty="0">
                <a:solidFill>
                  <a:srgbClr val="FFFFFF"/>
                </a:solidFill>
                <a:latin typeface="Arial"/>
                <a:cs typeface="Arial"/>
              </a:rPr>
              <a:t>arbitrarily</a:t>
            </a:r>
            <a:r>
              <a:rPr sz="1200" i="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i="1" spc="-80" dirty="0">
                <a:solidFill>
                  <a:srgbClr val="FFFFFF"/>
                </a:solidFill>
                <a:latin typeface="Arial"/>
                <a:cs typeface="Arial"/>
              </a:rPr>
              <a:t>assigned,</a:t>
            </a:r>
            <a:r>
              <a:rPr sz="1200" i="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i="1" spc="-65" dirty="0">
                <a:solidFill>
                  <a:srgbClr val="FFFFFF"/>
                </a:solidFill>
                <a:latin typeface="Arial"/>
                <a:cs typeface="Arial"/>
              </a:rPr>
              <a:t>provided</a:t>
            </a:r>
            <a:r>
              <a:rPr sz="1200" i="1" dirty="0">
                <a:solidFill>
                  <a:srgbClr val="FFFFFF"/>
                </a:solidFill>
                <a:latin typeface="Arial"/>
                <a:cs typeface="Arial"/>
              </a:rPr>
              <a:t> that </a:t>
            </a:r>
            <a:r>
              <a:rPr sz="1200" i="1" spc="-30" dirty="0">
                <a:solidFill>
                  <a:srgbClr val="FFFFFF"/>
                </a:solidFill>
                <a:latin typeface="Arial"/>
                <a:cs typeface="Arial"/>
              </a:rPr>
              <a:t>they</a:t>
            </a:r>
            <a:r>
              <a:rPr sz="1200" i="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i="1" spc="-85" dirty="0">
                <a:solidFill>
                  <a:srgbClr val="FFFFFF"/>
                </a:solidFill>
                <a:latin typeface="Arial"/>
                <a:cs typeface="Arial"/>
              </a:rPr>
              <a:t>are</a:t>
            </a:r>
            <a:r>
              <a:rPr sz="1200" i="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i="1" spc="-45" dirty="0">
                <a:solidFill>
                  <a:srgbClr val="FFFFFF"/>
                </a:solidFill>
                <a:latin typeface="Arial"/>
                <a:cs typeface="Arial"/>
              </a:rPr>
              <a:t>symmetric</a:t>
            </a:r>
            <a:r>
              <a:rPr sz="1200" i="1" dirty="0">
                <a:solidFill>
                  <a:srgbClr val="FFFFFF"/>
                </a:solidFill>
                <a:latin typeface="Arial"/>
                <a:cs typeface="Arial"/>
              </a:rPr>
              <a:t> with </a:t>
            </a:r>
            <a:r>
              <a:rPr sz="1200" i="1" spc="-10" dirty="0">
                <a:solidFill>
                  <a:srgbClr val="FFFFFF"/>
                </a:solidFill>
                <a:latin typeface="Arial"/>
                <a:cs typeface="Arial"/>
              </a:rPr>
              <a:t>respct </a:t>
            </a:r>
            <a:r>
              <a:rPr sz="1200" i="1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1200" i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i="1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200" i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i="1" spc="-35" dirty="0">
                <a:solidFill>
                  <a:srgbClr val="FFFFFF"/>
                </a:solidFill>
                <a:latin typeface="Arial"/>
                <a:cs typeface="Arial"/>
              </a:rPr>
              <a:t>real</a:t>
            </a:r>
            <a:r>
              <a:rPr sz="1200" i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i="1" spc="-65" dirty="0">
                <a:solidFill>
                  <a:srgbClr val="FFFFFF"/>
                </a:solidFill>
                <a:latin typeface="Arial"/>
                <a:cs typeface="Arial"/>
              </a:rPr>
              <a:t>axis</a:t>
            </a:r>
            <a:r>
              <a:rPr sz="1200" i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i="1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1200" i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i="1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200" i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i="1" spc="-70" dirty="0">
                <a:solidFill>
                  <a:srgbClr val="FFFFFF"/>
                </a:solidFill>
                <a:latin typeface="Arial"/>
                <a:cs typeface="Arial"/>
              </a:rPr>
              <a:t>complex</a:t>
            </a:r>
            <a:r>
              <a:rPr sz="1200" i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i="1" spc="-10" dirty="0">
                <a:solidFill>
                  <a:srgbClr val="FFFFFF"/>
                </a:solidFill>
                <a:latin typeface="Arial"/>
                <a:cs typeface="Arial"/>
              </a:rPr>
              <a:t>plane.</a:t>
            </a:r>
            <a:endParaRPr sz="1200">
              <a:latin typeface="Arial"/>
              <a:cs typeface="Arial"/>
            </a:endParaRPr>
          </a:p>
          <a:p>
            <a:pPr marL="347980" marR="363855" indent="-193040">
              <a:lnSpc>
                <a:spcPct val="100000"/>
              </a:lnSpc>
              <a:spcBef>
                <a:spcPts val="855"/>
              </a:spcBef>
            </a:pPr>
            <a:r>
              <a:rPr sz="1800" spc="300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▶</a:t>
            </a:r>
            <a:r>
              <a:rPr sz="1800" spc="179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 </a:t>
            </a:r>
            <a:r>
              <a:rPr sz="1200" spc="-114" dirty="0">
                <a:solidFill>
                  <a:srgbClr val="FFFFFF"/>
                </a:solidFill>
                <a:latin typeface="Arial"/>
                <a:cs typeface="Arial"/>
              </a:rPr>
              <a:t>we</a:t>
            </a:r>
            <a:r>
              <a:rPr sz="1200" spc="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100" dirty="0">
                <a:solidFill>
                  <a:srgbClr val="FFFFFF"/>
                </a:solidFill>
                <a:latin typeface="Arial"/>
                <a:cs typeface="Arial"/>
              </a:rPr>
              <a:t>show</a:t>
            </a:r>
            <a:r>
              <a:rPr sz="1200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200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90" dirty="0">
                <a:solidFill>
                  <a:srgbClr val="FFFFFF"/>
                </a:solidFill>
                <a:latin typeface="Arial"/>
                <a:cs typeface="Arial"/>
              </a:rPr>
              <a:t>SISO</a:t>
            </a:r>
            <a:r>
              <a:rPr sz="12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114" dirty="0">
                <a:solidFill>
                  <a:srgbClr val="FFFFFF"/>
                </a:solidFill>
                <a:latin typeface="Arial"/>
                <a:cs typeface="Arial"/>
              </a:rPr>
              <a:t>case</a:t>
            </a:r>
            <a:r>
              <a:rPr sz="1200" spc="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70" dirty="0">
                <a:solidFill>
                  <a:srgbClr val="FFFFFF"/>
                </a:solidFill>
                <a:latin typeface="Arial"/>
                <a:cs typeface="Arial"/>
              </a:rPr>
              <a:t>when</a:t>
            </a:r>
            <a:r>
              <a:rPr sz="1200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i="1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1200" i="1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50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12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i="1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r>
              <a:rPr sz="1200" i="1" spc="1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85" dirty="0">
                <a:solidFill>
                  <a:srgbClr val="FFFFFF"/>
                </a:solidFill>
                <a:latin typeface="Arial"/>
                <a:cs typeface="Arial"/>
              </a:rPr>
              <a:t>are</a:t>
            </a:r>
            <a:r>
              <a:rPr sz="1200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sz="12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Arial"/>
                <a:cs typeface="Arial"/>
              </a:rPr>
              <a:t>observable </a:t>
            </a:r>
            <a:r>
              <a:rPr sz="1200" spc="-55" dirty="0">
                <a:solidFill>
                  <a:srgbClr val="FFFFFF"/>
                </a:solidFill>
                <a:latin typeface="Arial"/>
                <a:cs typeface="Arial"/>
              </a:rPr>
              <a:t>canonical</a:t>
            </a:r>
            <a:r>
              <a:rPr sz="12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Arial"/>
                <a:cs typeface="Arial"/>
              </a:rPr>
              <a:t>form</a:t>
            </a:r>
            <a:r>
              <a:rPr sz="12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(if</a:t>
            </a:r>
            <a:r>
              <a:rPr sz="12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not,</a:t>
            </a:r>
            <a:r>
              <a:rPr sz="12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12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30" dirty="0">
                <a:solidFill>
                  <a:srgbClr val="FFFFFF"/>
                </a:solidFill>
                <a:latin typeface="Arial"/>
                <a:cs typeface="Arial"/>
              </a:rPr>
              <a:t>similarity</a:t>
            </a:r>
            <a:r>
              <a:rPr sz="12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40" dirty="0">
                <a:solidFill>
                  <a:srgbClr val="FFFFFF"/>
                </a:solidFill>
                <a:latin typeface="Arial"/>
                <a:cs typeface="Arial"/>
              </a:rPr>
              <a:t>transform</a:t>
            </a:r>
            <a:r>
              <a:rPr sz="12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65" dirty="0">
                <a:solidFill>
                  <a:srgbClr val="FFFFFF"/>
                </a:solidFill>
                <a:latin typeface="Arial"/>
                <a:cs typeface="Arial"/>
              </a:rPr>
              <a:t>can</a:t>
            </a:r>
            <a:r>
              <a:rPr sz="12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50" dirty="0">
                <a:solidFill>
                  <a:srgbClr val="FFFFFF"/>
                </a:solidFill>
                <a:latin typeface="Arial"/>
                <a:cs typeface="Arial"/>
              </a:rPr>
              <a:t>help</a:t>
            </a:r>
            <a:r>
              <a:rPr sz="12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Arial"/>
                <a:cs typeface="Arial"/>
              </a:rPr>
              <a:t>out):</a:t>
            </a:r>
            <a:endParaRPr sz="1200">
              <a:latin typeface="Arial"/>
              <a:cs typeface="Arial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0" y="3346284"/>
            <a:ext cx="4608195" cy="109855"/>
          </a:xfrm>
          <a:custGeom>
            <a:avLst/>
            <a:gdLst/>
            <a:ahLst/>
            <a:cxnLst/>
            <a:rect l="l" t="t" r="r" b="b"/>
            <a:pathLst>
              <a:path w="4608195" h="109854">
                <a:moveTo>
                  <a:pt x="4607915" y="0"/>
                </a:moveTo>
                <a:lnTo>
                  <a:pt x="3071939" y="0"/>
                </a:lnTo>
                <a:lnTo>
                  <a:pt x="1535963" y="0"/>
                </a:lnTo>
                <a:lnTo>
                  <a:pt x="0" y="0"/>
                </a:lnTo>
                <a:lnTo>
                  <a:pt x="0" y="109715"/>
                </a:lnTo>
                <a:lnTo>
                  <a:pt x="1535963" y="109715"/>
                </a:lnTo>
                <a:lnTo>
                  <a:pt x="3071939" y="109715"/>
                </a:lnTo>
                <a:lnTo>
                  <a:pt x="4607915" y="109715"/>
                </a:lnTo>
                <a:lnTo>
                  <a:pt x="4607915" y="0"/>
                </a:lnTo>
                <a:close/>
              </a:path>
            </a:pathLst>
          </a:custGeom>
          <a:solidFill>
            <a:srgbClr val="1919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0" dirty="0"/>
              <a:t>Mod</a:t>
            </a:r>
            <a:r>
              <a:rPr spc="125" dirty="0"/>
              <a:t> </a:t>
            </a:r>
            <a:r>
              <a:rPr spc="10" dirty="0"/>
              <a:t>Ctrl</a:t>
            </a:r>
            <a:r>
              <a:rPr spc="130" dirty="0"/>
              <a:t> </a:t>
            </a:r>
            <a:r>
              <a:rPr spc="10" dirty="0"/>
              <a:t>Intro</a:t>
            </a:r>
            <a:r>
              <a:rPr spc="415" dirty="0"/>
              <a:t> </a:t>
            </a:r>
            <a:r>
              <a:rPr spc="50" dirty="0"/>
              <a:t>(w</a:t>
            </a:r>
            <a:r>
              <a:rPr spc="125" dirty="0"/>
              <a:t> </a:t>
            </a:r>
            <a:r>
              <a:rPr spc="10" dirty="0"/>
              <a:t>Matlab</a:t>
            </a:r>
            <a:r>
              <a:rPr spc="130" dirty="0"/>
              <a:t> </a:t>
            </a:r>
            <a:r>
              <a:rPr spc="125" dirty="0"/>
              <a:t>&amp;</a:t>
            </a:r>
            <a:r>
              <a:rPr spc="130" dirty="0"/>
              <a:t> </a:t>
            </a:r>
            <a:r>
              <a:rPr spc="-10" dirty="0"/>
              <a:t>Python)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1665249" y="3338410"/>
            <a:ext cx="1277620" cy="1225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00" dirty="0">
                <a:solidFill>
                  <a:srgbClr val="BF447D"/>
                </a:solidFill>
                <a:latin typeface="Arial"/>
                <a:cs typeface="Arial"/>
                <a:hlinkClick r:id="rId3" action="ppaction://hlinksldjump"/>
              </a:rPr>
              <a:t>Observers</a:t>
            </a:r>
            <a:r>
              <a:rPr sz="600" spc="135" dirty="0">
                <a:solidFill>
                  <a:srgbClr val="BF447D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600" dirty="0">
                <a:solidFill>
                  <a:srgbClr val="BF447D"/>
                </a:solidFill>
                <a:latin typeface="Arial"/>
                <a:cs typeface="Arial"/>
                <a:hlinkClick r:id="rId3" action="ppaction://hlinksldjump"/>
              </a:rPr>
              <a:t>and</a:t>
            </a:r>
            <a:r>
              <a:rPr sz="600" spc="140" dirty="0">
                <a:solidFill>
                  <a:srgbClr val="BF447D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600" dirty="0">
                <a:solidFill>
                  <a:srgbClr val="BF447D"/>
                </a:solidFill>
                <a:latin typeface="Arial"/>
                <a:cs typeface="Arial"/>
                <a:hlinkClick r:id="rId3" action="ppaction://hlinksldjump"/>
              </a:rPr>
              <a:t>Observer</a:t>
            </a:r>
            <a:r>
              <a:rPr sz="600" spc="140" dirty="0">
                <a:solidFill>
                  <a:srgbClr val="BF447D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600" dirty="0">
                <a:solidFill>
                  <a:srgbClr val="BF447D"/>
                </a:solidFill>
                <a:latin typeface="Arial"/>
                <a:cs typeface="Arial"/>
                <a:hlinkClick r:id="rId3" action="ppaction://hlinksldjump"/>
              </a:rPr>
              <a:t>State</a:t>
            </a:r>
            <a:r>
              <a:rPr sz="600" spc="140" dirty="0">
                <a:solidFill>
                  <a:srgbClr val="BF447D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600" spc="30" dirty="0">
                <a:solidFill>
                  <a:srgbClr val="BF447D"/>
                </a:solidFill>
                <a:latin typeface="Arial"/>
                <a:cs typeface="Arial"/>
                <a:hlinkClick r:id="rId3" action="ppaction://hlinksldjump"/>
              </a:rPr>
              <a:t>FB</a:t>
            </a:r>
            <a:endParaRPr sz="6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319727" y="3338410"/>
            <a:ext cx="233679" cy="1225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00" dirty="0">
                <a:solidFill>
                  <a:srgbClr val="E5E5E5"/>
                </a:solidFill>
                <a:latin typeface="Arial"/>
                <a:cs typeface="Arial"/>
              </a:rPr>
              <a:t>7</a:t>
            </a:r>
            <a:r>
              <a:rPr sz="600" spc="-45" dirty="0">
                <a:solidFill>
                  <a:srgbClr val="E5E5E5"/>
                </a:solidFill>
                <a:latin typeface="Arial"/>
                <a:cs typeface="Arial"/>
              </a:rPr>
              <a:t> </a:t>
            </a:r>
            <a:r>
              <a:rPr sz="600" spc="185" dirty="0">
                <a:solidFill>
                  <a:srgbClr val="E5E5E5"/>
                </a:solidFill>
                <a:latin typeface="Arial"/>
                <a:cs typeface="Arial"/>
              </a:rPr>
              <a:t>/</a:t>
            </a:r>
            <a:r>
              <a:rPr sz="600" spc="-45" dirty="0">
                <a:solidFill>
                  <a:srgbClr val="E5E5E5"/>
                </a:solidFill>
                <a:latin typeface="Arial"/>
                <a:cs typeface="Arial"/>
              </a:rPr>
              <a:t> </a:t>
            </a:r>
            <a:r>
              <a:rPr sz="600" spc="-25" dirty="0">
                <a:solidFill>
                  <a:srgbClr val="E5E5E5"/>
                </a:solidFill>
                <a:latin typeface="Arial"/>
                <a:cs typeface="Arial"/>
              </a:rPr>
              <a:t>27</a:t>
            </a:r>
            <a:endParaRPr sz="600">
              <a:latin typeface="Arial"/>
              <a:cs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E569B10B-ACA6-45BF-6EDB-9AADAA9C5F69}"/>
                  </a:ext>
                </a:extLst>
              </p:cNvPr>
              <p:cNvSpPr txBox="1"/>
              <p:nvPr/>
            </p:nvSpPr>
            <p:spPr>
              <a:xfrm>
                <a:off x="753022" y="1836711"/>
                <a:ext cx="3102003" cy="14511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zh-CN" sz="1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zh-CN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altLang="zh-CN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altLang="zh-CN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zh-CN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CN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altLang="zh-CN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US" altLang="zh-CN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zh-CN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altLang="zh-CN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altLang="zh-CN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US" altLang="zh-CN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zh-CN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altLang="zh-CN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r>
                                  <a:rPr lang="en-US" altLang="zh-CN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CN" sz="1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altLang="zh-CN" sz="1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altLang="zh-CN" sz="1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US" altLang="zh-CN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altLang="zh-CN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zh-CN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altLang="zh-CN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US" altLang="zh-CN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US" altLang="zh-CN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CN" sz="1200" b="0" dirty="0">
                  <a:solidFill>
                    <a:schemeClr val="bg1"/>
                  </a:solidFill>
                </a:endParaRPr>
              </a:p>
              <a:p>
                <a:endParaRPr lang="en-US" altLang="zh-CN" sz="1200" b="0" dirty="0">
                  <a:solidFill>
                    <a:schemeClr val="bg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altLang="zh-CN" sz="1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CN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r>
                                  <a:rPr lang="en-US" altLang="zh-CN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CN" sz="1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altLang="zh-CN" sz="1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altLang="zh-CN" sz="1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US" altLang="zh-CN" sz="1200" b="0" dirty="0">
                  <a:solidFill>
                    <a:schemeClr val="bg1"/>
                  </a:solidFill>
                </a:endParaRPr>
              </a:p>
              <a:p>
                <a:endParaRPr lang="en-US" altLang="zh-CN" sz="1200" b="0" dirty="0">
                  <a:solidFill>
                    <a:schemeClr val="bg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1200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det</m:t>
                          </m:r>
                        </m:fName>
                        <m:e>
                          <m:d>
                            <m:dPr>
                              <m:ctrlP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𝑠𝐼</m:t>
                              </m:r>
                              <m: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</m:e>
                      </m:func>
                      <m:r>
                        <a:rPr lang="en-US" altLang="zh-CN" sz="1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altLang="zh-CN" sz="1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p>
                        <m:sSupPr>
                          <m:ctrlP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altLang="zh-CN" sz="1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+⋯+</m:t>
                      </m:r>
                      <m:sSub>
                        <m:sSubPr>
                          <m:ctrlP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1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altLang="zh-CN" sz="1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CN" altLang="en-US" sz="12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E569B10B-ACA6-45BF-6EDB-9AADAA9C5F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022" y="1836711"/>
                <a:ext cx="3102003" cy="1451166"/>
              </a:xfrm>
              <a:prstGeom prst="rect">
                <a:avLst/>
              </a:prstGeom>
              <a:blipFill>
                <a:blip r:embed="rId4"/>
                <a:stretch>
                  <a:fillRect b="-12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60916"/>
            <a:ext cx="3242945" cy="2882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140" dirty="0"/>
              <a:t>Observer</a:t>
            </a:r>
            <a:r>
              <a:rPr spc="20" dirty="0"/>
              <a:t> </a:t>
            </a:r>
            <a:r>
              <a:rPr spc="-145" dirty="0"/>
              <a:t>eigenvalue</a:t>
            </a:r>
            <a:r>
              <a:rPr spc="25" dirty="0"/>
              <a:t> </a:t>
            </a:r>
            <a:r>
              <a:rPr spc="-90" dirty="0"/>
              <a:t>placement:</a:t>
            </a:r>
            <a:r>
              <a:rPr spc="145" dirty="0"/>
              <a:t> </a:t>
            </a:r>
            <a:r>
              <a:rPr spc="-10" dirty="0"/>
              <a:t>o.c.f.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object 9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202742" y="860003"/>
                <a:ext cx="4244975" cy="1861856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50800">
                  <a:lnSpc>
                    <a:spcPct val="100000"/>
                  </a:lnSpc>
                  <a:spcBef>
                    <a:spcPts val="95"/>
                  </a:spcBef>
                </a:pPr>
                <a:r>
                  <a:rPr lang="en-US" sz="1800" spc="300" baseline="4629" dirty="0">
                    <a:solidFill>
                      <a:srgbClr val="7F7F7F"/>
                    </a:solidFill>
                    <a:latin typeface="Arial Unicode MS"/>
                    <a:cs typeface="Arial Unicode MS"/>
                  </a:rPr>
                  <a:t>▶</a:t>
                </a:r>
                <a:r>
                  <a:rPr lang="en-US" sz="1800" spc="322" baseline="4629" dirty="0">
                    <a:solidFill>
                      <a:srgbClr val="7F7F7F"/>
                    </a:solidFill>
                    <a:latin typeface="Arial Unicode MS"/>
                    <a:cs typeface="Arial Unicode MS"/>
                  </a:rPr>
                  <a:t> </a:t>
                </a:r>
                <a:r>
                  <a:rPr lang="en-US" sz="1200" spc="-70" dirty="0" err="1"/>
                  <a:t>Luenberger</a:t>
                </a:r>
                <a:r>
                  <a:rPr lang="en-US" sz="1200" spc="35" dirty="0"/>
                  <a:t> </a:t>
                </a:r>
                <a:r>
                  <a:rPr lang="en-US" sz="1200" spc="-85" dirty="0"/>
                  <a:t>observer</a:t>
                </a:r>
                <a:r>
                  <a:rPr lang="en-US" sz="1200" spc="35" dirty="0"/>
                  <a:t> </a:t>
                </a:r>
                <a:r>
                  <a:rPr lang="en-US" sz="1200" dirty="0"/>
                  <a:t>with</a:t>
                </a:r>
                <a:r>
                  <a:rPr lang="en-US" sz="1200" spc="35" dirty="0"/>
                  <a:t> </a:t>
                </a:r>
                <a:r>
                  <a:rPr lang="en-US" sz="1200" spc="-10" dirty="0"/>
                  <a:t>correction:</a:t>
                </a:r>
                <a:endParaRPr lang="en-US" spc="200" dirty="0"/>
              </a:p>
              <a:p>
                <a:pPr marR="43180" algn="r">
                  <a:lnSpc>
                    <a:spcPct val="100000"/>
                  </a:lnSpc>
                  <a:spcBef>
                    <a:spcPts val="1200"/>
                  </a:spcBef>
                </a:pP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ar-AE" altLang="zh-CN" sz="1400" i="1" spc="-10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acc>
                          <m:accPr>
                            <m:chr m:val="̂"/>
                            <m:ctrlPr>
                              <a:rPr lang="ar-AE" altLang="zh-CN" i="1" spc="20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zh-CN" altLang="ar-AE" i="1" spc="20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</m:acc>
                  </m:oMath>
                </a14:m>
                <a:r>
                  <a:rPr lang="ar-AE" altLang="zh-CN" spc="200" dirty="0"/>
                  <a:t>=</a:t>
                </a:r>
                <a:r>
                  <a:rPr lang="ar-AE" altLang="zh-CN" spc="-5" dirty="0"/>
                  <a:t> </a:t>
                </a:r>
                <a:r>
                  <a:rPr lang="en-US" altLang="zh-CN" i="1" spc="40" dirty="0"/>
                  <a:t>A</a:t>
                </a:r>
                <a:r>
                  <a:rPr lang="en-US" altLang="zh-CN" i="1" spc="-480" dirty="0"/>
                  <a:t>x</a:t>
                </a:r>
                <a:r>
                  <a:rPr lang="en-US" altLang="zh-CN" spc="40" dirty="0"/>
                  <a:t>ˆ</a:t>
                </a:r>
                <a:r>
                  <a:rPr lang="en-US" altLang="zh-CN" spc="-80" dirty="0"/>
                  <a:t> </a:t>
                </a:r>
                <a:r>
                  <a:rPr lang="en-US" altLang="zh-CN" spc="200" dirty="0"/>
                  <a:t>+</a:t>
                </a:r>
                <a:r>
                  <a:rPr lang="en-US" altLang="zh-CN" spc="-70" dirty="0"/>
                  <a:t> </a:t>
                </a:r>
                <a:r>
                  <a:rPr lang="en-US" altLang="zh-CN" i="1" spc="-20" dirty="0"/>
                  <a:t>Bu</a:t>
                </a:r>
                <a:r>
                  <a:rPr lang="en-US" altLang="zh-CN" i="1" spc="-15" dirty="0"/>
                  <a:t> </a:t>
                </a:r>
                <a:r>
                  <a:rPr lang="en-US" altLang="zh-CN" spc="200" dirty="0"/>
                  <a:t>+</a:t>
                </a:r>
                <a:r>
                  <a:rPr lang="en-US" altLang="zh-CN" spc="-70" dirty="0"/>
                  <a:t> </a:t>
                </a:r>
                <a:r>
                  <a:rPr lang="en-US" altLang="zh-CN" i="1" spc="-40" dirty="0"/>
                  <a:t>L</a:t>
                </a:r>
                <a:r>
                  <a:rPr lang="en-US" altLang="zh-CN" i="1" spc="-130" dirty="0"/>
                  <a:t> </a:t>
                </a:r>
                <a:r>
                  <a:rPr lang="en-US" altLang="zh-CN" dirty="0"/>
                  <a:t>(</a:t>
                </a:r>
                <a:r>
                  <a:rPr lang="en-US" altLang="zh-CN" i="1" dirty="0"/>
                  <a:t>y</a:t>
                </a:r>
                <a:r>
                  <a:rPr lang="en-US" altLang="zh-CN" i="1" spc="60" dirty="0"/>
                  <a:t> </a:t>
                </a:r>
                <a:r>
                  <a:rPr lang="en-US" altLang="zh-CN" i="1" spc="200" dirty="0">
                    <a:latin typeface="Menlo"/>
                    <a:cs typeface="Menlo"/>
                  </a:rPr>
                  <a:t>−</a:t>
                </a:r>
                <a:r>
                  <a:rPr lang="en-US" altLang="zh-CN" i="1" spc="-459" dirty="0">
                    <a:latin typeface="Menlo"/>
                    <a:cs typeface="Menlo"/>
                  </a:rPr>
                  <a:t> </a:t>
                </a:r>
                <a:r>
                  <a:rPr lang="en-US" altLang="zh-CN" i="1" spc="-434" dirty="0"/>
                  <a:t>y</a:t>
                </a:r>
                <a:r>
                  <a:rPr lang="en-US" altLang="zh-CN" spc="65" dirty="0"/>
                  <a:t>ˆ</a:t>
                </a:r>
                <a:r>
                  <a:rPr lang="en-US" altLang="zh-CN" spc="75" dirty="0"/>
                  <a:t>)</a:t>
                </a:r>
                <a:r>
                  <a:rPr lang="en-US" altLang="zh-CN" dirty="0"/>
                  <a:t> </a:t>
                </a:r>
                <a:r>
                  <a:rPr lang="en-US" altLang="zh-CN" spc="200" dirty="0"/>
                  <a:t>=</a:t>
                </a:r>
                <a:r>
                  <a:rPr lang="en-US" altLang="zh-CN" spc="-5" dirty="0"/>
                  <a:t> </a:t>
                </a:r>
                <a:r>
                  <a:rPr lang="en-US" altLang="zh-CN" i="1" spc="40" dirty="0"/>
                  <a:t>A</a:t>
                </a:r>
                <a:r>
                  <a:rPr lang="en-US" altLang="zh-CN" i="1" spc="-480" dirty="0"/>
                  <a:t>x</a:t>
                </a:r>
                <a:r>
                  <a:rPr lang="en-US" altLang="zh-CN" spc="40" dirty="0"/>
                  <a:t>ˆ</a:t>
                </a:r>
                <a:r>
                  <a:rPr lang="en-US" altLang="zh-CN" spc="-85" dirty="0"/>
                  <a:t> </a:t>
                </a:r>
                <a:r>
                  <a:rPr lang="en-US" altLang="zh-CN" spc="200" dirty="0"/>
                  <a:t>+</a:t>
                </a:r>
                <a:r>
                  <a:rPr lang="en-US" altLang="zh-CN" spc="-70" dirty="0"/>
                  <a:t> </a:t>
                </a:r>
                <a:r>
                  <a:rPr lang="en-US" altLang="zh-CN" i="1" spc="-20" dirty="0"/>
                  <a:t>Bu</a:t>
                </a:r>
                <a:r>
                  <a:rPr lang="en-US" altLang="zh-CN" i="1" spc="-10" dirty="0"/>
                  <a:t> </a:t>
                </a:r>
                <a:r>
                  <a:rPr lang="en-US" altLang="zh-CN" spc="200" dirty="0"/>
                  <a:t>+</a:t>
                </a:r>
                <a:r>
                  <a:rPr lang="en-US" altLang="zh-CN" spc="-70" dirty="0"/>
                  <a:t> </a:t>
                </a:r>
                <a:r>
                  <a:rPr lang="en-US" altLang="zh-CN" i="1" spc="-40" dirty="0"/>
                  <a:t>L</a:t>
                </a:r>
                <a:r>
                  <a:rPr lang="en-US" altLang="zh-CN" i="1" spc="-135" dirty="0"/>
                  <a:t> </a:t>
                </a:r>
                <a:r>
                  <a:rPr lang="en-US" altLang="zh-CN" dirty="0"/>
                  <a:t>(</a:t>
                </a:r>
                <a:r>
                  <a:rPr lang="en-US" altLang="zh-CN" i="1" dirty="0"/>
                  <a:t>y</a:t>
                </a:r>
                <a:r>
                  <a:rPr lang="en-US" altLang="zh-CN" i="1" spc="65" dirty="0"/>
                  <a:t> </a:t>
                </a:r>
                <a:r>
                  <a:rPr lang="en-US" altLang="zh-CN" i="1" spc="200" dirty="0">
                    <a:latin typeface="Menlo"/>
                    <a:cs typeface="Menlo"/>
                  </a:rPr>
                  <a:t>−</a:t>
                </a:r>
                <a:r>
                  <a:rPr lang="en-US" altLang="zh-CN" i="1" spc="-459" dirty="0">
                    <a:latin typeface="Menlo"/>
                    <a:cs typeface="Menlo"/>
                  </a:rPr>
                  <a:t> </a:t>
                </a:r>
                <a:r>
                  <a:rPr lang="en-US" altLang="zh-CN" i="1" spc="-130" dirty="0"/>
                  <a:t>C</a:t>
                </a:r>
                <a:r>
                  <a:rPr lang="en-US" altLang="zh-CN" i="1" spc="-190" dirty="0"/>
                  <a:t> </a:t>
                </a:r>
                <a:r>
                  <a:rPr lang="en-US" altLang="zh-CN" i="1" spc="-445" dirty="0"/>
                  <a:t>x</a:t>
                </a:r>
                <a:r>
                  <a:rPr lang="en-US" altLang="zh-CN" spc="60" dirty="0"/>
                  <a:t>ˆ</a:t>
                </a:r>
                <a:r>
                  <a:rPr lang="en-US" altLang="zh-CN" spc="75" dirty="0"/>
                  <a:t>)</a:t>
                </a:r>
                <a:r>
                  <a:rPr lang="en-US" altLang="zh-CN" spc="-130" dirty="0"/>
                  <a:t> </a:t>
                </a:r>
                <a:r>
                  <a:rPr lang="en-US" altLang="zh-CN" i="1" dirty="0">
                    <a:latin typeface="Times New Roman"/>
                    <a:cs typeface="Times New Roman"/>
                  </a:rPr>
                  <a:t>,</a:t>
                </a:r>
                <a:r>
                  <a:rPr lang="en-US" altLang="zh-CN" i="1" spc="290" dirty="0">
                    <a:latin typeface="Times New Roman"/>
                    <a:cs typeface="Times New Roman"/>
                  </a:rPr>
                  <a:t> </a:t>
                </a:r>
                <a:r>
                  <a:rPr lang="en-US" altLang="zh-CN" i="1" spc="-484" dirty="0"/>
                  <a:t>x</a:t>
                </a:r>
                <a:r>
                  <a:rPr lang="en-US" altLang="zh-CN" spc="20" dirty="0"/>
                  <a:t>ˆ</a:t>
                </a:r>
                <a:r>
                  <a:rPr lang="en-US" altLang="zh-CN" spc="35" dirty="0"/>
                  <a:t>(0)</a:t>
                </a:r>
                <a:r>
                  <a:rPr lang="en-US" altLang="zh-CN" spc="-5" dirty="0"/>
                  <a:t> </a:t>
                </a:r>
                <a:r>
                  <a:rPr lang="en-US" altLang="zh-CN" spc="200" dirty="0"/>
                  <a:t>=</a:t>
                </a:r>
                <a:r>
                  <a:rPr lang="en-US" altLang="zh-CN" dirty="0"/>
                  <a:t> </a:t>
                </a:r>
                <a:r>
                  <a:rPr lang="en-US" altLang="zh-CN" spc="-50" dirty="0"/>
                  <a:t>0</a:t>
                </a:r>
                <a:endParaRPr lang="en-US" altLang="zh-CN" dirty="0"/>
              </a:p>
              <a:p>
                <a:pPr marL="429895">
                  <a:lnSpc>
                    <a:spcPct val="100000"/>
                  </a:lnSpc>
                  <a:spcBef>
                    <a:spcPts val="305"/>
                  </a:spcBef>
                </a:pPr>
                <a:r>
                  <a:rPr lang="en-US" altLang="zh-CN" spc="200" dirty="0"/>
                  <a:t>=</a:t>
                </a:r>
                <a:r>
                  <a:rPr lang="en-US" altLang="zh-CN" spc="-25" dirty="0"/>
                  <a:t> </a:t>
                </a:r>
                <a:r>
                  <a:rPr lang="en-US" altLang="zh-CN" dirty="0"/>
                  <a:t>(</a:t>
                </a:r>
                <a:r>
                  <a:rPr lang="en-US" altLang="zh-CN" i="1" dirty="0"/>
                  <a:t>A</a:t>
                </a:r>
                <a:r>
                  <a:rPr lang="en-US" altLang="zh-CN" i="1" spc="-75" dirty="0"/>
                  <a:t> </a:t>
                </a:r>
                <a:r>
                  <a:rPr lang="en-US" altLang="zh-CN" i="1" spc="200" dirty="0">
                    <a:latin typeface="Menlo"/>
                    <a:cs typeface="Menlo"/>
                  </a:rPr>
                  <a:t>−</a:t>
                </a:r>
                <a:r>
                  <a:rPr lang="en-US" altLang="zh-CN" i="1" spc="-459" dirty="0">
                    <a:latin typeface="Menlo"/>
                    <a:cs typeface="Menlo"/>
                  </a:rPr>
                  <a:t> </a:t>
                </a:r>
                <a:r>
                  <a:rPr lang="en-US" altLang="zh-CN" i="1" spc="-85" dirty="0"/>
                  <a:t>LC</a:t>
                </a:r>
                <a:r>
                  <a:rPr lang="en-US" altLang="zh-CN" i="1" spc="-190" dirty="0"/>
                  <a:t> </a:t>
                </a:r>
                <a:r>
                  <a:rPr lang="en-US" altLang="zh-CN" spc="50" dirty="0"/>
                  <a:t>)</a:t>
                </a:r>
                <a:r>
                  <a:rPr lang="en-US" altLang="zh-CN" spc="-135" dirty="0"/>
                  <a:t> </a:t>
                </a:r>
                <a:r>
                  <a:rPr lang="en-US" altLang="zh-CN" i="1" spc="-440" dirty="0"/>
                  <a:t>x</a:t>
                </a:r>
                <a:r>
                  <a:rPr lang="en-US" altLang="zh-CN" spc="80" dirty="0"/>
                  <a:t>ˆ</a:t>
                </a:r>
                <a:r>
                  <a:rPr lang="en-US" altLang="zh-CN" spc="-90" dirty="0"/>
                  <a:t> </a:t>
                </a:r>
                <a:r>
                  <a:rPr lang="en-US" altLang="zh-CN" spc="200" dirty="0"/>
                  <a:t>+</a:t>
                </a:r>
                <a:r>
                  <a:rPr lang="en-US" altLang="zh-CN" spc="-75" dirty="0"/>
                  <a:t> </a:t>
                </a:r>
                <a:r>
                  <a:rPr lang="en-US" altLang="zh-CN" i="1" dirty="0"/>
                  <a:t>Ly</a:t>
                </a:r>
                <a:r>
                  <a:rPr lang="en-US" altLang="zh-CN" i="1" spc="55" dirty="0"/>
                  <a:t> </a:t>
                </a:r>
                <a:r>
                  <a:rPr lang="en-US" altLang="zh-CN" spc="200" dirty="0"/>
                  <a:t>+</a:t>
                </a:r>
                <a:r>
                  <a:rPr lang="en-US" altLang="zh-CN" spc="-75" dirty="0"/>
                  <a:t> </a:t>
                </a:r>
                <a:r>
                  <a:rPr lang="en-US" altLang="zh-CN" i="1" spc="-25" dirty="0"/>
                  <a:t>Bu</a:t>
                </a:r>
              </a:p>
              <a:p>
                <a:pPr marL="50800">
                  <a:lnSpc>
                    <a:spcPct val="100000"/>
                  </a:lnSpc>
                  <a:spcBef>
                    <a:spcPts val="95"/>
                  </a:spcBef>
                </a:pPr>
                <a:endParaRPr lang="en-US" altLang="zh-CN" i="1" spc="-25" dirty="0">
                  <a:latin typeface="Arial"/>
                  <a:cs typeface="Arial"/>
                </a:endParaRPr>
              </a:p>
              <a:p>
                <a:pPr marL="50800">
                  <a:lnSpc>
                    <a:spcPct val="150000"/>
                  </a:lnSpc>
                  <a:spcBef>
                    <a:spcPts val="95"/>
                  </a:spcBef>
                </a:pPr>
                <a:r>
                  <a:rPr lang="en-US" altLang="zh-CN" sz="1800" spc="300" baseline="4629" dirty="0">
                    <a:solidFill>
                      <a:srgbClr val="7F7F7F"/>
                    </a:solidFill>
                    <a:latin typeface="Arial Unicode MS"/>
                    <a:cs typeface="Arial Unicode MS"/>
                  </a:rPr>
                  <a:t>▶</a:t>
                </a:r>
                <a:r>
                  <a:rPr lang="en-US" altLang="zh-CN" sz="1800" spc="322" baseline="4629" dirty="0">
                    <a:solidFill>
                      <a:srgbClr val="7F7F7F"/>
                    </a:solidFill>
                    <a:latin typeface="Arial Unicode MS"/>
                    <a:cs typeface="Arial Unicode MS"/>
                  </a:rPr>
                  <a:t> </a:t>
                </a:r>
                <a:r>
                  <a:rPr lang="en-US" altLang="zh-CN" spc="-45" dirty="0">
                    <a:solidFill>
                      <a:schemeClr val="bg1"/>
                    </a:solidFill>
                  </a:rPr>
                  <a:t>Goal:</a:t>
                </a:r>
                <a:r>
                  <a:rPr lang="en-US" altLang="zh-CN" spc="145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spc="-70" dirty="0">
                    <a:solidFill>
                      <a:schemeClr val="bg1"/>
                    </a:solidFill>
                  </a:rPr>
                  <a:t>place</a:t>
                </a:r>
                <a:r>
                  <a:rPr lang="en-US" altLang="zh-CN" spc="25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spc="-90" dirty="0">
                    <a:solidFill>
                      <a:schemeClr val="bg1"/>
                    </a:solidFill>
                  </a:rPr>
                  <a:t>eigenvalues</a:t>
                </a:r>
                <a:r>
                  <a:rPr lang="en-US" altLang="zh-CN" spc="25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</a:rPr>
                  <a:t>of</a:t>
                </a:r>
                <a:r>
                  <a:rPr lang="en-US" altLang="zh-CN" spc="25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</a:rPr>
                  <a:t>the</a:t>
                </a:r>
                <a:r>
                  <a:rPr lang="en-US" altLang="zh-CN" spc="25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spc="-85" dirty="0">
                    <a:solidFill>
                      <a:schemeClr val="bg1"/>
                    </a:solidFill>
                  </a:rPr>
                  <a:t>observer</a:t>
                </a:r>
                <a:r>
                  <a:rPr lang="en-US" altLang="zh-CN" spc="25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</a:rPr>
                  <a:t>at</a:t>
                </a:r>
                <a:r>
                  <a:rPr lang="en-US" altLang="zh-CN" spc="25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spc="-40" dirty="0">
                    <a:solidFill>
                      <a:schemeClr val="bg1"/>
                    </a:solidFill>
                  </a:rPr>
                  <a:t>locations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pc="-4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altLang="zh-CN" b="0" i="1" spc="-4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zh-CN" altLang="en-US" b="0" i="1" spc="-4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</m:e>
                      <m:sub>
                        <m:r>
                          <a:rPr lang="en-US" altLang="zh-CN" b="0" i="1" spc="-4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 spc="-4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 ⋯, </m:t>
                    </m:r>
                    <m:sSub>
                      <m:sSubPr>
                        <m:ctrlPr>
                          <a:rPr lang="en-US" altLang="zh-CN" b="0" i="1" spc="-4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altLang="zh-CN" b="0" i="1" spc="-4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b="0" i="1" spc="-4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</m:e>
                      <m:sub>
                        <m:r>
                          <a:rPr lang="en-US" altLang="zh-CN" b="0" i="1" spc="-4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zh-CN" spc="-40" dirty="0">
                    <a:solidFill>
                      <a:schemeClr val="bg1"/>
                    </a:solidFill>
                  </a:rPr>
                  <a:t>:</a:t>
                </a:r>
              </a:p>
              <a:p>
                <a:pPr marL="50800">
                  <a:lnSpc>
                    <a:spcPct val="150000"/>
                  </a:lnSpc>
                  <a:spcBef>
                    <a:spcPts val="95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b="0" i="1" spc="-4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b="0" i="0" spc="-4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det</m:t>
                          </m:r>
                        </m:fName>
                        <m:e>
                          <m:d>
                            <m:dPr>
                              <m:ctrlPr>
                                <a:rPr lang="en-US" altLang="zh-CN" b="0" i="1" spc="-4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pc="-4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𝑠𝐼</m:t>
                              </m:r>
                              <m:r>
                                <a:rPr lang="en-US" altLang="zh-CN" b="0" i="1" spc="-4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d>
                                <m:dPr>
                                  <m:ctrlPr>
                                    <a:rPr lang="en-US" altLang="zh-CN" b="0" i="1" spc="-4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0" i="1" spc="-4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  <m:r>
                                    <a:rPr lang="en-US" altLang="zh-CN" b="0" i="1" spc="-4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b="0" i="1" spc="-4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𝐿𝐶</m:t>
                                  </m:r>
                                </m:e>
                              </m:d>
                            </m:e>
                          </m:d>
                        </m:e>
                      </m:func>
                      <m:r>
                        <a:rPr lang="en-US" altLang="zh-CN" b="0" i="1" spc="-4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b="0" i="1" spc="-4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pc="-4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b="0" i="1" spc="-4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b="0" i="1" spc="-4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US" altLang="zh-CN" b="0" i="1" spc="-4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b="0" i="1" spc="-4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b="0" i="1" spc="-4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d>
                        <m:dPr>
                          <m:ctrlPr>
                            <a:rPr lang="en-US" altLang="zh-CN" b="0" i="1" spc="-4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pc="-4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b="0" i="1" spc="-4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b="0" i="1" spc="-4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US" altLang="zh-CN" b="0" i="1" spc="-4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b="0" i="1" spc="-4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b="0" i="1" spc="-4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zh-CN" b="0" i="1" spc="-4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⋯</m:t>
                      </m:r>
                      <m:d>
                        <m:dPr>
                          <m:ctrlPr>
                            <a:rPr lang="en-US" altLang="zh-CN" b="0" i="1" spc="-4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pc="-4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b="0" i="1" spc="-4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b="0" i="1" spc="-4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US" altLang="zh-CN" b="0" i="1" spc="-4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b="0" i="1" spc="-4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b="0" i="1" spc="-4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zh-CN" b="0" i="1" spc="-40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  <a:p>
                <a:pPr marL="50800">
                  <a:lnSpc>
                    <a:spcPct val="150000"/>
                  </a:lnSpc>
                  <a:spcBef>
                    <a:spcPts val="95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pc="-4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                                                =</m:t>
                      </m:r>
                      <m:sSup>
                        <m:sSupPr>
                          <m:ctrlPr>
                            <a:rPr lang="en-US" altLang="zh-CN" b="0" i="1" spc="-4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pc="-4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en-US" altLang="zh-CN" b="0" i="1" spc="-4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altLang="zh-CN" b="0" i="1" spc="-4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b="0" i="1" spc="-4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altLang="zh-CN" b="0" i="1" spc="-4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b="0" i="1" spc="-4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</m:acc>
                        </m:e>
                        <m:sub>
                          <m:r>
                            <a:rPr lang="en-US" altLang="zh-CN" b="0" i="1" spc="-4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b="0" i="1" spc="-4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b="0" i="1" spc="-4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p>
                        <m:sSupPr>
                          <m:ctrlPr>
                            <a:rPr lang="en-US" altLang="zh-CN" b="0" i="1" spc="-4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pc="-4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en-US" altLang="zh-CN" b="0" i="1" spc="-4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b="0" i="1" spc="-4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b="0" i="1" spc="-4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altLang="zh-CN" b="0" i="1" spc="-4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+⋯+</m:t>
                      </m:r>
                      <m:sSub>
                        <m:sSubPr>
                          <m:ctrlPr>
                            <a:rPr lang="en-US" altLang="zh-CN" b="0" i="1" spc="-4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altLang="zh-CN" b="0" i="1" spc="-4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b="0" i="1" spc="-4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</m:acc>
                        </m:e>
                        <m:sub>
                          <m:r>
                            <a:rPr lang="en-US" altLang="zh-CN" b="0" i="1" spc="-4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spc="-4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altLang="zh-CN" b="0" i="1" spc="-4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b="0" i="1" spc="-4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altLang="zh-CN" b="0" i="1" spc="-4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b="0" i="1" spc="-4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</m:acc>
                        </m:e>
                        <m:sub>
                          <m:r>
                            <a:rPr lang="en-US" altLang="zh-CN" b="0" i="1" spc="-4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altLang="zh-CN" spc="-4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9" name="object 9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202742" y="860003"/>
                <a:ext cx="4244975" cy="1861856"/>
              </a:xfrm>
              <a:prstGeom prst="rect">
                <a:avLst/>
              </a:prstGeom>
              <a:blipFill>
                <a:blip r:embed="rId2"/>
                <a:stretch>
                  <a:fillRect l="-1004" t="-2623" r="-11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object 10"/>
          <p:cNvSpPr/>
          <p:nvPr/>
        </p:nvSpPr>
        <p:spPr>
          <a:xfrm>
            <a:off x="0" y="3346284"/>
            <a:ext cx="4608195" cy="109855"/>
          </a:xfrm>
          <a:custGeom>
            <a:avLst/>
            <a:gdLst/>
            <a:ahLst/>
            <a:cxnLst/>
            <a:rect l="l" t="t" r="r" b="b"/>
            <a:pathLst>
              <a:path w="4608195" h="109854">
                <a:moveTo>
                  <a:pt x="4607928" y="0"/>
                </a:moveTo>
                <a:lnTo>
                  <a:pt x="3071939" y="0"/>
                </a:lnTo>
                <a:lnTo>
                  <a:pt x="1535963" y="0"/>
                </a:lnTo>
                <a:lnTo>
                  <a:pt x="0" y="0"/>
                </a:lnTo>
                <a:lnTo>
                  <a:pt x="0" y="109715"/>
                </a:lnTo>
                <a:lnTo>
                  <a:pt x="1535963" y="109715"/>
                </a:lnTo>
                <a:lnTo>
                  <a:pt x="3071939" y="109715"/>
                </a:lnTo>
                <a:lnTo>
                  <a:pt x="4607928" y="109715"/>
                </a:lnTo>
                <a:lnTo>
                  <a:pt x="4607928" y="0"/>
                </a:lnTo>
                <a:close/>
              </a:path>
            </a:pathLst>
          </a:custGeom>
          <a:solidFill>
            <a:srgbClr val="1919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0" dirty="0"/>
              <a:t>Mod</a:t>
            </a:r>
            <a:r>
              <a:rPr spc="125" dirty="0"/>
              <a:t> </a:t>
            </a:r>
            <a:r>
              <a:rPr spc="10" dirty="0"/>
              <a:t>Ctrl</a:t>
            </a:r>
            <a:r>
              <a:rPr spc="130" dirty="0"/>
              <a:t> </a:t>
            </a:r>
            <a:r>
              <a:rPr spc="10" dirty="0"/>
              <a:t>Intro</a:t>
            </a:r>
            <a:r>
              <a:rPr spc="415" dirty="0"/>
              <a:t> </a:t>
            </a:r>
            <a:r>
              <a:rPr spc="50" dirty="0"/>
              <a:t>(w</a:t>
            </a:r>
            <a:r>
              <a:rPr spc="125" dirty="0"/>
              <a:t> </a:t>
            </a:r>
            <a:r>
              <a:rPr spc="10" dirty="0"/>
              <a:t>Matlab</a:t>
            </a:r>
            <a:r>
              <a:rPr spc="130" dirty="0"/>
              <a:t> </a:t>
            </a:r>
            <a:r>
              <a:rPr spc="125" dirty="0"/>
              <a:t>&amp;</a:t>
            </a:r>
            <a:r>
              <a:rPr spc="130" dirty="0"/>
              <a:t> </a:t>
            </a:r>
            <a:r>
              <a:rPr spc="-10" dirty="0"/>
              <a:t>Python)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665249" y="3338410"/>
            <a:ext cx="1277620" cy="1225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00" dirty="0">
                <a:solidFill>
                  <a:srgbClr val="BF447D"/>
                </a:solidFill>
                <a:latin typeface="Arial"/>
                <a:cs typeface="Arial"/>
                <a:hlinkClick r:id="rId3" action="ppaction://hlinksldjump"/>
              </a:rPr>
              <a:t>Observers</a:t>
            </a:r>
            <a:r>
              <a:rPr sz="600" spc="135" dirty="0">
                <a:solidFill>
                  <a:srgbClr val="BF447D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600" dirty="0">
                <a:solidFill>
                  <a:srgbClr val="BF447D"/>
                </a:solidFill>
                <a:latin typeface="Arial"/>
                <a:cs typeface="Arial"/>
                <a:hlinkClick r:id="rId3" action="ppaction://hlinksldjump"/>
              </a:rPr>
              <a:t>and</a:t>
            </a:r>
            <a:r>
              <a:rPr sz="600" spc="140" dirty="0">
                <a:solidFill>
                  <a:srgbClr val="BF447D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600" dirty="0">
                <a:solidFill>
                  <a:srgbClr val="BF447D"/>
                </a:solidFill>
                <a:latin typeface="Arial"/>
                <a:cs typeface="Arial"/>
                <a:hlinkClick r:id="rId3" action="ppaction://hlinksldjump"/>
              </a:rPr>
              <a:t>Observer</a:t>
            </a:r>
            <a:r>
              <a:rPr sz="600" spc="140" dirty="0">
                <a:solidFill>
                  <a:srgbClr val="BF447D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600" dirty="0">
                <a:solidFill>
                  <a:srgbClr val="BF447D"/>
                </a:solidFill>
                <a:latin typeface="Arial"/>
                <a:cs typeface="Arial"/>
                <a:hlinkClick r:id="rId3" action="ppaction://hlinksldjump"/>
              </a:rPr>
              <a:t>State</a:t>
            </a:r>
            <a:r>
              <a:rPr sz="600" spc="140" dirty="0">
                <a:solidFill>
                  <a:srgbClr val="BF447D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600" spc="30" dirty="0">
                <a:solidFill>
                  <a:srgbClr val="BF447D"/>
                </a:solidFill>
                <a:latin typeface="Arial"/>
                <a:cs typeface="Arial"/>
                <a:hlinkClick r:id="rId3" action="ppaction://hlinksldjump"/>
              </a:rPr>
              <a:t>FB</a:t>
            </a:r>
            <a:endParaRPr sz="6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319727" y="3338410"/>
            <a:ext cx="233679" cy="1225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00" dirty="0">
                <a:solidFill>
                  <a:srgbClr val="E5E5E5"/>
                </a:solidFill>
                <a:latin typeface="Arial"/>
                <a:cs typeface="Arial"/>
              </a:rPr>
              <a:t>8</a:t>
            </a:r>
            <a:r>
              <a:rPr sz="600" spc="-45" dirty="0">
                <a:solidFill>
                  <a:srgbClr val="E5E5E5"/>
                </a:solidFill>
                <a:latin typeface="Arial"/>
                <a:cs typeface="Arial"/>
              </a:rPr>
              <a:t> </a:t>
            </a:r>
            <a:r>
              <a:rPr sz="600" spc="185" dirty="0">
                <a:solidFill>
                  <a:srgbClr val="E5E5E5"/>
                </a:solidFill>
                <a:latin typeface="Arial"/>
                <a:cs typeface="Arial"/>
              </a:rPr>
              <a:t>/</a:t>
            </a:r>
            <a:r>
              <a:rPr sz="600" spc="-45" dirty="0">
                <a:solidFill>
                  <a:srgbClr val="E5E5E5"/>
                </a:solidFill>
                <a:latin typeface="Arial"/>
                <a:cs typeface="Arial"/>
              </a:rPr>
              <a:t> </a:t>
            </a:r>
            <a:r>
              <a:rPr sz="600" spc="-25" dirty="0">
                <a:solidFill>
                  <a:srgbClr val="E5E5E5"/>
                </a:solidFill>
                <a:latin typeface="Arial"/>
                <a:cs typeface="Arial"/>
              </a:rPr>
              <a:t>27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60916"/>
            <a:ext cx="3242945" cy="2882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140" dirty="0"/>
              <a:t>Observer</a:t>
            </a:r>
            <a:r>
              <a:rPr spc="20" dirty="0"/>
              <a:t> </a:t>
            </a:r>
            <a:r>
              <a:rPr spc="-145" dirty="0"/>
              <a:t>eigenvalue</a:t>
            </a:r>
            <a:r>
              <a:rPr spc="25" dirty="0"/>
              <a:t> </a:t>
            </a:r>
            <a:r>
              <a:rPr spc="-90" dirty="0"/>
              <a:t>placement:</a:t>
            </a:r>
            <a:r>
              <a:rPr spc="145" dirty="0"/>
              <a:t> </a:t>
            </a:r>
            <a:r>
              <a:rPr spc="-10" dirty="0"/>
              <a:t>o.c.f.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object 9"/>
              <p:cNvSpPr txBox="1"/>
              <p:nvPr/>
            </p:nvSpPr>
            <p:spPr>
              <a:xfrm>
                <a:off x="215442" y="376339"/>
                <a:ext cx="4282440" cy="1274516"/>
              </a:xfrm>
              <a:prstGeom prst="rect">
                <a:avLst/>
              </a:prstGeom>
            </p:spPr>
            <p:txBody>
              <a:bodyPr vert="horz" wrap="square" lIns="0" tIns="93980" rIns="0" bIns="0" rtlCol="0">
                <a:spAutoFit/>
              </a:bodyPr>
              <a:lstStyle/>
              <a:p>
                <a:pPr marL="50800">
                  <a:lnSpc>
                    <a:spcPct val="150000"/>
                  </a:lnSpc>
                  <a:spcBef>
                    <a:spcPts val="95"/>
                  </a:spcBef>
                </a:pPr>
                <a:r>
                  <a:rPr sz="1800" spc="300" baseline="4629" dirty="0">
                    <a:solidFill>
                      <a:srgbClr val="7F7F7F"/>
                    </a:solidFill>
                    <a:latin typeface="Arial Unicode MS"/>
                    <a:cs typeface="Arial Unicode MS"/>
                  </a:rPr>
                  <a:t>▶</a:t>
                </a:r>
                <a:r>
                  <a:rPr sz="1800" spc="165" baseline="4629" dirty="0">
                    <a:solidFill>
                      <a:srgbClr val="7F7F7F"/>
                    </a:solidFill>
                    <a:latin typeface="Arial Unicode MS"/>
                    <a:cs typeface="Arial Unicode MS"/>
                  </a:rPr>
                  <a:t> </a:t>
                </a:r>
                <a:r>
                  <a:rPr lang="en-US" altLang="zh-CN" sz="1200" spc="-45" dirty="0">
                    <a:solidFill>
                      <a:schemeClr val="bg1"/>
                    </a:solidFill>
                  </a:rPr>
                  <a:t>Goal:</a:t>
                </a:r>
                <a:r>
                  <a:rPr lang="en-US" altLang="zh-CN" sz="1200" spc="145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sz="1200" spc="-70" dirty="0">
                    <a:solidFill>
                      <a:schemeClr val="bg1"/>
                    </a:solidFill>
                  </a:rPr>
                  <a:t>place</a:t>
                </a:r>
                <a:r>
                  <a:rPr lang="en-US" altLang="zh-CN" sz="1200" spc="25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sz="1200" spc="-90" dirty="0">
                    <a:solidFill>
                      <a:schemeClr val="bg1"/>
                    </a:solidFill>
                  </a:rPr>
                  <a:t>eigenvalues</a:t>
                </a:r>
                <a:r>
                  <a:rPr lang="en-US" altLang="zh-CN" sz="1200" spc="25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sz="1200" dirty="0">
                    <a:solidFill>
                      <a:schemeClr val="bg1"/>
                    </a:solidFill>
                  </a:rPr>
                  <a:t>of</a:t>
                </a:r>
                <a:r>
                  <a:rPr lang="en-US" altLang="zh-CN" sz="1200" spc="25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sz="1200" dirty="0">
                    <a:solidFill>
                      <a:schemeClr val="bg1"/>
                    </a:solidFill>
                  </a:rPr>
                  <a:t>the</a:t>
                </a:r>
                <a:r>
                  <a:rPr lang="en-US" altLang="zh-CN" sz="1200" spc="25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sz="1200" spc="-85" dirty="0">
                    <a:solidFill>
                      <a:schemeClr val="bg1"/>
                    </a:solidFill>
                  </a:rPr>
                  <a:t>observer</a:t>
                </a:r>
                <a:r>
                  <a:rPr lang="en-US" altLang="zh-CN" sz="1200" spc="25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sz="1200" dirty="0">
                    <a:solidFill>
                      <a:schemeClr val="bg1"/>
                    </a:solidFill>
                  </a:rPr>
                  <a:t>at</a:t>
                </a:r>
                <a:r>
                  <a:rPr lang="en-US" altLang="zh-CN" sz="1200" spc="25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CN" sz="1200" spc="-40" dirty="0">
                    <a:solidFill>
                      <a:schemeClr val="bg1"/>
                    </a:solidFill>
                  </a:rPr>
                  <a:t>locations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200" b="0" i="1" spc="-4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altLang="zh-CN" sz="1200" b="0" i="1" spc="-4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zh-CN" altLang="en-US" sz="1200" b="0" i="1" spc="-4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</m:e>
                      <m:sub>
                        <m:r>
                          <a:rPr lang="en-US" altLang="zh-CN" sz="1200" b="0" i="1" spc="-4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1200" b="0" i="1" spc="-4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 ⋯, </m:t>
                    </m:r>
                    <m:sSub>
                      <m:sSubPr>
                        <m:ctrlPr>
                          <a:rPr lang="en-US" altLang="zh-CN" sz="1200" b="0" i="1" spc="-4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altLang="zh-CN" sz="1200" b="0" i="1" spc="-4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1200" b="0" i="1" spc="-4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</m:e>
                      <m:sub>
                        <m:r>
                          <a:rPr lang="en-US" altLang="zh-CN" sz="1200" b="0" i="1" spc="-4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zh-CN" sz="1200" spc="-40" dirty="0">
                    <a:solidFill>
                      <a:schemeClr val="bg1"/>
                    </a:solidFill>
                  </a:rPr>
                  <a:t>:</a:t>
                </a:r>
              </a:p>
              <a:p>
                <a:pPr marL="50800">
                  <a:lnSpc>
                    <a:spcPct val="150000"/>
                  </a:lnSpc>
                  <a:spcBef>
                    <a:spcPts val="95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sz="1200" b="0" i="1" spc="-4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1200" b="0" i="0" spc="-4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det</m:t>
                          </m:r>
                        </m:fName>
                        <m:e>
                          <m:d>
                            <m:dPr>
                              <m:ctrlPr>
                                <a:rPr lang="en-US" altLang="zh-CN" sz="1200" b="0" i="1" spc="-4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200" b="0" i="1" spc="-4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𝑠𝐼</m:t>
                              </m:r>
                              <m:r>
                                <a:rPr lang="en-US" altLang="zh-CN" sz="1200" b="0" i="1" spc="-4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d>
                                <m:dPr>
                                  <m:ctrlPr>
                                    <a:rPr lang="en-US" altLang="zh-CN" sz="1200" b="0" i="1" spc="-4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200" b="0" i="1" spc="-4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  <m:r>
                                    <a:rPr lang="en-US" altLang="zh-CN" sz="1200" b="0" i="1" spc="-4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sz="1200" b="0" i="1" spc="-4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𝐿𝐶</m:t>
                                  </m:r>
                                </m:e>
                              </m:d>
                            </m:e>
                          </m:d>
                        </m:e>
                      </m:func>
                      <m:r>
                        <a:rPr lang="en-US" altLang="zh-CN" sz="1200" b="0" i="1" spc="-4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sz="1200" b="0" i="1" spc="-4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200" b="0" i="1" spc="-4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sz="1200" b="0" i="1" spc="-4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sz="1200" b="0" i="1" spc="-4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US" altLang="zh-CN" sz="1200" b="0" i="1" spc="-4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1200" b="0" i="1" spc="-4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1200" b="0" i="1" spc="-4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d>
                        <m:dPr>
                          <m:ctrlPr>
                            <a:rPr lang="en-US" altLang="zh-CN" sz="1200" b="0" i="1" spc="-4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200" b="0" i="1" spc="-4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sz="1200" b="0" i="1" spc="-4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sz="1200" b="0" i="1" spc="-4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US" altLang="zh-CN" sz="1200" b="0" i="1" spc="-4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1200" b="0" i="1" spc="-4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1200" b="0" i="1" spc="-4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zh-CN" sz="1200" b="0" i="1" spc="-4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⋯</m:t>
                      </m:r>
                      <m:d>
                        <m:dPr>
                          <m:ctrlPr>
                            <a:rPr lang="en-US" altLang="zh-CN" sz="1200" b="0" i="1" spc="-4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200" b="0" i="1" spc="-4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sz="1200" b="0" i="1" spc="-4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sz="1200" b="0" i="1" spc="-4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US" altLang="zh-CN" sz="1200" b="0" i="1" spc="-4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1200" b="0" i="1" spc="-4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1200" b="0" i="1" spc="-4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zh-CN" sz="1200" b="0" i="1" spc="-40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  <a:p>
                <a:pPr marL="50800">
                  <a:lnSpc>
                    <a:spcPct val="150000"/>
                  </a:lnSpc>
                  <a:spcBef>
                    <a:spcPts val="95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pc="-4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                                                =</m:t>
                      </m:r>
                      <m:sSup>
                        <m:sSupPr>
                          <m:ctrlPr>
                            <a:rPr lang="en-US" altLang="zh-CN" sz="1200" b="0" i="1" spc="-4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200" b="0" i="1" spc="-4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en-US" altLang="zh-CN" sz="1200" b="0" i="1" spc="-4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altLang="zh-CN" sz="1200" b="0" i="1" spc="-4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1200" b="0" i="1" spc="-4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altLang="zh-CN" sz="1200" b="0" i="1" spc="-4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1200" b="0" i="1" spc="-4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</m:acc>
                        </m:e>
                        <m:sub>
                          <m:r>
                            <a:rPr lang="en-US" altLang="zh-CN" sz="1200" b="0" i="1" spc="-4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1200" b="0" i="1" spc="-4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sSup>
                        <m:sSupPr>
                          <m:ctrlPr>
                            <a:rPr lang="en-US" altLang="zh-CN" sz="1200" b="0" i="1" spc="-4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200" b="0" i="1" spc="-4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en-US" altLang="zh-CN" sz="1200" b="0" i="1" spc="-4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1200" b="0" i="1" spc="-4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altLang="zh-CN" sz="1200" b="0" i="1" spc="-4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+⋯+</m:t>
                      </m:r>
                      <m:sSub>
                        <m:sSubPr>
                          <m:ctrlPr>
                            <a:rPr lang="en-US" altLang="zh-CN" sz="1200" b="0" i="1" spc="-4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altLang="zh-CN" sz="1200" b="0" i="1" spc="-4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1200" b="0" i="1" spc="-4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</m:acc>
                        </m:e>
                        <m:sub>
                          <m:r>
                            <a:rPr lang="en-US" altLang="zh-CN" sz="1200" b="0" i="1" spc="-4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1200" b="0" i="1" spc="-4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altLang="zh-CN" sz="1200" b="0" i="1" spc="-4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1200" b="0" i="1" spc="-4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altLang="zh-CN" sz="1200" b="0" i="1" spc="-4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1200" b="0" i="1" spc="-4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</m:acc>
                        </m:e>
                        <m:sub>
                          <m:r>
                            <a:rPr lang="en-US" altLang="zh-CN" sz="1200" b="0" i="1" spc="-4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altLang="zh-CN" sz="1200" spc="-40" dirty="0">
                  <a:solidFill>
                    <a:schemeClr val="bg1"/>
                  </a:solidFill>
                </a:endParaRPr>
              </a:p>
              <a:p>
                <a:pPr algn="ctr">
                  <a:lnSpc>
                    <a:spcPct val="100000"/>
                  </a:lnSpc>
                  <a:spcBef>
                    <a:spcPts val="960"/>
                  </a:spcBef>
                </a:pPr>
                <a:r>
                  <a:rPr sz="1800" spc="300" baseline="4629" dirty="0">
                    <a:solidFill>
                      <a:srgbClr val="7F7F7F"/>
                    </a:solidFill>
                    <a:latin typeface="Arial Unicode MS"/>
                    <a:cs typeface="Arial Unicode MS"/>
                  </a:rPr>
                  <a:t>▶</a:t>
                </a:r>
                <a:r>
                  <a:rPr sz="1800" spc="359" baseline="4629" dirty="0">
                    <a:solidFill>
                      <a:srgbClr val="7F7F7F"/>
                    </a:solidFill>
                    <a:latin typeface="Arial Unicode MS"/>
                    <a:cs typeface="Arial Unicode MS"/>
                  </a:rPr>
                  <a:t> </a:t>
                </a:r>
                <a:r>
                  <a:rPr sz="1200" spc="-10" dirty="0">
                    <a:solidFill>
                      <a:srgbClr val="FFFFFF"/>
                    </a:solidFill>
                    <a:latin typeface="Arial"/>
                    <a:cs typeface="Arial"/>
                  </a:rPr>
                  <a:t>Let</a:t>
                </a:r>
                <a:r>
                  <a:rPr sz="1200" spc="2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sz="1200" i="1" dirty="0">
                    <a:solidFill>
                      <a:srgbClr val="FFFFFF"/>
                    </a:solidFill>
                    <a:latin typeface="Arial"/>
                    <a:cs typeface="Arial"/>
                  </a:rPr>
                  <a:t>L</a:t>
                </a:r>
                <a:r>
                  <a:rPr sz="1200" i="1" spc="-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sz="1200" spc="200" dirty="0">
                    <a:solidFill>
                      <a:srgbClr val="FFFFFF"/>
                    </a:solidFill>
                    <a:latin typeface="Arial"/>
                    <a:cs typeface="Arial"/>
                  </a:rPr>
                  <a:t>=</a:t>
                </a:r>
                <a:r>
                  <a:rPr sz="1200" spc="-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sz="1200" dirty="0">
                    <a:solidFill>
                      <a:srgbClr val="FFFFFF"/>
                    </a:solidFill>
                    <a:latin typeface="Arial"/>
                    <a:cs typeface="Arial"/>
                  </a:rPr>
                  <a:t>[</a:t>
                </a:r>
                <a:r>
                  <a:rPr sz="1200" i="1" dirty="0">
                    <a:solidFill>
                      <a:srgbClr val="FFFFFF"/>
                    </a:solidFill>
                    <a:latin typeface="Arial"/>
                    <a:cs typeface="Arial"/>
                  </a:rPr>
                  <a:t>l</a:t>
                </a:r>
                <a:r>
                  <a:rPr sz="1200" baseline="-13888" dirty="0">
                    <a:solidFill>
                      <a:srgbClr val="FFFFFF"/>
                    </a:solidFill>
                    <a:latin typeface="Arial"/>
                    <a:cs typeface="Arial"/>
                  </a:rPr>
                  <a:t>0</a:t>
                </a:r>
                <a:r>
                  <a:rPr sz="1200" i="1" dirty="0">
                    <a:solidFill>
                      <a:srgbClr val="FFFFFF"/>
                    </a:solidFill>
                    <a:latin typeface="Times New Roman"/>
                    <a:cs typeface="Times New Roman"/>
                  </a:rPr>
                  <a:t>,</a:t>
                </a:r>
                <a:r>
                  <a:rPr sz="1200" i="1" spc="-100" dirty="0">
                    <a:solidFill>
                      <a:srgbClr val="FFFFFF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sz="1200" i="1" dirty="0">
                    <a:solidFill>
                      <a:srgbClr val="FFFFFF"/>
                    </a:solidFill>
                    <a:latin typeface="Arial"/>
                    <a:cs typeface="Arial"/>
                  </a:rPr>
                  <a:t>l</a:t>
                </a:r>
                <a:r>
                  <a:rPr sz="1200" baseline="-13888" dirty="0">
                    <a:solidFill>
                      <a:srgbClr val="FFFFFF"/>
                    </a:solidFill>
                    <a:latin typeface="Arial"/>
                    <a:cs typeface="Arial"/>
                  </a:rPr>
                  <a:t>1</a:t>
                </a:r>
                <a:r>
                  <a:rPr sz="1200" i="1" dirty="0">
                    <a:solidFill>
                      <a:srgbClr val="FFFFFF"/>
                    </a:solidFill>
                    <a:latin typeface="Times New Roman"/>
                    <a:cs typeface="Times New Roman"/>
                  </a:rPr>
                  <a:t>,</a:t>
                </a:r>
                <a:r>
                  <a:rPr sz="1200" i="1" spc="-100" dirty="0">
                    <a:solidFill>
                      <a:srgbClr val="FFFFFF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sz="1200" i="1" dirty="0">
                    <a:solidFill>
                      <a:srgbClr val="FFFFFF"/>
                    </a:solidFill>
                    <a:latin typeface="Times New Roman"/>
                    <a:cs typeface="Times New Roman"/>
                  </a:rPr>
                  <a:t>.</a:t>
                </a:r>
                <a:r>
                  <a:rPr sz="1200" i="1" spc="-105" dirty="0">
                    <a:solidFill>
                      <a:srgbClr val="FFFFFF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sz="1200" i="1" dirty="0">
                    <a:solidFill>
                      <a:srgbClr val="FFFFFF"/>
                    </a:solidFill>
                    <a:latin typeface="Times New Roman"/>
                    <a:cs typeface="Times New Roman"/>
                  </a:rPr>
                  <a:t>.</a:t>
                </a:r>
                <a:r>
                  <a:rPr sz="1200" i="1" spc="-100" dirty="0">
                    <a:solidFill>
                      <a:srgbClr val="FFFFFF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sz="1200" i="1" dirty="0">
                    <a:solidFill>
                      <a:srgbClr val="FFFFFF"/>
                    </a:solidFill>
                    <a:latin typeface="Times New Roman"/>
                    <a:cs typeface="Times New Roman"/>
                  </a:rPr>
                  <a:t>.</a:t>
                </a:r>
                <a:r>
                  <a:rPr sz="1200" i="1" spc="-100" dirty="0">
                    <a:solidFill>
                      <a:srgbClr val="FFFFFF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sz="1200" i="1" dirty="0">
                    <a:solidFill>
                      <a:srgbClr val="FFFFFF"/>
                    </a:solidFill>
                    <a:latin typeface="Times New Roman"/>
                    <a:cs typeface="Times New Roman"/>
                  </a:rPr>
                  <a:t>,</a:t>
                </a:r>
                <a:r>
                  <a:rPr sz="1200" i="1" spc="-100" dirty="0">
                    <a:solidFill>
                      <a:srgbClr val="FFFFFF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sz="1200" i="1" dirty="0">
                    <a:solidFill>
                      <a:srgbClr val="FFFFFF"/>
                    </a:solidFill>
                    <a:latin typeface="Arial"/>
                    <a:cs typeface="Arial"/>
                  </a:rPr>
                  <a:t>l</a:t>
                </a:r>
                <a:r>
                  <a:rPr sz="1200" i="1" baseline="-13888" dirty="0">
                    <a:solidFill>
                      <a:srgbClr val="FFFFFF"/>
                    </a:solidFill>
                    <a:latin typeface="Arial"/>
                    <a:cs typeface="Arial"/>
                  </a:rPr>
                  <a:t>n</a:t>
                </a:r>
                <a:r>
                  <a:rPr sz="1200" i="1" baseline="-13888" dirty="0">
                    <a:solidFill>
                      <a:srgbClr val="FFFFFF"/>
                    </a:solidFill>
                    <a:latin typeface="Hack"/>
                    <a:cs typeface="Hack"/>
                  </a:rPr>
                  <a:t>−</a:t>
                </a:r>
                <a:r>
                  <a:rPr sz="1200" baseline="-13888" dirty="0">
                    <a:solidFill>
                      <a:srgbClr val="FFFFFF"/>
                    </a:solidFill>
                    <a:latin typeface="Arial"/>
                    <a:cs typeface="Arial"/>
                  </a:rPr>
                  <a:t>1</a:t>
                </a:r>
                <a:r>
                  <a:rPr sz="1200" dirty="0">
                    <a:solidFill>
                      <a:srgbClr val="FFFFFF"/>
                    </a:solidFill>
                    <a:latin typeface="Arial"/>
                    <a:cs typeface="Arial"/>
                  </a:rPr>
                  <a:t>]</a:t>
                </a:r>
                <a:r>
                  <a:rPr sz="1200" i="1" baseline="41666" dirty="0">
                    <a:solidFill>
                      <a:srgbClr val="FFFFFF"/>
                    </a:solidFill>
                    <a:latin typeface="Arial"/>
                    <a:cs typeface="Arial"/>
                  </a:rPr>
                  <a:t>T</a:t>
                </a:r>
                <a:r>
                  <a:rPr sz="1200" i="1" spc="-104" baseline="41666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sz="1200" dirty="0">
                    <a:solidFill>
                      <a:srgbClr val="FFFFFF"/>
                    </a:solidFill>
                    <a:latin typeface="Arial"/>
                    <a:cs typeface="Arial"/>
                  </a:rPr>
                  <a:t>.</a:t>
                </a:r>
                <a:r>
                  <a:rPr sz="1200" spc="170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sz="1200" spc="-20" dirty="0">
                    <a:solidFill>
                      <a:srgbClr val="FFFFFF"/>
                    </a:solidFill>
                    <a:latin typeface="Arial"/>
                    <a:cs typeface="Arial"/>
                  </a:rPr>
                  <a:t>The</a:t>
                </a:r>
                <a:r>
                  <a:rPr sz="1200" spc="2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sz="1200" spc="-70" dirty="0">
                    <a:solidFill>
                      <a:srgbClr val="FFFFFF"/>
                    </a:solidFill>
                    <a:latin typeface="Arial"/>
                    <a:cs typeface="Arial"/>
                  </a:rPr>
                  <a:t>unique</a:t>
                </a:r>
                <a:r>
                  <a:rPr sz="1200" spc="2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sz="1200" spc="-50" dirty="0">
                    <a:solidFill>
                      <a:srgbClr val="FFFFFF"/>
                    </a:solidFill>
                    <a:latin typeface="Arial"/>
                    <a:cs typeface="Arial"/>
                  </a:rPr>
                  <a:t>structures</a:t>
                </a:r>
                <a:r>
                  <a:rPr sz="1200" spc="2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sz="1200" dirty="0">
                    <a:solidFill>
                      <a:srgbClr val="FFFFFF"/>
                    </a:solidFill>
                    <a:latin typeface="Arial"/>
                    <a:cs typeface="Arial"/>
                  </a:rPr>
                  <a:t>of</a:t>
                </a:r>
                <a:r>
                  <a:rPr sz="1200" spc="20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sz="1200" i="1" dirty="0">
                    <a:solidFill>
                      <a:srgbClr val="FFFFFF"/>
                    </a:solidFill>
                    <a:latin typeface="Arial"/>
                    <a:cs typeface="Arial"/>
                  </a:rPr>
                  <a:t>A</a:t>
                </a:r>
                <a:r>
                  <a:rPr sz="1200" i="1" spc="20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sz="1200" spc="-65" dirty="0">
                    <a:solidFill>
                      <a:srgbClr val="FFFFFF"/>
                    </a:solidFill>
                    <a:latin typeface="Arial"/>
                    <a:cs typeface="Arial"/>
                  </a:rPr>
                  <a:t>and</a:t>
                </a:r>
                <a:r>
                  <a:rPr sz="1200" spc="2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sz="1200" i="1" dirty="0">
                    <a:solidFill>
                      <a:srgbClr val="FFFFFF"/>
                    </a:solidFill>
                    <a:latin typeface="Arial"/>
                    <a:cs typeface="Arial"/>
                  </a:rPr>
                  <a:t>C</a:t>
                </a:r>
                <a:r>
                  <a:rPr sz="1200" i="1" spc="170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sz="1200" spc="-20" dirty="0">
                    <a:solidFill>
                      <a:srgbClr val="FFFFFF"/>
                    </a:solidFill>
                    <a:latin typeface="Arial"/>
                    <a:cs typeface="Arial"/>
                  </a:rPr>
                  <a:t>give</a:t>
                </a:r>
                <a:endParaRPr sz="1200" dirty="0">
                  <a:latin typeface="Arial"/>
                  <a:cs typeface="Arial"/>
                </a:endParaRPr>
              </a:p>
            </p:txBody>
          </p:sp>
        </mc:Choice>
        <mc:Fallback xmlns="">
          <p:sp>
            <p:nvSpPr>
              <p:cNvPr id="9" name="object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442" y="376339"/>
                <a:ext cx="4282440" cy="1274516"/>
              </a:xfrm>
              <a:prstGeom prst="rect">
                <a:avLst/>
              </a:prstGeom>
              <a:blipFill>
                <a:blip r:embed="rId2"/>
                <a:stretch>
                  <a:fillRect l="-1707" r="-1565" b="-669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object 57"/>
          <p:cNvSpPr/>
          <p:nvPr/>
        </p:nvSpPr>
        <p:spPr>
          <a:xfrm>
            <a:off x="0" y="3346284"/>
            <a:ext cx="4608195" cy="109855"/>
          </a:xfrm>
          <a:custGeom>
            <a:avLst/>
            <a:gdLst/>
            <a:ahLst/>
            <a:cxnLst/>
            <a:rect l="l" t="t" r="r" b="b"/>
            <a:pathLst>
              <a:path w="4608195" h="109854">
                <a:moveTo>
                  <a:pt x="4607928" y="0"/>
                </a:moveTo>
                <a:lnTo>
                  <a:pt x="3071939" y="0"/>
                </a:lnTo>
                <a:lnTo>
                  <a:pt x="1535963" y="0"/>
                </a:lnTo>
                <a:lnTo>
                  <a:pt x="0" y="0"/>
                </a:lnTo>
                <a:lnTo>
                  <a:pt x="0" y="109715"/>
                </a:lnTo>
                <a:lnTo>
                  <a:pt x="1535963" y="109715"/>
                </a:lnTo>
                <a:lnTo>
                  <a:pt x="3071939" y="109715"/>
                </a:lnTo>
                <a:lnTo>
                  <a:pt x="4607928" y="109715"/>
                </a:lnTo>
                <a:lnTo>
                  <a:pt x="4607928" y="0"/>
                </a:lnTo>
                <a:close/>
              </a:path>
            </a:pathLst>
          </a:custGeom>
          <a:solidFill>
            <a:srgbClr val="1919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0" dirty="0"/>
              <a:t>Mod</a:t>
            </a:r>
            <a:r>
              <a:rPr spc="125" dirty="0"/>
              <a:t> </a:t>
            </a:r>
            <a:r>
              <a:rPr spc="10" dirty="0"/>
              <a:t>Ctrl</a:t>
            </a:r>
            <a:r>
              <a:rPr spc="130" dirty="0"/>
              <a:t> </a:t>
            </a:r>
            <a:r>
              <a:rPr spc="10" dirty="0"/>
              <a:t>Intro</a:t>
            </a:r>
            <a:r>
              <a:rPr spc="415" dirty="0"/>
              <a:t> </a:t>
            </a:r>
            <a:r>
              <a:rPr spc="50" dirty="0"/>
              <a:t>(w</a:t>
            </a:r>
            <a:r>
              <a:rPr spc="125" dirty="0"/>
              <a:t> </a:t>
            </a:r>
            <a:r>
              <a:rPr spc="10" dirty="0"/>
              <a:t>Matlab</a:t>
            </a:r>
            <a:r>
              <a:rPr spc="130" dirty="0"/>
              <a:t> </a:t>
            </a:r>
            <a:r>
              <a:rPr spc="125" dirty="0"/>
              <a:t>&amp;</a:t>
            </a:r>
            <a:r>
              <a:rPr spc="130" dirty="0"/>
              <a:t> </a:t>
            </a:r>
            <a:r>
              <a:rPr spc="-10" dirty="0"/>
              <a:t>Python)</a:t>
            </a:r>
          </a:p>
        </p:txBody>
      </p:sp>
      <p:sp>
        <p:nvSpPr>
          <p:cNvPr id="59" name="object 59"/>
          <p:cNvSpPr txBox="1"/>
          <p:nvPr/>
        </p:nvSpPr>
        <p:spPr>
          <a:xfrm>
            <a:off x="1665249" y="3338410"/>
            <a:ext cx="1277620" cy="1225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00" dirty="0">
                <a:solidFill>
                  <a:srgbClr val="BF447D"/>
                </a:solidFill>
                <a:latin typeface="Arial"/>
                <a:cs typeface="Arial"/>
                <a:hlinkClick r:id="rId3" action="ppaction://hlinksldjump"/>
              </a:rPr>
              <a:t>Observers</a:t>
            </a:r>
            <a:r>
              <a:rPr sz="600" spc="135" dirty="0">
                <a:solidFill>
                  <a:srgbClr val="BF447D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600" dirty="0">
                <a:solidFill>
                  <a:srgbClr val="BF447D"/>
                </a:solidFill>
                <a:latin typeface="Arial"/>
                <a:cs typeface="Arial"/>
                <a:hlinkClick r:id="rId3" action="ppaction://hlinksldjump"/>
              </a:rPr>
              <a:t>and</a:t>
            </a:r>
            <a:r>
              <a:rPr sz="600" spc="140" dirty="0">
                <a:solidFill>
                  <a:srgbClr val="BF447D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600" dirty="0">
                <a:solidFill>
                  <a:srgbClr val="BF447D"/>
                </a:solidFill>
                <a:latin typeface="Arial"/>
                <a:cs typeface="Arial"/>
                <a:hlinkClick r:id="rId3" action="ppaction://hlinksldjump"/>
              </a:rPr>
              <a:t>Observer</a:t>
            </a:r>
            <a:r>
              <a:rPr sz="600" spc="140" dirty="0">
                <a:solidFill>
                  <a:srgbClr val="BF447D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600" dirty="0">
                <a:solidFill>
                  <a:srgbClr val="BF447D"/>
                </a:solidFill>
                <a:latin typeface="Arial"/>
                <a:cs typeface="Arial"/>
                <a:hlinkClick r:id="rId3" action="ppaction://hlinksldjump"/>
              </a:rPr>
              <a:t>State</a:t>
            </a:r>
            <a:r>
              <a:rPr sz="600" spc="140" dirty="0">
                <a:solidFill>
                  <a:srgbClr val="BF447D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600" spc="30" dirty="0">
                <a:solidFill>
                  <a:srgbClr val="BF447D"/>
                </a:solidFill>
                <a:latin typeface="Arial"/>
                <a:cs typeface="Arial"/>
                <a:hlinkClick r:id="rId3" action="ppaction://hlinksldjump"/>
              </a:rPr>
              <a:t>FB</a:t>
            </a:r>
            <a:endParaRPr sz="600">
              <a:latin typeface="Arial"/>
              <a:cs typeface="Arial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4319727" y="3338410"/>
            <a:ext cx="233679" cy="1225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00" dirty="0">
                <a:solidFill>
                  <a:srgbClr val="E5E5E5"/>
                </a:solidFill>
                <a:latin typeface="Arial"/>
                <a:cs typeface="Arial"/>
              </a:rPr>
              <a:t>9</a:t>
            </a:r>
            <a:r>
              <a:rPr sz="600" spc="-45" dirty="0">
                <a:solidFill>
                  <a:srgbClr val="E5E5E5"/>
                </a:solidFill>
                <a:latin typeface="Arial"/>
                <a:cs typeface="Arial"/>
              </a:rPr>
              <a:t> </a:t>
            </a:r>
            <a:r>
              <a:rPr sz="600" spc="185" dirty="0">
                <a:solidFill>
                  <a:srgbClr val="E5E5E5"/>
                </a:solidFill>
                <a:latin typeface="Arial"/>
                <a:cs typeface="Arial"/>
              </a:rPr>
              <a:t>/</a:t>
            </a:r>
            <a:r>
              <a:rPr sz="600" spc="-45" dirty="0">
                <a:solidFill>
                  <a:srgbClr val="E5E5E5"/>
                </a:solidFill>
                <a:latin typeface="Arial"/>
                <a:cs typeface="Arial"/>
              </a:rPr>
              <a:t> </a:t>
            </a:r>
            <a:r>
              <a:rPr sz="600" spc="-25" dirty="0">
                <a:solidFill>
                  <a:srgbClr val="E5E5E5"/>
                </a:solidFill>
                <a:latin typeface="Arial"/>
                <a:cs typeface="Arial"/>
              </a:rPr>
              <a:t>27</a:t>
            </a:r>
            <a:endParaRPr sz="600">
              <a:latin typeface="Arial"/>
              <a:cs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文本框 60">
                <a:extLst>
                  <a:ext uri="{FF2B5EF4-FFF2-40B4-BE49-F238E27FC236}">
                    <a16:creationId xmlns:a16="http://schemas.microsoft.com/office/drawing/2014/main" id="{BD513778-8A3D-2407-646C-EBD6F7144DE9}"/>
                  </a:ext>
                </a:extLst>
              </p:cNvPr>
              <p:cNvSpPr txBox="1"/>
              <p:nvPr/>
            </p:nvSpPr>
            <p:spPr>
              <a:xfrm>
                <a:off x="931752" y="1693711"/>
                <a:ext cx="2849819" cy="16398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11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𝐿𝐶</m:t>
                    </m:r>
                    <m:r>
                      <a:rPr lang="en-US" altLang="zh-CN" sz="11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11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11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altLang="zh-CN" sz="11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1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altLang="zh-CN" sz="11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altLang="zh-CN" sz="11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altLang="zh-CN" sz="11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1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altLang="zh-CN" sz="11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altLang="zh-CN" sz="11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−2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altLang="zh-CN" sz="11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1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altLang="zh-CN" sz="11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altLang="zh-CN" sz="11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altLang="zh-CN" sz="11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11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zh-CN" sz="11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sz="11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11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r>
                                <a:rPr lang="en-US" altLang="zh-CN" sz="11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  <m:r>
                      <a:rPr lang="en-US" altLang="zh-CN" sz="11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sz="1100" b="0" dirty="0">
                    <a:solidFill>
                      <a:schemeClr val="bg1"/>
                    </a:solidFill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CN" sz="11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11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altLang="zh-CN" sz="11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1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altLang="zh-CN" sz="11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altLang="zh-CN" sz="11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11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r>
                                <a:rPr lang="en-US" altLang="zh-CN" sz="11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11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en-US" altLang="zh-CN" sz="11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11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⋱</m:t>
                              </m:r>
                            </m:e>
                            <m:e>
                              <m:r>
                                <a:rPr lang="en-US" altLang="zh-CN" sz="11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altLang="zh-CN" sz="11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1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altLang="zh-CN" sz="11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altLang="zh-CN" sz="11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−2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altLang="zh-CN" sz="11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⋱</m:t>
                              </m:r>
                            </m:e>
                            <m:e>
                              <m:r>
                                <a:rPr lang="en-US" altLang="zh-CN" sz="11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⋱</m:t>
                              </m:r>
                            </m:e>
                            <m:e>
                              <m:r>
                                <a:rPr lang="en-US" altLang="zh-CN" sz="11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altLang="zh-CN" sz="11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1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altLang="zh-CN" sz="11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altLang="zh-CN" sz="11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altLang="zh-CN" sz="11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11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r>
                                <a:rPr lang="en-US" altLang="zh-CN" sz="11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altLang="zh-CN" sz="1100" dirty="0">
                  <a:solidFill>
                    <a:schemeClr val="bg1"/>
                  </a:solidFill>
                </a:endParaRPr>
              </a:p>
              <a:p>
                <a:endParaRPr lang="en-US" altLang="zh-CN" sz="1100" dirty="0">
                  <a:solidFill>
                    <a:schemeClr val="bg1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altLang="zh-CN" sz="11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CN" sz="11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11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𝐿𝐶</m:t>
                    </m:r>
                    <m:r>
                      <a:rPr lang="en-US" altLang="zh-CN" sz="11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sz="1100" b="0" dirty="0">
                    <a:solidFill>
                      <a:schemeClr val="bg1"/>
                    </a:solidFill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CN" sz="11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5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11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sz="11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sz="11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1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altLang="zh-CN" sz="11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altLang="zh-CN" sz="11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  <m:r>
                                <a:rPr lang="en-US" altLang="zh-CN" sz="11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sz="11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1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altLang="zh-CN" sz="11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altLang="zh-CN" sz="11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sz="11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11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r>
                                <a:rPr lang="en-US" altLang="zh-CN" sz="11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11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sz="11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1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altLang="zh-CN" sz="11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altLang="zh-CN" sz="11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−2</m:t>
                                  </m:r>
                                </m:sub>
                              </m:sSub>
                              <m:r>
                                <a:rPr lang="en-US" altLang="zh-CN" sz="11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sz="11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1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altLang="zh-CN" sz="11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altLang="zh-CN" sz="11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11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⋱</m:t>
                              </m:r>
                            </m:e>
                            <m:e>
                              <m:r>
                                <a:rPr lang="en-US" altLang="zh-CN" sz="11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⋱</m:t>
                              </m:r>
                            </m:e>
                            <m:e>
                              <m:r>
                                <a:rPr lang="en-US" altLang="zh-CN" sz="11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11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en-US" altLang="zh-CN" sz="11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11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⋱</m:t>
                              </m:r>
                            </m:e>
                            <m:e>
                              <m:r>
                                <a:rPr lang="en-US" altLang="zh-CN" sz="11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⋱</m:t>
                              </m:r>
                            </m:e>
                            <m:e>
                              <m:r>
                                <a:rPr lang="en-US" altLang="zh-CN" sz="11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11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sz="11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1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altLang="zh-CN" sz="11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11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sz="11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1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altLang="zh-CN" sz="11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altLang="zh-CN" sz="11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−2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altLang="zh-CN" sz="11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en-US" altLang="zh-CN" sz="11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⋱</m:t>
                              </m:r>
                            </m:e>
                            <m:e>
                              <m:r>
                                <a:rPr lang="en-US" altLang="zh-CN" sz="11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11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11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sz="11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1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altLang="zh-CN" sz="11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altLang="zh-CN" sz="11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sz="11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1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altLang="zh-CN" sz="11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altLang="zh-CN" sz="11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altLang="zh-CN" sz="11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11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r>
                                <a:rPr lang="en-US" altLang="zh-CN" sz="11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11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zh-CN" altLang="en-US" sz="11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1" name="文本框 60">
                <a:extLst>
                  <a:ext uri="{FF2B5EF4-FFF2-40B4-BE49-F238E27FC236}">
                    <a16:creationId xmlns:a16="http://schemas.microsoft.com/office/drawing/2014/main" id="{BD513778-8A3D-2407-646C-EBD6F7144D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1752" y="1693711"/>
                <a:ext cx="2849819" cy="1639873"/>
              </a:xfrm>
              <a:prstGeom prst="rect">
                <a:avLst/>
              </a:prstGeom>
              <a:blipFill>
                <a:blip r:embed="rId4"/>
                <a:stretch>
                  <a:fillRect l="-2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60916"/>
            <a:ext cx="3242945" cy="2882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140" dirty="0"/>
              <a:t>Observer</a:t>
            </a:r>
            <a:r>
              <a:rPr spc="20" dirty="0"/>
              <a:t> </a:t>
            </a:r>
            <a:r>
              <a:rPr spc="-145" dirty="0"/>
              <a:t>eigenvalue</a:t>
            </a:r>
            <a:r>
              <a:rPr spc="25" dirty="0"/>
              <a:t> </a:t>
            </a:r>
            <a:r>
              <a:rPr spc="-90" dirty="0"/>
              <a:t>placement:</a:t>
            </a:r>
            <a:r>
              <a:rPr spc="145" dirty="0"/>
              <a:t> </a:t>
            </a:r>
            <a:r>
              <a:rPr spc="-10" dirty="0"/>
              <a:t>o.c.f.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15442" y="425117"/>
            <a:ext cx="274637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800" spc="300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▶</a:t>
            </a:r>
            <a:r>
              <a:rPr sz="1800" spc="112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 </a:t>
            </a:r>
            <a:r>
              <a:rPr sz="1200" i="1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1200" i="1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50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12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i="1" spc="-4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1200" i="1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i="1" spc="200" dirty="0">
                <a:solidFill>
                  <a:srgbClr val="FFFFFF"/>
                </a:solidFill>
                <a:latin typeface="Menlo"/>
                <a:cs typeface="Menlo"/>
              </a:rPr>
              <a:t>−</a:t>
            </a:r>
            <a:r>
              <a:rPr sz="1200" i="1" spc="-459" dirty="0">
                <a:solidFill>
                  <a:srgbClr val="FFFFFF"/>
                </a:solidFill>
                <a:latin typeface="Menlo"/>
                <a:cs typeface="Menlo"/>
              </a:rPr>
              <a:t> </a:t>
            </a:r>
            <a:r>
              <a:rPr sz="1200" i="1" dirty="0">
                <a:solidFill>
                  <a:srgbClr val="FFFFFF"/>
                </a:solidFill>
                <a:latin typeface="Arial"/>
                <a:cs typeface="Arial"/>
              </a:rPr>
              <a:t>LC</a:t>
            </a:r>
            <a:r>
              <a:rPr sz="1200" i="1" spc="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85" dirty="0">
                <a:solidFill>
                  <a:srgbClr val="FFFFFF"/>
                </a:solidFill>
                <a:latin typeface="Arial"/>
                <a:cs typeface="Arial"/>
              </a:rPr>
              <a:t>have</a:t>
            </a:r>
            <a:r>
              <a:rPr sz="12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2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120" dirty="0">
                <a:solidFill>
                  <a:srgbClr val="FFFFFF"/>
                </a:solidFill>
                <a:latin typeface="Arial"/>
                <a:cs typeface="Arial"/>
              </a:rPr>
              <a:t>same</a:t>
            </a:r>
            <a:r>
              <a:rPr sz="1200" spc="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Arial"/>
                <a:cs typeface="Arial"/>
              </a:rPr>
              <a:t>structure:</a:t>
            </a:r>
            <a:endParaRPr sz="1200">
              <a:latin typeface="Arial"/>
              <a:cs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object 34"/>
              <p:cNvSpPr txBox="1"/>
              <p:nvPr/>
            </p:nvSpPr>
            <p:spPr>
              <a:xfrm>
                <a:off x="202742" y="1510738"/>
                <a:ext cx="4309110" cy="762838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50800">
                  <a:lnSpc>
                    <a:spcPct val="100000"/>
                  </a:lnSpc>
                  <a:spcBef>
                    <a:spcPts val="95"/>
                  </a:spcBef>
                </a:pPr>
                <a:r>
                  <a:rPr lang="en-US" sz="1800" spc="300" baseline="4629" dirty="0">
                    <a:solidFill>
                      <a:srgbClr val="7F7F7F"/>
                    </a:solidFill>
                    <a:latin typeface="Arial Unicode MS"/>
                    <a:cs typeface="Arial Unicode MS"/>
                  </a:rPr>
                  <a:t>▶</a:t>
                </a:r>
                <a:r>
                  <a:rPr lang="en-US" sz="1800" spc="232" baseline="4629" dirty="0">
                    <a:solidFill>
                      <a:srgbClr val="7F7F7F"/>
                    </a:solidFill>
                    <a:latin typeface="Arial Unicode MS"/>
                    <a:cs typeface="Arial Unicode MS"/>
                  </a:rPr>
                  <a:t> </a:t>
                </a:r>
                <a:r>
                  <a:rPr lang="en-US" sz="1200" spc="-50" dirty="0">
                    <a:solidFill>
                      <a:srgbClr val="FFFFFF"/>
                    </a:solidFill>
                    <a:latin typeface="Arial"/>
                    <a:cs typeface="Arial"/>
                  </a:rPr>
                  <a:t>Recall:</a:t>
                </a:r>
                <a:r>
                  <a:rPr lang="en-US" sz="1200" spc="160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spc="-50" dirty="0">
                    <a:solidFill>
                      <a:srgbClr val="FFFFFF"/>
                    </a:solidFill>
                    <a:latin typeface="Arial"/>
                    <a:cs typeface="Arial"/>
                  </a:rPr>
                  <a:t>det</a:t>
                </a:r>
                <a:r>
                  <a:rPr lang="en-US" sz="1200" spc="-13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dirty="0">
                    <a:solidFill>
                      <a:srgbClr val="FFFFFF"/>
                    </a:solidFill>
                    <a:latin typeface="Arial"/>
                    <a:cs typeface="Arial"/>
                  </a:rPr>
                  <a:t>(</a:t>
                </a:r>
                <a:r>
                  <a:rPr lang="en-US" sz="1200" i="1" dirty="0">
                    <a:solidFill>
                      <a:srgbClr val="FFFFFF"/>
                    </a:solidFill>
                    <a:latin typeface="Arial"/>
                    <a:cs typeface="Arial"/>
                  </a:rPr>
                  <a:t>sI</a:t>
                </a:r>
                <a:r>
                  <a:rPr lang="en-US" sz="1200" i="1" spc="6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i="1" spc="200" dirty="0">
                    <a:solidFill>
                      <a:srgbClr val="FFFFFF"/>
                    </a:solidFill>
                    <a:latin typeface="Menlo"/>
                    <a:cs typeface="Menlo"/>
                  </a:rPr>
                  <a:t>−</a:t>
                </a:r>
                <a:r>
                  <a:rPr lang="en-US" sz="1200" i="1" spc="-459" dirty="0">
                    <a:solidFill>
                      <a:srgbClr val="FFFFFF"/>
                    </a:solidFill>
                    <a:latin typeface="Menlo"/>
                    <a:cs typeface="Menlo"/>
                  </a:rPr>
                  <a:t> </a:t>
                </a:r>
                <a:r>
                  <a:rPr lang="en-US" sz="1200" i="1" dirty="0">
                    <a:solidFill>
                      <a:srgbClr val="FFFFFF"/>
                    </a:solidFill>
                    <a:latin typeface="Arial"/>
                    <a:cs typeface="Arial"/>
                  </a:rPr>
                  <a:t>A</a:t>
                </a:r>
                <a:r>
                  <a:rPr lang="en-US" sz="1200" dirty="0">
                    <a:solidFill>
                      <a:srgbClr val="FFFFFF"/>
                    </a:solidFill>
                    <a:latin typeface="Arial"/>
                    <a:cs typeface="Arial"/>
                  </a:rPr>
                  <a:t>)</a:t>
                </a:r>
                <a:r>
                  <a:rPr lang="en-US" sz="1200" spc="-20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spc="200" dirty="0">
                    <a:solidFill>
                      <a:srgbClr val="FFFFFF"/>
                    </a:solidFill>
                    <a:latin typeface="Arial"/>
                    <a:cs typeface="Arial"/>
                  </a:rPr>
                  <a:t>=</a:t>
                </a:r>
                <a:r>
                  <a:rPr lang="en-US" sz="1200" spc="-2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i="1" dirty="0">
                    <a:solidFill>
                      <a:srgbClr val="FFFFFF"/>
                    </a:solidFill>
                    <a:latin typeface="Arial"/>
                    <a:cs typeface="Arial"/>
                  </a:rPr>
                  <a:t>s</a:t>
                </a:r>
                <a:r>
                  <a:rPr lang="en-US" sz="1200" i="1" baseline="31250" dirty="0">
                    <a:solidFill>
                      <a:srgbClr val="FFFFFF"/>
                    </a:solidFill>
                    <a:latin typeface="Arial"/>
                    <a:cs typeface="Arial"/>
                  </a:rPr>
                  <a:t>n</a:t>
                </a:r>
                <a:r>
                  <a:rPr lang="en-US" sz="1200" i="1" spc="135" baseline="31250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spc="200" dirty="0">
                    <a:solidFill>
                      <a:srgbClr val="FFFFFF"/>
                    </a:solidFill>
                    <a:latin typeface="Arial"/>
                    <a:cs typeface="Arial"/>
                  </a:rPr>
                  <a:t>+</a:t>
                </a:r>
                <a:r>
                  <a:rPr lang="en-US" sz="1200" spc="-8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l-GR" sz="1200" i="1" spc="45" dirty="0">
                    <a:solidFill>
                      <a:srgbClr val="FFFFFF"/>
                    </a:solidFill>
                    <a:latin typeface="Times New Roman"/>
                    <a:cs typeface="Times New Roman"/>
                  </a:rPr>
                  <a:t>α</a:t>
                </a:r>
                <a:r>
                  <a:rPr lang="en-US" sz="1200" i="1" spc="67" baseline="-13888" dirty="0">
                    <a:solidFill>
                      <a:srgbClr val="FFFFFF"/>
                    </a:solidFill>
                    <a:latin typeface="Arial"/>
                    <a:cs typeface="Arial"/>
                  </a:rPr>
                  <a:t>n</a:t>
                </a:r>
                <a:r>
                  <a:rPr lang="en-US" sz="1200" i="1" spc="67" baseline="-13888" dirty="0">
                    <a:solidFill>
                      <a:srgbClr val="FFFFFF"/>
                    </a:solidFill>
                    <a:latin typeface="Hack"/>
                    <a:cs typeface="Hack"/>
                  </a:rPr>
                  <a:t>−</a:t>
                </a:r>
                <a:r>
                  <a:rPr lang="en-US" sz="1200" spc="67" baseline="-13888" dirty="0">
                    <a:solidFill>
                      <a:srgbClr val="FFFFFF"/>
                    </a:solidFill>
                    <a:latin typeface="Arial"/>
                    <a:cs typeface="Arial"/>
                  </a:rPr>
                  <a:t>1</a:t>
                </a:r>
                <a:r>
                  <a:rPr lang="en-US" sz="1200" i="1" spc="45" dirty="0">
                    <a:solidFill>
                      <a:srgbClr val="FFFFFF"/>
                    </a:solidFill>
                    <a:latin typeface="Arial"/>
                    <a:cs typeface="Arial"/>
                  </a:rPr>
                  <a:t>s</a:t>
                </a:r>
                <a:r>
                  <a:rPr lang="en-US" sz="1200" i="1" spc="67" baseline="31250" dirty="0">
                    <a:solidFill>
                      <a:srgbClr val="FFFFFF"/>
                    </a:solidFill>
                    <a:latin typeface="Arial"/>
                    <a:cs typeface="Arial"/>
                  </a:rPr>
                  <a:t>n</a:t>
                </a:r>
                <a:r>
                  <a:rPr lang="en-US" sz="1200" i="1" spc="67" baseline="31250" dirty="0">
                    <a:solidFill>
                      <a:srgbClr val="FFFFFF"/>
                    </a:solidFill>
                    <a:latin typeface="Hack"/>
                    <a:cs typeface="Hack"/>
                  </a:rPr>
                  <a:t>−</a:t>
                </a:r>
                <a:r>
                  <a:rPr lang="en-US" sz="1200" spc="67" baseline="31250" dirty="0">
                    <a:solidFill>
                      <a:srgbClr val="FFFFFF"/>
                    </a:solidFill>
                    <a:latin typeface="Arial"/>
                    <a:cs typeface="Arial"/>
                  </a:rPr>
                  <a:t>1</a:t>
                </a:r>
                <a:r>
                  <a:rPr lang="en-US" sz="1200" spc="112" baseline="31250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spc="200" dirty="0">
                    <a:solidFill>
                      <a:srgbClr val="FFFFFF"/>
                    </a:solidFill>
                    <a:latin typeface="Arial"/>
                    <a:cs typeface="Arial"/>
                  </a:rPr>
                  <a:t>+</a:t>
                </a:r>
                <a14:m>
                  <m:oMath xmlns:m="http://schemas.openxmlformats.org/officeDocument/2006/math">
                    <m:r>
                      <a:rPr lang="en-US" altLang="zh-CN" sz="1200" b="0" i="1" spc="200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  <a:cs typeface="Arial"/>
                      </a:rPr>
                      <m:t>⋯</m:t>
                    </m:r>
                  </m:oMath>
                </a14:m>
                <a:r>
                  <a:rPr lang="en-US" sz="1200" i="1" spc="-459" dirty="0">
                    <a:solidFill>
                      <a:srgbClr val="FFFFFF"/>
                    </a:solidFill>
                    <a:latin typeface="Menlo"/>
                    <a:cs typeface="Menlo"/>
                  </a:rPr>
                  <a:t> </a:t>
                </a:r>
                <a:r>
                  <a:rPr lang="en-US" sz="1200" spc="200" dirty="0">
                    <a:solidFill>
                      <a:srgbClr val="FFFFFF"/>
                    </a:solidFill>
                    <a:latin typeface="Arial"/>
                    <a:cs typeface="Arial"/>
                  </a:rPr>
                  <a:t>+</a:t>
                </a:r>
                <a:r>
                  <a:rPr lang="en-US" sz="1200" spc="-8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l-GR" sz="1200" i="1" dirty="0">
                    <a:solidFill>
                      <a:srgbClr val="FFFFFF"/>
                    </a:solidFill>
                    <a:latin typeface="Times New Roman"/>
                    <a:cs typeface="Times New Roman"/>
                  </a:rPr>
                  <a:t>α</a:t>
                </a:r>
                <a:r>
                  <a:rPr lang="el-GR" sz="1200" baseline="-13888" dirty="0">
                    <a:solidFill>
                      <a:srgbClr val="FFFFFF"/>
                    </a:solidFill>
                    <a:latin typeface="Arial"/>
                    <a:cs typeface="Arial"/>
                  </a:rPr>
                  <a:t>1</a:t>
                </a:r>
                <a:r>
                  <a:rPr lang="en-US" sz="1200" i="1" dirty="0">
                    <a:solidFill>
                      <a:srgbClr val="FFFFFF"/>
                    </a:solidFill>
                    <a:latin typeface="Arial"/>
                    <a:cs typeface="Arial"/>
                  </a:rPr>
                  <a:t>s</a:t>
                </a:r>
                <a:r>
                  <a:rPr lang="en-US" sz="1200" i="1" spc="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spc="200" dirty="0">
                    <a:solidFill>
                      <a:srgbClr val="FFFFFF"/>
                    </a:solidFill>
                    <a:latin typeface="Arial"/>
                    <a:cs typeface="Arial"/>
                  </a:rPr>
                  <a:t>+</a:t>
                </a:r>
                <a:r>
                  <a:rPr lang="en-US" sz="1200" spc="-8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l-GR" sz="1200" i="1" spc="-25" dirty="0">
                    <a:solidFill>
                      <a:srgbClr val="FFFFFF"/>
                    </a:solidFill>
                    <a:latin typeface="Times New Roman"/>
                    <a:cs typeface="Times New Roman"/>
                  </a:rPr>
                  <a:t>α</a:t>
                </a:r>
                <a:r>
                  <a:rPr lang="el-GR" sz="1200" spc="-37" baseline="-13888" dirty="0">
                    <a:solidFill>
                      <a:srgbClr val="FFFFFF"/>
                    </a:solidFill>
                    <a:latin typeface="Arial"/>
                    <a:cs typeface="Arial"/>
                  </a:rPr>
                  <a:t>0</a:t>
                </a:r>
                <a:r>
                  <a:rPr lang="el-GR" sz="1200" spc="-25" dirty="0">
                    <a:solidFill>
                      <a:srgbClr val="FFFFFF"/>
                    </a:solidFill>
                    <a:latin typeface="Arial"/>
                    <a:cs typeface="Arial"/>
                  </a:rPr>
                  <a:t>.</a:t>
                </a:r>
                <a:endParaRPr lang="el-GR" sz="1200" dirty="0">
                  <a:latin typeface="Arial"/>
                  <a:cs typeface="Arial"/>
                </a:endParaRPr>
              </a:p>
              <a:p>
                <a:pPr marL="50800">
                  <a:lnSpc>
                    <a:spcPct val="100000"/>
                  </a:lnSpc>
                  <a:spcBef>
                    <a:spcPts val="50"/>
                  </a:spcBef>
                </a:pPr>
                <a:r>
                  <a:rPr lang="el-GR" sz="1800" spc="300" baseline="4629" dirty="0">
                    <a:solidFill>
                      <a:srgbClr val="7F7F7F"/>
                    </a:solidFill>
                    <a:latin typeface="Arial Unicode MS"/>
                    <a:cs typeface="Arial Unicode MS"/>
                  </a:rPr>
                  <a:t>▶</a:t>
                </a:r>
                <a:r>
                  <a:rPr lang="el-GR" sz="1800" spc="375" baseline="4629" dirty="0">
                    <a:solidFill>
                      <a:srgbClr val="7F7F7F"/>
                    </a:solidFill>
                    <a:latin typeface="Arial Unicode MS"/>
                    <a:cs typeface="Arial Unicode MS"/>
                  </a:rPr>
                  <a:t> </a:t>
                </a:r>
                <a:r>
                  <a:rPr lang="en-US" sz="1200" spc="-20" dirty="0">
                    <a:solidFill>
                      <a:schemeClr val="bg1"/>
                    </a:solidFill>
                    <a:latin typeface="Arial"/>
                    <a:cs typeface="Arial"/>
                  </a:rPr>
                  <a:t>Thus</a:t>
                </a:r>
                <a:endParaRPr lang="en-US" sz="1200" dirty="0">
                  <a:solidFill>
                    <a:schemeClr val="bg1"/>
                  </a:solidFill>
                  <a:latin typeface="Arial"/>
                  <a:cs typeface="Arial"/>
                </a:endParaRPr>
              </a:p>
              <a:p>
                <a:pPr marL="266700">
                  <a:lnSpc>
                    <a:spcPct val="100000"/>
                  </a:lnSpc>
                  <a:spcBef>
                    <a:spcPts val="605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sz="1200" i="1" spc="-4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1200" spc="-4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det</m:t>
                          </m:r>
                        </m:fName>
                        <m:e>
                          <m:d>
                            <m:dPr>
                              <m:ctrlPr>
                                <a:rPr lang="en-US" altLang="zh-CN" sz="1200" i="1" spc="-4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200" i="1" spc="-4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𝑠𝐼</m:t>
                              </m:r>
                              <m:r>
                                <a:rPr lang="en-US" altLang="zh-CN" sz="1200" i="1" spc="-4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d>
                                <m:dPr>
                                  <m:ctrlPr>
                                    <a:rPr lang="en-US" altLang="zh-CN" sz="1200" i="1" spc="-4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200" i="1" spc="-4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  <m:r>
                                    <a:rPr lang="en-US" altLang="zh-CN" sz="1200" i="1" spc="-4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sz="1200" i="1" spc="-4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𝐿𝐶</m:t>
                                  </m:r>
                                </m:e>
                              </m:d>
                            </m:e>
                          </m:d>
                        </m:e>
                      </m:func>
                      <m:r>
                        <a:rPr lang="en-US" altLang="zh-CN" sz="1200" i="1" spc="-4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1200" i="1" spc="-4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200" i="1" spc="-4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en-US" altLang="zh-CN" sz="1200" i="1" spc="-4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altLang="zh-CN" sz="1200" i="1" spc="-4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limLow>
                        <m:limLowPr>
                          <m:ctrlPr>
                            <a:rPr lang="en-US" altLang="zh-CN" sz="1200" i="1" spc="-4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en-US" altLang="zh-CN" sz="1200" i="1" spc="-4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d>
                                <m:dPr>
                                  <m:ctrlPr>
                                    <a:rPr lang="en-US" altLang="zh-CN" sz="1200" b="0" i="1" spc="-4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1200" i="1" spc="-4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200" b="0" i="1" spc="-40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a:rPr lang="en-US" altLang="zh-CN" sz="1200" i="1" spc="-4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en-US" altLang="zh-CN" sz="1200" i="1" spc="-4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altLang="zh-CN" sz="1200" i="1" spc="-4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altLang="zh-CN" sz="1200" b="0" i="1" spc="-4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altLang="zh-CN" sz="1200" b="0" i="1" spc="-40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200" b="0" i="1" spc="-40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𝐼</m:t>
                                      </m:r>
                                    </m:e>
                                    <m:sub>
                                      <m:r>
                                        <a:rPr lang="en-US" altLang="zh-CN" sz="1200" b="0" i="1" spc="-40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groupChr>
                        </m:e>
                        <m:lim>
                          <m:r>
                            <m:rPr>
                              <m:sty m:val="p"/>
                            </m:rPr>
                            <a:rPr lang="en-US" altLang="zh-CN" sz="1200" b="0" i="0" spc="-4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target</m:t>
                          </m:r>
                          <m:r>
                            <a:rPr lang="en-US" altLang="zh-CN" sz="1200" b="0" i="0" spc="-4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:</m:t>
                          </m:r>
                          <m:r>
                            <a:rPr lang="en-US" altLang="zh-CN" sz="1200" b="0" i="1" spc="-4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altLang="zh-CN" sz="1200" b="0" i="1" spc="-4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US" altLang="zh-CN" sz="1200" b="0" i="1" spc="-4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1200" b="0" i="1" spc="-4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𝛾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1200" b="0" i="1" spc="-4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sz="1200" b="0" i="1" spc="-4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1200" b="0" i="1" spc="-4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lim>
                      </m:limLow>
                      <m:sSup>
                        <m:sSupPr>
                          <m:ctrlPr>
                            <a:rPr lang="en-US" altLang="zh-CN" sz="1200" i="1" spc="-4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200" i="1" spc="-4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en-US" altLang="zh-CN" sz="1200" i="1" spc="-4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1200" i="1" spc="-4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1200" i="1" spc="-4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altLang="zh-CN" sz="1200" i="1" spc="-4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+⋯+</m:t>
                      </m:r>
                      <m:limLow>
                        <m:limLowPr>
                          <m:ctrlPr>
                            <a:rPr lang="en-US" altLang="zh-CN" sz="1200" i="1" spc="-4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en-US" altLang="zh-CN" sz="1200" i="1" spc="-4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d>
                                <m:dPr>
                                  <m:ctrlPr>
                                    <a:rPr lang="en-US" altLang="zh-CN" sz="1200" b="0" i="1" spc="-4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1200" b="0" i="1" spc="-40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200" b="0" i="1" spc="-40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a:rPr lang="en-US" altLang="zh-CN" sz="1200" b="0" i="1" spc="-40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en-US" altLang="zh-CN" sz="1200" b="0" i="1" spc="-4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altLang="zh-CN" sz="1200" b="0" i="1" spc="-40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200" b="0" i="1" spc="-40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𝐼</m:t>
                                      </m:r>
                                    </m:e>
                                    <m:sub>
                                      <m:r>
                                        <a:rPr lang="en-US" altLang="zh-CN" sz="1200" b="0" i="1" spc="-40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en-US" altLang="zh-CN" sz="1200" b="0" i="1" spc="-40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altLang="zh-CN" sz="1200" b="0" i="1" spc="-40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groupChr>
                        </m:e>
                        <m:lim>
                          <m:r>
                            <m:rPr>
                              <m:sty m:val="p"/>
                            </m:rPr>
                            <a:rPr lang="en-US" altLang="zh-CN" sz="1200" b="0" i="0" spc="-4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target</m:t>
                          </m:r>
                          <m:r>
                            <a:rPr lang="en-US" altLang="zh-CN" sz="1200" b="0" i="0" spc="-4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:</m:t>
                          </m:r>
                          <m:r>
                            <a:rPr lang="en-US" altLang="zh-CN" sz="1200" b="0" i="1" spc="-4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altLang="zh-CN" sz="1200" b="0" i="1" spc="-4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US" altLang="zh-CN" sz="1200" b="0" i="1" spc="-4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1200" b="0" i="1" spc="-4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𝛾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1200" b="0" i="1" spc="-4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lim>
                      </m:limLow>
                    </m:oMath>
                  </m:oMathPara>
                </a14:m>
                <a:endParaRPr sz="1800" baseline="46296" dirty="0">
                  <a:latin typeface="Arial"/>
                  <a:cs typeface="Arial"/>
                </a:endParaRPr>
              </a:p>
            </p:txBody>
          </p:sp>
        </mc:Choice>
        <mc:Fallback xmlns="">
          <p:sp>
            <p:nvSpPr>
              <p:cNvPr id="34" name="object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742" y="1510738"/>
                <a:ext cx="4309110" cy="762838"/>
              </a:xfrm>
              <a:prstGeom prst="rect">
                <a:avLst/>
              </a:prstGeom>
              <a:blipFill>
                <a:blip r:embed="rId2"/>
                <a:stretch>
                  <a:fillRect l="-990" t="-6400" b="-56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object 35"/>
              <p:cNvSpPr txBox="1"/>
              <p:nvPr/>
            </p:nvSpPr>
            <p:spPr>
              <a:xfrm>
                <a:off x="215441" y="2440505"/>
                <a:ext cx="4059721" cy="750847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38100">
                  <a:lnSpc>
                    <a:spcPct val="100000"/>
                  </a:lnSpc>
                  <a:spcBef>
                    <a:spcPts val="95"/>
                  </a:spcBef>
                </a:pPr>
                <a:r>
                  <a:rPr sz="1800" spc="300" baseline="4629" dirty="0">
                    <a:solidFill>
                      <a:srgbClr val="7F7F7F"/>
                    </a:solidFill>
                    <a:latin typeface="Arial Unicode MS"/>
                    <a:cs typeface="Arial Unicode MS"/>
                  </a:rPr>
                  <a:t>▶</a:t>
                </a:r>
                <a:r>
                  <a:rPr sz="1800" spc="375" baseline="4629" dirty="0">
                    <a:solidFill>
                      <a:srgbClr val="7F7F7F"/>
                    </a:solidFill>
                    <a:latin typeface="Arial Unicode MS"/>
                    <a:cs typeface="Arial Unicode MS"/>
                  </a:rPr>
                  <a:t> </a:t>
                </a:r>
                <a:r>
                  <a:rPr sz="1200" spc="-50" dirty="0">
                    <a:solidFill>
                      <a:srgbClr val="FFFFFF"/>
                    </a:solidFill>
                    <a:latin typeface="Arial"/>
                    <a:cs typeface="Arial"/>
                  </a:rPr>
                  <a:t>Hence</a:t>
                </a:r>
                <a:endParaRPr lang="en-US" sz="1200" spc="-50" dirty="0">
                  <a:solidFill>
                    <a:schemeClr val="bg1"/>
                  </a:solidFill>
                  <a:latin typeface="Arial"/>
                  <a:cs typeface="Arial"/>
                </a:endParaRPr>
              </a:p>
              <a:p>
                <a:pPr marL="38100">
                  <a:lnSpc>
                    <a:spcPct val="100000"/>
                  </a:lnSpc>
                  <a:spcBef>
                    <a:spcPts val="95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sSubPr>
                        <m:e>
                          <m:r>
                            <a:rPr lang="zh-CN" altLang="en-US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𝐼</m:t>
                          </m:r>
                        </m:e>
                        <m:sub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0</m:t>
                          </m:r>
                        </m:sub>
                      </m:sSub>
                      <m:r>
                        <a:rPr lang="en-US" altLang="zh-CN" sz="1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/>
                        </a:rPr>
                        <m:t>=</m:t>
                      </m:r>
                      <m:sSub>
                        <m:sSubPr>
                          <m:ctrlP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</m:ctrlPr>
                            </m:accPr>
                            <m:e>
                              <m: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𝛾</m:t>
                              </m:r>
                            </m:e>
                          </m:acc>
                        </m:e>
                        <m:sub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𝑛</m:t>
                          </m:r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−</m:t>
                          </m:r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1</m:t>
                          </m:r>
                        </m:sub>
                      </m:sSub>
                      <m:r>
                        <a:rPr lang="en-US" altLang="zh-CN" sz="1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/>
                        </a:rPr>
                        <m:t>−</m:t>
                      </m:r>
                      <m:sSub>
                        <m:sSubPr>
                          <m:ctrlP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sSubPr>
                        <m:e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𝛼</m:t>
                          </m:r>
                        </m:e>
                        <m:sub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𝑛</m:t>
                          </m:r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−</m:t>
                          </m:r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altLang="zh-CN" sz="1200" b="0" dirty="0">
                  <a:solidFill>
                    <a:schemeClr val="bg1"/>
                  </a:solidFill>
                  <a:latin typeface="Arial"/>
                  <a:cs typeface="Arial"/>
                </a:endParaRPr>
              </a:p>
              <a:p>
                <a:pPr marL="38100">
                  <a:lnSpc>
                    <a:spcPct val="100000"/>
                  </a:lnSpc>
                  <a:spcBef>
                    <a:spcPts val="95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2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/>
                        </a:rPr>
                        <m:t>⋮</m:t>
                      </m:r>
                    </m:oMath>
                  </m:oMathPara>
                </a14:m>
                <a:endParaRPr lang="en-US" altLang="zh-CN" sz="1200" dirty="0">
                  <a:solidFill>
                    <a:schemeClr val="bg1"/>
                  </a:solidFill>
                  <a:latin typeface="Arial"/>
                  <a:cs typeface="Arial"/>
                </a:endParaRPr>
              </a:p>
              <a:p>
                <a:pPr marL="38100">
                  <a:lnSpc>
                    <a:spcPct val="100000"/>
                  </a:lnSpc>
                  <a:spcBef>
                    <a:spcPts val="95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sSubPr>
                        <m:e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𝐼</m:t>
                          </m:r>
                        </m:e>
                        <m:sub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𝑛</m:t>
                          </m:r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−</m:t>
                          </m:r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1</m:t>
                          </m:r>
                        </m:sub>
                      </m:sSub>
                      <m:r>
                        <a:rPr lang="en-US" altLang="zh-CN" sz="1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/>
                        </a:rPr>
                        <m:t>=</m:t>
                      </m:r>
                      <m:sSub>
                        <m:sSubPr>
                          <m:ctrlP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</m:ctrlPr>
                            </m:accPr>
                            <m:e>
                              <m: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𝛾</m:t>
                              </m:r>
                            </m:e>
                          </m:acc>
                        </m:e>
                        <m:sub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0</m:t>
                          </m:r>
                        </m:sub>
                      </m:sSub>
                      <m:r>
                        <a:rPr lang="en-US" altLang="zh-CN" sz="1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/>
                        </a:rPr>
                        <m:t>−</m:t>
                      </m:r>
                      <m:sSub>
                        <m:sSubPr>
                          <m:ctrlP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sSubPr>
                        <m:e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𝛼</m:t>
                          </m:r>
                        </m:e>
                        <m:sub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sz="1200" dirty="0">
                  <a:latin typeface="Arial"/>
                  <a:cs typeface="Arial"/>
                </a:endParaRPr>
              </a:p>
            </p:txBody>
          </p:sp>
        </mc:Choice>
        <mc:Fallback xmlns="">
          <p:sp>
            <p:nvSpPr>
              <p:cNvPr id="35" name="object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441" y="2440505"/>
                <a:ext cx="4059721" cy="750847"/>
              </a:xfrm>
              <a:prstGeom prst="rect">
                <a:avLst/>
              </a:prstGeom>
              <a:blipFill>
                <a:blip r:embed="rId3"/>
                <a:stretch>
                  <a:fillRect l="-1351" t="-6452" b="-48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object 43"/>
          <p:cNvSpPr/>
          <p:nvPr/>
        </p:nvSpPr>
        <p:spPr>
          <a:xfrm>
            <a:off x="0" y="3346272"/>
            <a:ext cx="4608195" cy="109855"/>
          </a:xfrm>
          <a:custGeom>
            <a:avLst/>
            <a:gdLst/>
            <a:ahLst/>
            <a:cxnLst/>
            <a:rect l="l" t="t" r="r" b="b"/>
            <a:pathLst>
              <a:path w="4608195" h="109854">
                <a:moveTo>
                  <a:pt x="4607928" y="0"/>
                </a:moveTo>
                <a:lnTo>
                  <a:pt x="3071939" y="0"/>
                </a:lnTo>
                <a:lnTo>
                  <a:pt x="1535963" y="0"/>
                </a:lnTo>
                <a:lnTo>
                  <a:pt x="0" y="0"/>
                </a:lnTo>
                <a:lnTo>
                  <a:pt x="0" y="109728"/>
                </a:lnTo>
                <a:lnTo>
                  <a:pt x="1535963" y="109728"/>
                </a:lnTo>
                <a:lnTo>
                  <a:pt x="3071939" y="109728"/>
                </a:lnTo>
                <a:lnTo>
                  <a:pt x="4607928" y="109728"/>
                </a:lnTo>
                <a:lnTo>
                  <a:pt x="4607928" y="0"/>
                </a:lnTo>
                <a:close/>
              </a:path>
            </a:pathLst>
          </a:custGeom>
          <a:solidFill>
            <a:srgbClr val="1919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0" dirty="0"/>
              <a:t>Mod</a:t>
            </a:r>
            <a:r>
              <a:rPr spc="125" dirty="0"/>
              <a:t> </a:t>
            </a:r>
            <a:r>
              <a:rPr spc="10" dirty="0"/>
              <a:t>Ctrl</a:t>
            </a:r>
            <a:r>
              <a:rPr spc="130" dirty="0"/>
              <a:t> </a:t>
            </a:r>
            <a:r>
              <a:rPr spc="10" dirty="0"/>
              <a:t>Intro</a:t>
            </a:r>
            <a:r>
              <a:rPr spc="415" dirty="0"/>
              <a:t> </a:t>
            </a:r>
            <a:r>
              <a:rPr spc="50" dirty="0"/>
              <a:t>(w</a:t>
            </a:r>
            <a:r>
              <a:rPr spc="125" dirty="0"/>
              <a:t> </a:t>
            </a:r>
            <a:r>
              <a:rPr spc="10" dirty="0"/>
              <a:t>Matlab</a:t>
            </a:r>
            <a:r>
              <a:rPr spc="130" dirty="0"/>
              <a:t> </a:t>
            </a:r>
            <a:r>
              <a:rPr spc="125" dirty="0"/>
              <a:t>&amp;</a:t>
            </a:r>
            <a:r>
              <a:rPr spc="130" dirty="0"/>
              <a:t> </a:t>
            </a:r>
            <a:r>
              <a:rPr spc="-10" dirty="0"/>
              <a:t>Python)</a:t>
            </a:r>
          </a:p>
        </p:txBody>
      </p:sp>
      <p:sp>
        <p:nvSpPr>
          <p:cNvPr id="45" name="object 45"/>
          <p:cNvSpPr txBox="1"/>
          <p:nvPr/>
        </p:nvSpPr>
        <p:spPr>
          <a:xfrm>
            <a:off x="1665249" y="3338410"/>
            <a:ext cx="1277620" cy="1225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00" dirty="0">
                <a:solidFill>
                  <a:srgbClr val="BF447D"/>
                </a:solidFill>
                <a:latin typeface="Arial"/>
                <a:cs typeface="Arial"/>
                <a:hlinkClick r:id="rId4" action="ppaction://hlinksldjump"/>
              </a:rPr>
              <a:t>Observers</a:t>
            </a:r>
            <a:r>
              <a:rPr sz="600" spc="135" dirty="0">
                <a:solidFill>
                  <a:srgbClr val="BF447D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600" dirty="0">
                <a:solidFill>
                  <a:srgbClr val="BF447D"/>
                </a:solidFill>
                <a:latin typeface="Arial"/>
                <a:cs typeface="Arial"/>
                <a:hlinkClick r:id="rId4" action="ppaction://hlinksldjump"/>
              </a:rPr>
              <a:t>and</a:t>
            </a:r>
            <a:r>
              <a:rPr sz="600" spc="140" dirty="0">
                <a:solidFill>
                  <a:srgbClr val="BF447D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600" dirty="0">
                <a:solidFill>
                  <a:srgbClr val="BF447D"/>
                </a:solidFill>
                <a:latin typeface="Arial"/>
                <a:cs typeface="Arial"/>
                <a:hlinkClick r:id="rId4" action="ppaction://hlinksldjump"/>
              </a:rPr>
              <a:t>Observer</a:t>
            </a:r>
            <a:r>
              <a:rPr sz="600" spc="140" dirty="0">
                <a:solidFill>
                  <a:srgbClr val="BF447D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600" dirty="0">
                <a:solidFill>
                  <a:srgbClr val="BF447D"/>
                </a:solidFill>
                <a:latin typeface="Arial"/>
                <a:cs typeface="Arial"/>
                <a:hlinkClick r:id="rId4" action="ppaction://hlinksldjump"/>
              </a:rPr>
              <a:t>State</a:t>
            </a:r>
            <a:r>
              <a:rPr sz="600" spc="140" dirty="0">
                <a:solidFill>
                  <a:srgbClr val="BF447D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600" spc="30" dirty="0">
                <a:solidFill>
                  <a:srgbClr val="BF447D"/>
                </a:solidFill>
                <a:latin typeface="Arial"/>
                <a:cs typeface="Arial"/>
                <a:hlinkClick r:id="rId4" action="ppaction://hlinksldjump"/>
              </a:rPr>
              <a:t>FB</a:t>
            </a:r>
            <a:endParaRPr sz="60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4275163" y="3338410"/>
            <a:ext cx="278130" cy="1225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00" dirty="0">
                <a:solidFill>
                  <a:srgbClr val="E5E5E5"/>
                </a:solidFill>
                <a:latin typeface="Arial"/>
                <a:cs typeface="Arial"/>
              </a:rPr>
              <a:t>10</a:t>
            </a:r>
            <a:r>
              <a:rPr sz="600" spc="-40" dirty="0">
                <a:solidFill>
                  <a:srgbClr val="E5E5E5"/>
                </a:solidFill>
                <a:latin typeface="Arial"/>
                <a:cs typeface="Arial"/>
              </a:rPr>
              <a:t> </a:t>
            </a:r>
            <a:r>
              <a:rPr sz="600" spc="185" dirty="0">
                <a:solidFill>
                  <a:srgbClr val="E5E5E5"/>
                </a:solidFill>
                <a:latin typeface="Arial"/>
                <a:cs typeface="Arial"/>
              </a:rPr>
              <a:t>/</a:t>
            </a:r>
            <a:r>
              <a:rPr sz="600" spc="-40" dirty="0">
                <a:solidFill>
                  <a:srgbClr val="E5E5E5"/>
                </a:solidFill>
                <a:latin typeface="Arial"/>
                <a:cs typeface="Arial"/>
              </a:rPr>
              <a:t> </a:t>
            </a:r>
            <a:r>
              <a:rPr sz="600" spc="-25" dirty="0">
                <a:solidFill>
                  <a:srgbClr val="E5E5E5"/>
                </a:solidFill>
                <a:latin typeface="Arial"/>
                <a:cs typeface="Arial"/>
              </a:rPr>
              <a:t>27</a:t>
            </a:r>
            <a:endParaRPr sz="600">
              <a:latin typeface="Arial"/>
              <a:cs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9DFAD710-2370-1A1B-69DD-480D5DC5FBDA}"/>
                  </a:ext>
                </a:extLst>
              </p:cNvPr>
              <p:cNvSpPr txBox="1"/>
              <p:nvPr/>
            </p:nvSpPr>
            <p:spPr>
              <a:xfrm>
                <a:off x="71840" y="587365"/>
                <a:ext cx="4464438" cy="9125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1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zh-CN" sz="11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1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11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11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zh-CN" sz="11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1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altLang="zh-CN" sz="11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altLang="zh-CN" sz="11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zh-CN" sz="11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sz="11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CN" sz="11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11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11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altLang="zh-CN" sz="11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11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US" altLang="zh-CN" sz="11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11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zh-CN" sz="11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1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altLang="zh-CN" sz="11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sz="11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altLang="zh-CN" sz="11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US" altLang="zh-CN" sz="11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11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zh-CN" sz="11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1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altLang="zh-CN" sz="11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sz="11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11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r>
                                  <a:rPr lang="en-US" altLang="zh-CN" sz="11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CN" sz="11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altLang="zh-CN" sz="11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zh-CN" sz="11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11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𝐿𝐶</m:t>
                      </m:r>
                      <m:r>
                        <a:rPr lang="en-US" altLang="zh-CN" sz="11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altLang="zh-CN" sz="1100" b="0" dirty="0">
                          <a:solidFill>
                            <a:schemeClr val="bg1"/>
                          </a:solidFill>
                        </a:rPr>
                        <m:t> 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1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5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11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11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zh-CN" sz="11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1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altLang="zh-CN" sz="11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altLang="zh-CN" sz="11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zh-CN" sz="11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zh-CN" sz="11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zh-CN" sz="11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1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e>
                                  <m:sub>
                                    <m:r>
                                      <a:rPr lang="en-US" altLang="zh-CN" sz="11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sz="11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CN" sz="11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11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r>
                                  <a:rPr lang="en-US" altLang="zh-CN" sz="11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11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zh-CN" sz="11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1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altLang="zh-CN" sz="11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altLang="zh-CN" sz="11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zh-CN" sz="11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altLang="zh-CN" sz="11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zh-CN" sz="11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1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e>
                                  <m:sub>
                                    <m:r>
                                      <a:rPr lang="en-US" altLang="zh-CN" sz="11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sz="11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11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US" altLang="zh-CN" sz="11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US" altLang="zh-CN" sz="11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11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altLang="zh-CN" sz="11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11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US" altLang="zh-CN" sz="11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US" altLang="zh-CN" sz="11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11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zh-CN" sz="11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1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altLang="zh-CN" sz="11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zh-CN" sz="11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zh-CN" sz="11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1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e>
                                  <m:sub>
                                    <m:r>
                                      <a:rPr lang="en-US" altLang="zh-CN" sz="11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altLang="zh-CN" sz="11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zh-CN" sz="11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sz="11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altLang="zh-CN" sz="11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US" altLang="zh-CN" sz="11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11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11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zh-CN" sz="11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1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altLang="zh-CN" sz="11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US" altLang="zh-CN" sz="11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zh-CN" sz="11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1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e>
                                  <m:sub>
                                    <m:r>
                                      <a:rPr lang="en-US" altLang="zh-CN" sz="11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altLang="zh-CN" sz="11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zh-CN" sz="11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sz="11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11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r>
                                  <a:rPr lang="en-US" altLang="zh-CN" sz="11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11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sz="11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9DFAD710-2370-1A1B-69DD-480D5DC5FB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40" y="587365"/>
                <a:ext cx="4464438" cy="91255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150" dirty="0"/>
              <a:t>General</a:t>
            </a:r>
            <a:r>
              <a:rPr spc="60" dirty="0"/>
              <a:t> </a:t>
            </a:r>
            <a:r>
              <a:rPr spc="-140" dirty="0"/>
              <a:t>observer</a:t>
            </a:r>
            <a:r>
              <a:rPr spc="60" dirty="0"/>
              <a:t> </a:t>
            </a:r>
            <a:r>
              <a:rPr spc="-145" dirty="0"/>
              <a:t>eigenvalue</a:t>
            </a:r>
            <a:r>
              <a:rPr spc="60" dirty="0"/>
              <a:t> </a:t>
            </a:r>
            <a:r>
              <a:rPr spc="-90" dirty="0"/>
              <a:t>placement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15442" y="455724"/>
            <a:ext cx="4223208" cy="3712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ts val="1435"/>
              </a:lnSpc>
              <a:spcBef>
                <a:spcPts val="95"/>
              </a:spcBef>
            </a:pPr>
            <a:r>
              <a:rPr sz="1800" spc="300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▶</a:t>
            </a:r>
            <a:r>
              <a:rPr sz="1800" spc="247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Arial"/>
                <a:cs typeface="Arial"/>
              </a:rPr>
              <a:t>What</a:t>
            </a:r>
            <a:r>
              <a:rPr sz="1200" spc="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if</a:t>
            </a:r>
            <a:r>
              <a:rPr sz="1200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(</a:t>
            </a:r>
            <a:r>
              <a:rPr sz="1200" i="1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1200" i="1" dirty="0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sz="1200" i="1" spc="-1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i="1" dirty="0">
                <a:solidFill>
                  <a:srgbClr val="FFFFFF"/>
                </a:solidFill>
                <a:latin typeface="Arial"/>
                <a:cs typeface="Arial"/>
              </a:rPr>
              <a:t>B</a:t>
            </a:r>
            <a:r>
              <a:rPr sz="1200" i="1" dirty="0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sz="1200" i="1" spc="-1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i="1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r>
              <a:rPr sz="1200" i="1" dirty="0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sz="1200" i="1" spc="-1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i="1" spc="55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r>
              <a:rPr sz="1200" spc="55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r>
              <a:rPr sz="1200" spc="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sz="1200" spc="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not</a:t>
            </a:r>
            <a:r>
              <a:rPr sz="1200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sz="1200" spc="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200" spc="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85" dirty="0">
                <a:solidFill>
                  <a:srgbClr val="FFFFFF"/>
                </a:solidFill>
                <a:latin typeface="Arial"/>
                <a:cs typeface="Arial"/>
              </a:rPr>
              <a:t>observable</a:t>
            </a:r>
            <a:r>
              <a:rPr sz="1200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55" dirty="0">
                <a:solidFill>
                  <a:srgbClr val="FFFFFF"/>
                </a:solidFill>
                <a:latin typeface="Arial"/>
                <a:cs typeface="Arial"/>
              </a:rPr>
              <a:t>canonical</a:t>
            </a:r>
            <a:r>
              <a:rPr sz="1200" spc="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Arial"/>
                <a:cs typeface="Arial"/>
              </a:rPr>
              <a:t>form?</a:t>
            </a:r>
            <a:endParaRPr sz="1200">
              <a:latin typeface="Arial"/>
              <a:cs typeface="Arial"/>
            </a:endParaRPr>
          </a:p>
          <a:p>
            <a:pPr marL="38100">
              <a:lnSpc>
                <a:spcPts val="1435"/>
              </a:lnSpc>
            </a:pPr>
            <a:r>
              <a:rPr sz="1800" spc="300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▶</a:t>
            </a:r>
            <a:r>
              <a:rPr sz="1800" spc="262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 </a:t>
            </a:r>
            <a:r>
              <a:rPr sz="1200" spc="-90" dirty="0">
                <a:solidFill>
                  <a:srgbClr val="FFFFFF"/>
                </a:solidFill>
                <a:latin typeface="Arial"/>
                <a:cs typeface="Arial"/>
              </a:rPr>
              <a:t>We</a:t>
            </a:r>
            <a:r>
              <a:rPr sz="1200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65" dirty="0">
                <a:solidFill>
                  <a:srgbClr val="FFFFFF"/>
                </a:solidFill>
                <a:latin typeface="Arial"/>
                <a:cs typeface="Arial"/>
              </a:rPr>
              <a:t>can</a:t>
            </a:r>
            <a:r>
              <a:rPr sz="12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40" dirty="0">
                <a:solidFill>
                  <a:srgbClr val="FFFFFF"/>
                </a:solidFill>
                <a:latin typeface="Arial"/>
                <a:cs typeface="Arial"/>
              </a:rPr>
              <a:t>transform</a:t>
            </a:r>
            <a:r>
              <a:rPr sz="1200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it</a:t>
            </a:r>
            <a:r>
              <a:rPr sz="12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12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Arial"/>
                <a:cs typeface="Arial"/>
              </a:rPr>
              <a:t>o.c.f.</a:t>
            </a:r>
            <a:r>
              <a:rPr sz="1200" spc="1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Arial"/>
                <a:cs typeface="Arial"/>
              </a:rPr>
              <a:t>via</a:t>
            </a:r>
            <a:r>
              <a:rPr sz="12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1200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30" dirty="0">
                <a:solidFill>
                  <a:srgbClr val="FFFFFF"/>
                </a:solidFill>
                <a:latin typeface="Arial"/>
                <a:cs typeface="Arial"/>
              </a:rPr>
              <a:t>similarity</a:t>
            </a:r>
            <a:r>
              <a:rPr sz="12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Arial"/>
                <a:cs typeface="Arial"/>
              </a:rPr>
              <a:t>transform:</a:t>
            </a:r>
            <a:endParaRPr sz="1200">
              <a:latin typeface="Arial"/>
              <a:cs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bject 16"/>
              <p:cNvSpPr txBox="1"/>
              <p:nvPr/>
            </p:nvSpPr>
            <p:spPr>
              <a:xfrm>
                <a:off x="177342" y="1418816"/>
                <a:ext cx="4044315" cy="1252651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76200">
                  <a:lnSpc>
                    <a:spcPct val="100000"/>
                  </a:lnSpc>
                  <a:spcBef>
                    <a:spcPts val="95"/>
                  </a:spcBef>
                </a:pPr>
                <a:r>
                  <a:rPr sz="1800" spc="300" baseline="4629" dirty="0">
                    <a:solidFill>
                      <a:srgbClr val="7F7F7F"/>
                    </a:solidFill>
                    <a:latin typeface="Arial Unicode MS"/>
                    <a:cs typeface="Arial Unicode MS"/>
                  </a:rPr>
                  <a:t>▶</a:t>
                </a:r>
                <a:r>
                  <a:rPr sz="1800" spc="337" baseline="4629" dirty="0">
                    <a:solidFill>
                      <a:srgbClr val="7F7F7F"/>
                    </a:solidFill>
                    <a:latin typeface="Arial Unicode MS"/>
                    <a:cs typeface="Arial Unicode MS"/>
                  </a:rPr>
                  <a:t> </a:t>
                </a:r>
                <a:r>
                  <a:rPr sz="1200" spc="-120" dirty="0">
                    <a:solidFill>
                      <a:srgbClr val="FFFFFF"/>
                    </a:solidFill>
                    <a:latin typeface="Arial"/>
                    <a:cs typeface="Arial"/>
                  </a:rPr>
                  <a:t>use</a:t>
                </a:r>
                <a:r>
                  <a:rPr sz="1200" spc="4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spc="-75" dirty="0">
                    <a:solidFill>
                      <a:schemeClr val="bg1"/>
                    </a:solidFill>
                    <a:latin typeface="Arial"/>
                    <a:cs typeface="Arial"/>
                  </a:rPr>
                  <a:t>previous</a:t>
                </a:r>
                <a:r>
                  <a:rPr lang="en-US" sz="1200" spc="50" dirty="0">
                    <a:solidFill>
                      <a:schemeClr val="bg1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spc="-60" dirty="0">
                    <a:solidFill>
                      <a:schemeClr val="bg1"/>
                    </a:solidFill>
                    <a:latin typeface="Arial"/>
                    <a:cs typeface="Arial"/>
                  </a:rPr>
                  <a:t>formulas</a:t>
                </a:r>
                <a:r>
                  <a:rPr lang="en-US" sz="1200" spc="50" dirty="0">
                    <a:solidFill>
                      <a:schemeClr val="bg1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dirty="0">
                    <a:solidFill>
                      <a:schemeClr val="bg1"/>
                    </a:solidFill>
                    <a:latin typeface="Arial"/>
                    <a:cs typeface="Arial"/>
                  </a:rPr>
                  <a:t>to</a:t>
                </a:r>
                <a:r>
                  <a:rPr lang="en-US" sz="1200" spc="50" dirty="0">
                    <a:solidFill>
                      <a:schemeClr val="bg1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spc="-75" dirty="0">
                    <a:solidFill>
                      <a:schemeClr val="bg1"/>
                    </a:solidFill>
                    <a:latin typeface="Arial"/>
                    <a:cs typeface="Arial"/>
                  </a:rPr>
                  <a:t>design</a:t>
                </a:r>
                <a:r>
                  <a:rPr lang="en-US" sz="1200" spc="45" dirty="0">
                    <a:solidFill>
                      <a:schemeClr val="bg1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i="1" spc="-495" dirty="0">
                    <a:solidFill>
                      <a:schemeClr val="bg1"/>
                    </a:solidFill>
                    <a:latin typeface="Arial"/>
                    <a:cs typeface="Arial"/>
                  </a:rPr>
                  <a:t>L</a:t>
                </a:r>
                <a:r>
                  <a:rPr lang="en-US" sz="1800" spc="127" baseline="13888" dirty="0">
                    <a:solidFill>
                      <a:schemeClr val="bg1"/>
                    </a:solidFill>
                    <a:latin typeface="Arial"/>
                    <a:cs typeface="Arial"/>
                  </a:rPr>
                  <a:t>˜</a:t>
                </a:r>
                <a:r>
                  <a:rPr lang="en-US" sz="1800" spc="30" baseline="13888" dirty="0">
                    <a:solidFill>
                      <a:schemeClr val="bg1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spc="-25" dirty="0">
                    <a:solidFill>
                      <a:schemeClr val="bg1"/>
                    </a:solidFill>
                    <a:latin typeface="Arial"/>
                    <a:cs typeface="Arial"/>
                  </a:rPr>
                  <a:t>in:</a:t>
                </a:r>
                <a:endParaRPr lang="en-US" sz="1200" dirty="0">
                  <a:solidFill>
                    <a:schemeClr val="bg1"/>
                  </a:solidFill>
                  <a:latin typeface="Arial"/>
                  <a:cs typeface="Arial"/>
                </a:endParaRPr>
              </a:p>
              <a:p>
                <a:pPr marL="506095" algn="ctr">
                  <a:lnSpc>
                    <a:spcPct val="100000"/>
                  </a:lnSpc>
                  <a:spcBef>
                    <a:spcPts val="844"/>
                  </a:spcBef>
                  <a:tabLst>
                    <a:tab pos="2972435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 sz="1200" b="0" i="1" spc="20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ar-AE" altLang="zh-CN" sz="1400" b="0" i="1" spc="-10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/>
                              </a:rPr>
                            </m:ctrlPr>
                          </m:accPr>
                          <m:e>
                            <m:acc>
                              <m:accPr>
                                <m:chr m:val="̂"/>
                                <m:ctrlPr>
                                  <a:rPr lang="ar-AE" altLang="zh-CN" sz="1200" b="0" i="1" spc="20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/>
                                  </a:rPr>
                                </m:ctrlPr>
                              </m:accPr>
                              <m:e>
                                <m:r>
                                  <a:rPr lang="zh-CN" altLang="ar-AE" sz="1200" b="0" i="1" spc="20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/>
                                  </a:rPr>
                                  <m:t>𝑥</m:t>
                                </m:r>
                              </m:e>
                            </m:acc>
                          </m:e>
                        </m:acc>
                      </m:e>
                      <m:sub>
                        <m:r>
                          <a:rPr lang="zh-CN" altLang="ar-AE" sz="1200" b="0" i="1" spc="20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  <m:t>𝑜𝑏</m:t>
                        </m:r>
                      </m:sub>
                    </m:sSub>
                  </m:oMath>
                </a14:m>
                <a:r>
                  <a:rPr lang="ar-AE" altLang="zh-CN" sz="1200" spc="200" dirty="0">
                    <a:solidFill>
                      <a:schemeClr val="bg1"/>
                    </a:solidFill>
                    <a:latin typeface="Arial"/>
                    <a:cs typeface="Arial"/>
                  </a:rPr>
                  <a:t>=</a:t>
                </a:r>
                <a:r>
                  <a:rPr lang="en-US" altLang="zh-CN" sz="1200" spc="200" dirty="0">
                    <a:solidFill>
                      <a:schemeClr val="bg1"/>
                    </a:solidFill>
                    <a:latin typeface="Arial"/>
                    <a:cs typeface="Arial"/>
                  </a:rPr>
                  <a:t>(</a:t>
                </a:r>
                <a:r>
                  <a:rPr lang="en-US" altLang="zh-CN" sz="1200" i="1" spc="80" dirty="0">
                    <a:solidFill>
                      <a:schemeClr val="bg1"/>
                    </a:solidFill>
                    <a:latin typeface="Arial"/>
                    <a:cs typeface="Arial"/>
                  </a:rPr>
                  <a:t>A</a:t>
                </a:r>
                <a:r>
                  <a:rPr lang="en-US" altLang="zh-CN" sz="1200" i="1" spc="120" baseline="-13888" dirty="0">
                    <a:solidFill>
                      <a:schemeClr val="bg1"/>
                    </a:solidFill>
                    <a:latin typeface="Arial"/>
                    <a:cs typeface="Arial"/>
                  </a:rPr>
                  <a:t>o</a:t>
                </a:r>
                <a:r>
                  <a:rPr lang="en-US" altLang="zh-CN" sz="1200" i="1" spc="217" baseline="-13888" dirty="0">
                    <a:solidFill>
                      <a:schemeClr val="bg1"/>
                    </a:solidFill>
                    <a:latin typeface="Arial"/>
                    <a:cs typeface="Arial"/>
                  </a:rPr>
                  <a:t> </a:t>
                </a:r>
                <a:r>
                  <a:rPr lang="en-US" altLang="zh-CN" sz="1200" i="1" spc="200" dirty="0">
                    <a:solidFill>
                      <a:schemeClr val="bg1"/>
                    </a:solidFill>
                    <a:latin typeface="Menlo"/>
                    <a:cs typeface="Menlo"/>
                  </a:rPr>
                  <a:t>−</a:t>
                </a:r>
                <a:r>
                  <a:rPr lang="en-US" altLang="zh-CN" sz="1200" i="1" spc="-459" dirty="0">
                    <a:solidFill>
                      <a:schemeClr val="bg1"/>
                    </a:solidFill>
                    <a:latin typeface="Menlo"/>
                    <a:cs typeface="Menlo"/>
                  </a:rPr>
                  <a:t> </a:t>
                </a:r>
                <a:r>
                  <a:rPr lang="en-US" altLang="zh-CN" sz="1200" i="1" spc="-580" dirty="0" err="1">
                    <a:solidFill>
                      <a:schemeClr val="bg1"/>
                    </a:solidFill>
                    <a:latin typeface="Arial"/>
                    <a:cs typeface="Arial"/>
                  </a:rPr>
                  <a:t>L</a:t>
                </a:r>
                <a:r>
                  <a:rPr lang="en-US" altLang="zh-CN" sz="1800" spc="-44" baseline="13888" dirty="0" err="1">
                    <a:solidFill>
                      <a:schemeClr val="bg1"/>
                    </a:solidFill>
                    <a:latin typeface="Arial"/>
                    <a:cs typeface="Arial"/>
                  </a:rPr>
                  <a:t>˜</a:t>
                </a:r>
                <a:r>
                  <a:rPr lang="en-US" altLang="zh-CN" sz="1200" i="1" dirty="0" err="1">
                    <a:solidFill>
                      <a:schemeClr val="bg1"/>
                    </a:solidFill>
                    <a:latin typeface="Arial"/>
                    <a:cs typeface="Arial"/>
                  </a:rPr>
                  <a:t>C</a:t>
                </a:r>
                <a:r>
                  <a:rPr lang="en-US" altLang="zh-CN" sz="1200" i="1" baseline="-13888" dirty="0" err="1">
                    <a:solidFill>
                      <a:schemeClr val="bg1"/>
                    </a:solidFill>
                    <a:latin typeface="Arial"/>
                    <a:cs typeface="Arial"/>
                  </a:rPr>
                  <a:t>o</a:t>
                </a:r>
                <a:r>
                  <a:rPr lang="en-US" altLang="zh-CN" sz="1200" i="1" spc="-179" baseline="-13888" dirty="0">
                    <a:solidFill>
                      <a:schemeClr val="bg1"/>
                    </a:solidFill>
                    <a:latin typeface="Arial"/>
                    <a:cs typeface="Arial"/>
                  </a:rPr>
                  <a:t> </a:t>
                </a:r>
                <a:r>
                  <a:rPr lang="en-US" altLang="zh-CN" sz="1200" spc="465" dirty="0">
                    <a:solidFill>
                      <a:schemeClr val="bg1"/>
                    </a:solidFill>
                    <a:latin typeface="Arial"/>
                    <a:cs typeface="Arial"/>
                  </a:rPr>
                  <a:t>)</a:t>
                </a:r>
                <a:r>
                  <a:rPr lang="en-US" altLang="zh-CN" sz="1800" spc="-202" baseline="62500" dirty="0">
                    <a:solidFill>
                      <a:schemeClr val="bg1"/>
                    </a:solidFill>
                    <a:latin typeface="Arial"/>
                    <a:cs typeface="Arial"/>
                  </a:rPr>
                  <a:t> </a:t>
                </a:r>
                <a:r>
                  <a:rPr lang="en-US" altLang="zh-CN" sz="1200" i="1" spc="-484" dirty="0" err="1">
                    <a:solidFill>
                      <a:schemeClr val="bg1"/>
                    </a:solidFill>
                    <a:latin typeface="Arial"/>
                    <a:cs typeface="Arial"/>
                  </a:rPr>
                  <a:t>x</a:t>
                </a:r>
                <a:r>
                  <a:rPr lang="en-US" altLang="zh-CN" sz="1200" spc="-55" dirty="0" err="1">
                    <a:solidFill>
                      <a:schemeClr val="bg1"/>
                    </a:solidFill>
                    <a:latin typeface="Arial"/>
                    <a:cs typeface="Arial"/>
                  </a:rPr>
                  <a:t>ˆ</a:t>
                </a:r>
                <a:r>
                  <a:rPr lang="en-US" altLang="zh-CN" sz="1200" i="1" spc="52" baseline="-13888" dirty="0" err="1">
                    <a:solidFill>
                      <a:schemeClr val="bg1"/>
                    </a:solidFill>
                    <a:latin typeface="Arial"/>
                    <a:cs typeface="Arial"/>
                  </a:rPr>
                  <a:t>ob</a:t>
                </a:r>
                <a:r>
                  <a:rPr lang="en-US" altLang="zh-CN" sz="1200" i="1" spc="172" baseline="-13888" dirty="0">
                    <a:solidFill>
                      <a:schemeClr val="bg1"/>
                    </a:solidFill>
                    <a:latin typeface="Arial"/>
                    <a:cs typeface="Arial"/>
                  </a:rPr>
                  <a:t> </a:t>
                </a:r>
                <a:r>
                  <a:rPr lang="en-US" altLang="zh-CN" sz="1200" spc="200" dirty="0">
                    <a:solidFill>
                      <a:schemeClr val="bg1"/>
                    </a:solidFill>
                    <a:latin typeface="Arial"/>
                    <a:cs typeface="Arial"/>
                  </a:rPr>
                  <a:t>+</a:t>
                </a:r>
                <a:r>
                  <a:rPr lang="en-US" altLang="zh-CN" sz="1200" spc="-70" dirty="0">
                    <a:solidFill>
                      <a:schemeClr val="bg1"/>
                    </a:solidFill>
                    <a:latin typeface="Arial"/>
                    <a:cs typeface="Arial"/>
                  </a:rPr>
                  <a:t> </a:t>
                </a:r>
                <a:r>
                  <a:rPr lang="en-US" altLang="zh-CN" sz="1200" i="1" spc="-555" dirty="0">
                    <a:solidFill>
                      <a:schemeClr val="bg1"/>
                    </a:solidFill>
                    <a:latin typeface="Arial"/>
                    <a:cs typeface="Arial"/>
                  </a:rPr>
                  <a:t>L</a:t>
                </a:r>
                <a:r>
                  <a:rPr lang="en-US" altLang="zh-CN" sz="1800" spc="-7" baseline="13888" dirty="0">
                    <a:solidFill>
                      <a:schemeClr val="bg1"/>
                    </a:solidFill>
                    <a:latin typeface="Arial"/>
                    <a:cs typeface="Arial"/>
                  </a:rPr>
                  <a:t>˜</a:t>
                </a:r>
                <a:r>
                  <a:rPr lang="en-US" altLang="zh-CN" sz="1200" i="1" spc="25" dirty="0">
                    <a:solidFill>
                      <a:schemeClr val="bg1"/>
                    </a:solidFill>
                    <a:latin typeface="Arial"/>
                    <a:cs typeface="Arial"/>
                  </a:rPr>
                  <a:t>y</a:t>
                </a:r>
                <a:r>
                  <a:rPr lang="en-US" altLang="zh-CN" sz="1200" i="1" spc="60" dirty="0">
                    <a:solidFill>
                      <a:schemeClr val="bg1"/>
                    </a:solidFill>
                    <a:latin typeface="Arial"/>
                    <a:cs typeface="Arial"/>
                  </a:rPr>
                  <a:t> </a:t>
                </a:r>
                <a:r>
                  <a:rPr lang="en-US" altLang="zh-CN" sz="1200" spc="200" dirty="0">
                    <a:solidFill>
                      <a:schemeClr val="bg1"/>
                    </a:solidFill>
                    <a:latin typeface="Arial"/>
                    <a:cs typeface="Arial"/>
                  </a:rPr>
                  <a:t>+</a:t>
                </a:r>
                <a:r>
                  <a:rPr lang="en-US" altLang="zh-CN" sz="1200" spc="-70" dirty="0">
                    <a:solidFill>
                      <a:schemeClr val="bg1"/>
                    </a:solidFill>
                    <a:latin typeface="Arial"/>
                    <a:cs typeface="Arial"/>
                  </a:rPr>
                  <a:t> </a:t>
                </a:r>
                <a:r>
                  <a:rPr lang="en-US" altLang="zh-CN" sz="1200" i="1" spc="-25" dirty="0">
                    <a:solidFill>
                      <a:schemeClr val="bg1"/>
                    </a:solidFill>
                    <a:latin typeface="Arial"/>
                    <a:cs typeface="Arial"/>
                  </a:rPr>
                  <a:t>B</a:t>
                </a:r>
                <a:r>
                  <a:rPr lang="en-US" altLang="zh-CN" sz="1200" i="1" spc="-37" baseline="-13888" dirty="0">
                    <a:solidFill>
                      <a:schemeClr val="bg1"/>
                    </a:solidFill>
                    <a:latin typeface="Arial"/>
                    <a:cs typeface="Arial"/>
                  </a:rPr>
                  <a:t>o</a:t>
                </a:r>
                <a:r>
                  <a:rPr lang="en-US" altLang="zh-CN" sz="1200" i="1" spc="-25" dirty="0">
                    <a:solidFill>
                      <a:schemeClr val="bg1"/>
                    </a:solidFill>
                    <a:latin typeface="Arial"/>
                    <a:cs typeface="Arial"/>
                  </a:rPr>
                  <a:t>u</a:t>
                </a:r>
                <a:r>
                  <a:rPr lang="en-US" altLang="zh-CN" sz="1200" i="1" dirty="0">
                    <a:solidFill>
                      <a:schemeClr val="bg1"/>
                    </a:solidFill>
                    <a:latin typeface="Arial"/>
                    <a:cs typeface="Arial"/>
                  </a:rPr>
                  <a:t>	</a:t>
                </a:r>
                <a:r>
                  <a:rPr lang="en-US" altLang="zh-CN" sz="1200" spc="-60" dirty="0">
                    <a:solidFill>
                      <a:schemeClr val="bg1"/>
                    </a:solidFill>
                    <a:latin typeface="Arial"/>
                    <a:cs typeface="Arial"/>
                  </a:rPr>
                  <a:t>(analysis</a:t>
                </a:r>
                <a:r>
                  <a:rPr lang="en-US" altLang="zh-CN" sz="1200" dirty="0">
                    <a:solidFill>
                      <a:schemeClr val="bg1"/>
                    </a:solidFill>
                    <a:latin typeface="Arial"/>
                    <a:cs typeface="Arial"/>
                  </a:rPr>
                  <a:t> </a:t>
                </a:r>
                <a:r>
                  <a:rPr lang="en-US" altLang="zh-CN" sz="1200" spc="-10" dirty="0">
                    <a:solidFill>
                      <a:schemeClr val="bg1"/>
                    </a:solidFill>
                    <a:latin typeface="Arial"/>
                    <a:cs typeface="Arial"/>
                  </a:rPr>
                  <a:t>form)</a:t>
                </a:r>
                <a:endParaRPr lang="en-US" altLang="zh-CN" sz="1200" dirty="0">
                  <a:latin typeface="Arial"/>
                  <a:cs typeface="Arial"/>
                </a:endParaRPr>
              </a:p>
              <a:p>
                <a:pPr marL="76200">
                  <a:lnSpc>
                    <a:spcPct val="100000"/>
                  </a:lnSpc>
                  <a:spcBef>
                    <a:spcPts val="990"/>
                  </a:spcBef>
                </a:pPr>
                <a:r>
                  <a:rPr sz="1800" spc="300" baseline="4629" dirty="0">
                    <a:solidFill>
                      <a:srgbClr val="7F7F7F"/>
                    </a:solidFill>
                    <a:latin typeface="Arial Unicode MS"/>
                    <a:cs typeface="Arial Unicode MS"/>
                  </a:rPr>
                  <a:t>▶</a:t>
                </a:r>
                <a:r>
                  <a:rPr sz="1800" spc="179" baseline="4629" dirty="0">
                    <a:solidFill>
                      <a:srgbClr val="7F7F7F"/>
                    </a:solidFill>
                    <a:latin typeface="Arial Unicode MS"/>
                    <a:cs typeface="Arial Unicode MS"/>
                  </a:rPr>
                  <a:t> </a:t>
                </a:r>
                <a:r>
                  <a:rPr lang="en-US" altLang="zh-CN" sz="1200" spc="-65" dirty="0">
                    <a:solidFill>
                      <a:schemeClr val="bg1"/>
                    </a:solidFill>
                    <a:latin typeface="Arial"/>
                    <a:cs typeface="Arial"/>
                  </a:rPr>
                  <a:t>correspondingly</a:t>
                </a:r>
                <a:r>
                  <a:rPr lang="en-US" altLang="zh-CN" sz="1200" spc="-10" dirty="0">
                    <a:solidFill>
                      <a:schemeClr val="bg1"/>
                    </a:solidFill>
                    <a:latin typeface="Arial"/>
                    <a:cs typeface="Arial"/>
                  </a:rPr>
                  <a:t> </a:t>
                </a:r>
                <a:r>
                  <a:rPr lang="en-US" altLang="zh-CN" sz="1200" dirty="0">
                    <a:solidFill>
                      <a:schemeClr val="bg1"/>
                    </a:solidFill>
                    <a:latin typeface="Arial"/>
                    <a:cs typeface="Arial"/>
                  </a:rPr>
                  <a:t>in</a:t>
                </a:r>
                <a:r>
                  <a:rPr lang="en-US" altLang="zh-CN" sz="1200" spc="-5" dirty="0">
                    <a:solidFill>
                      <a:schemeClr val="bg1"/>
                    </a:solidFill>
                    <a:latin typeface="Arial"/>
                    <a:cs typeface="Arial"/>
                  </a:rPr>
                  <a:t> </a:t>
                </a:r>
                <a:r>
                  <a:rPr lang="en-US" altLang="zh-CN" sz="1200" dirty="0">
                    <a:solidFill>
                      <a:schemeClr val="bg1"/>
                    </a:solidFill>
                    <a:latin typeface="Arial"/>
                    <a:cs typeface="Arial"/>
                  </a:rPr>
                  <a:t>the</a:t>
                </a:r>
                <a:r>
                  <a:rPr lang="en-US" altLang="zh-CN" sz="1200" spc="-10" dirty="0">
                    <a:solidFill>
                      <a:schemeClr val="bg1"/>
                    </a:solidFill>
                    <a:latin typeface="Arial"/>
                    <a:cs typeface="Arial"/>
                  </a:rPr>
                  <a:t> </a:t>
                </a:r>
                <a:r>
                  <a:rPr lang="en-US" altLang="zh-CN" sz="1200" spc="-30" dirty="0">
                    <a:solidFill>
                      <a:schemeClr val="bg1"/>
                    </a:solidFill>
                    <a:latin typeface="Arial"/>
                    <a:cs typeface="Arial"/>
                  </a:rPr>
                  <a:t>original</a:t>
                </a:r>
                <a:r>
                  <a:rPr lang="en-US" altLang="zh-CN" sz="1200" spc="-10" dirty="0">
                    <a:solidFill>
                      <a:schemeClr val="bg1"/>
                    </a:solidFill>
                    <a:latin typeface="Arial"/>
                    <a:cs typeface="Arial"/>
                  </a:rPr>
                  <a:t> </a:t>
                </a:r>
                <a:r>
                  <a:rPr lang="en-US" altLang="zh-CN" sz="1200" spc="-25" dirty="0">
                    <a:solidFill>
                      <a:schemeClr val="bg1"/>
                    </a:solidFill>
                    <a:latin typeface="Arial"/>
                    <a:cs typeface="Arial"/>
                  </a:rPr>
                  <a:t>state</a:t>
                </a:r>
                <a:r>
                  <a:rPr lang="en-US" altLang="zh-CN" sz="1200" spc="-10" dirty="0">
                    <a:solidFill>
                      <a:schemeClr val="bg1"/>
                    </a:solidFill>
                    <a:latin typeface="Arial"/>
                    <a:cs typeface="Arial"/>
                  </a:rPr>
                  <a:t> </a:t>
                </a:r>
                <a:r>
                  <a:rPr lang="en-US" altLang="zh-CN" sz="1200" spc="-105" dirty="0">
                    <a:solidFill>
                      <a:schemeClr val="bg1"/>
                    </a:solidFill>
                    <a:latin typeface="Arial"/>
                    <a:cs typeface="Arial"/>
                  </a:rPr>
                  <a:t>space</a:t>
                </a:r>
                <a:r>
                  <a:rPr lang="en-US" altLang="zh-CN" sz="1200" spc="20" dirty="0">
                    <a:solidFill>
                      <a:schemeClr val="bg1"/>
                    </a:solidFill>
                    <a:latin typeface="Arial"/>
                    <a:cs typeface="Arial"/>
                  </a:rPr>
                  <a:t> </a:t>
                </a:r>
                <a:r>
                  <a:rPr lang="en-US" altLang="zh-CN" sz="1200" dirty="0">
                    <a:solidFill>
                      <a:schemeClr val="bg1"/>
                    </a:solidFill>
                    <a:latin typeface="Arial"/>
                    <a:cs typeface="Arial"/>
                  </a:rPr>
                  <a:t>(via</a:t>
                </a:r>
                <a:r>
                  <a:rPr lang="en-US" altLang="zh-CN" sz="1200" spc="-10" dirty="0">
                    <a:solidFill>
                      <a:schemeClr val="bg1"/>
                    </a:solidFill>
                    <a:latin typeface="Arial"/>
                    <a:cs typeface="Arial"/>
                  </a:rPr>
                  <a:t> </a:t>
                </a:r>
                <a:r>
                  <a:rPr lang="en-US" altLang="zh-CN" sz="1200" i="1" spc="-465" dirty="0">
                    <a:solidFill>
                      <a:schemeClr val="bg1"/>
                    </a:solidFill>
                    <a:latin typeface="Arial"/>
                    <a:cs typeface="Arial"/>
                  </a:rPr>
                  <a:t>x</a:t>
                </a:r>
                <a:r>
                  <a:rPr lang="en-US" altLang="zh-CN" sz="1200" spc="-35" dirty="0">
                    <a:solidFill>
                      <a:schemeClr val="bg1"/>
                    </a:solidFill>
                    <a:latin typeface="Arial"/>
                    <a:cs typeface="Arial"/>
                  </a:rPr>
                  <a:t>ˆ</a:t>
                </a:r>
                <a:r>
                  <a:rPr lang="en-US" altLang="zh-CN" sz="1200" i="1" spc="82" baseline="-13888" dirty="0">
                    <a:solidFill>
                      <a:schemeClr val="bg1"/>
                    </a:solidFill>
                    <a:latin typeface="Arial"/>
                    <a:cs typeface="Arial"/>
                  </a:rPr>
                  <a:t>ob</a:t>
                </a:r>
                <a:r>
                  <a:rPr lang="en-US" altLang="zh-CN" sz="1200" i="1" spc="179" baseline="-13888" dirty="0">
                    <a:solidFill>
                      <a:schemeClr val="bg1"/>
                    </a:solidFill>
                    <a:latin typeface="Arial"/>
                    <a:cs typeface="Arial"/>
                  </a:rPr>
                  <a:t> </a:t>
                </a:r>
                <a:r>
                  <a:rPr lang="en-US" altLang="zh-CN" sz="1200" spc="200" dirty="0">
                    <a:solidFill>
                      <a:schemeClr val="bg1"/>
                    </a:solidFill>
                    <a:latin typeface="Arial"/>
                    <a:cs typeface="Arial"/>
                  </a:rPr>
                  <a:t>=</a:t>
                </a:r>
                <a:r>
                  <a:rPr lang="en-US" altLang="zh-CN" sz="1200" spc="-60" dirty="0">
                    <a:solidFill>
                      <a:schemeClr val="bg1"/>
                    </a:solidFill>
                    <a:latin typeface="Arial"/>
                    <a:cs typeface="Arial"/>
                  </a:rPr>
                  <a:t> </a:t>
                </a:r>
                <a:r>
                  <a:rPr lang="en-US" altLang="zh-CN" sz="1200" i="1" spc="175" dirty="0">
                    <a:solidFill>
                      <a:schemeClr val="bg1"/>
                    </a:solidFill>
                    <a:latin typeface="Arial"/>
                    <a:cs typeface="Arial"/>
                  </a:rPr>
                  <a:t>R</a:t>
                </a:r>
                <a:r>
                  <a:rPr lang="en-US" altLang="zh-CN" sz="1200" i="1" spc="-445" dirty="0">
                    <a:solidFill>
                      <a:schemeClr val="bg1"/>
                    </a:solidFill>
                    <a:latin typeface="Arial"/>
                    <a:cs typeface="Arial"/>
                  </a:rPr>
                  <a:t>x</a:t>
                </a:r>
                <a:r>
                  <a:rPr lang="en-US" altLang="zh-CN" sz="1200" spc="60" dirty="0">
                    <a:solidFill>
                      <a:schemeClr val="bg1"/>
                    </a:solidFill>
                    <a:latin typeface="Arial"/>
                    <a:cs typeface="Arial"/>
                  </a:rPr>
                  <a:t>ˆ</a:t>
                </a:r>
                <a:r>
                  <a:rPr lang="en-US" altLang="zh-CN" sz="1200" spc="70" dirty="0">
                    <a:solidFill>
                      <a:schemeClr val="bg1"/>
                    </a:solidFill>
                    <a:latin typeface="Arial"/>
                    <a:cs typeface="Arial"/>
                  </a:rPr>
                  <a:t>):</a:t>
                </a:r>
                <a:endParaRPr lang="en-US" altLang="zh-CN" sz="1200" dirty="0">
                  <a:solidFill>
                    <a:schemeClr val="bg1"/>
                  </a:solidFill>
                  <a:latin typeface="Arial"/>
                  <a:cs typeface="Arial"/>
                </a:endParaRPr>
              </a:p>
              <a:p>
                <a:pPr marL="500380" algn="ctr">
                  <a:lnSpc>
                    <a:spcPct val="100000"/>
                  </a:lnSpc>
                  <a:spcBef>
                    <a:spcPts val="880"/>
                  </a:spcBef>
                </a:pPr>
                <a:r>
                  <a:rPr lang="en-US" altLang="zh-CN" sz="1100" i="1" spc="55" dirty="0">
                    <a:solidFill>
                      <a:schemeClr val="bg1"/>
                    </a:solidFill>
                    <a:latin typeface="Arial"/>
                    <a:cs typeface="Arial"/>
                  </a:rPr>
                  <a:t>R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ar-AE" altLang="zh-CN" sz="1200" b="0" i="1" spc="-10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</m:ctrlPr>
                      </m:accPr>
                      <m:e>
                        <m:acc>
                          <m:accPr>
                            <m:chr m:val="̂"/>
                            <m:ctrlPr>
                              <a:rPr lang="ar-AE" altLang="zh-CN" sz="1100" b="0" i="1" spc="20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/>
                              </a:rPr>
                            </m:ctrlPr>
                          </m:accPr>
                          <m:e>
                            <m:r>
                              <a:rPr lang="zh-CN" altLang="ar-AE" sz="1100" b="0" i="1" spc="20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/>
                              </a:rPr>
                              <m:t>𝑥</m:t>
                            </m:r>
                          </m:e>
                        </m:acc>
                      </m:e>
                    </m:acc>
                  </m:oMath>
                </a14:m>
                <a:r>
                  <a:rPr lang="en-US" altLang="zh-CN" sz="1100" spc="200" dirty="0">
                    <a:solidFill>
                      <a:schemeClr val="bg1"/>
                    </a:solidFill>
                    <a:latin typeface="Arial"/>
                    <a:cs typeface="Arial"/>
                  </a:rPr>
                  <a:t>=</a:t>
                </a:r>
                <a:r>
                  <a:rPr lang="en-US" altLang="zh-CN" sz="1100" spc="10" dirty="0">
                    <a:solidFill>
                      <a:schemeClr val="bg1"/>
                    </a:solidFill>
                    <a:latin typeface="Arial"/>
                    <a:cs typeface="Arial"/>
                  </a:rPr>
                  <a:t> (</a:t>
                </a:r>
                <a:r>
                  <a:rPr lang="en-US" altLang="zh-CN" sz="1100" i="1" spc="50" dirty="0">
                    <a:solidFill>
                      <a:schemeClr val="bg1"/>
                    </a:solidFill>
                    <a:latin typeface="Arial"/>
                    <a:cs typeface="Arial"/>
                  </a:rPr>
                  <a:t>RAR</a:t>
                </a:r>
                <a:r>
                  <a:rPr lang="en-US" altLang="zh-CN" sz="1200" i="1" spc="75" baseline="31250" dirty="0">
                    <a:solidFill>
                      <a:schemeClr val="bg1"/>
                    </a:solidFill>
                    <a:latin typeface="Hack"/>
                    <a:cs typeface="Hack"/>
                  </a:rPr>
                  <a:t>−</a:t>
                </a:r>
                <a:r>
                  <a:rPr lang="en-US" altLang="zh-CN" sz="1200" spc="75" baseline="31250" dirty="0">
                    <a:solidFill>
                      <a:schemeClr val="bg1"/>
                    </a:solidFill>
                    <a:latin typeface="Arial"/>
                    <a:cs typeface="Arial"/>
                  </a:rPr>
                  <a:t>1</a:t>
                </a:r>
                <a:r>
                  <a:rPr lang="en-US" altLang="zh-CN" sz="1200" spc="120" baseline="31250" dirty="0">
                    <a:solidFill>
                      <a:schemeClr val="bg1"/>
                    </a:solidFill>
                    <a:latin typeface="Arial"/>
                    <a:cs typeface="Arial"/>
                  </a:rPr>
                  <a:t> </a:t>
                </a:r>
                <a:r>
                  <a:rPr lang="en-US" altLang="zh-CN" sz="1100" i="1" spc="175" dirty="0">
                    <a:solidFill>
                      <a:schemeClr val="bg1"/>
                    </a:solidFill>
                    <a:latin typeface="Menlo"/>
                    <a:cs typeface="Menlo"/>
                  </a:rPr>
                  <a:t>−</a:t>
                </a:r>
                <a:r>
                  <a:rPr lang="en-US" altLang="zh-CN" sz="1100" i="1" spc="-409" dirty="0">
                    <a:solidFill>
                      <a:schemeClr val="bg1"/>
                    </a:solidFill>
                    <a:latin typeface="Menlo"/>
                    <a:cs typeface="Menlo"/>
                  </a:rPr>
                  <a:t> </a:t>
                </a:r>
                <a:r>
                  <a:rPr lang="en-US" altLang="zh-CN" sz="1100" i="1" spc="-490" dirty="0">
                    <a:solidFill>
                      <a:schemeClr val="bg1"/>
                    </a:solidFill>
                    <a:latin typeface="Arial"/>
                    <a:cs typeface="Arial"/>
                  </a:rPr>
                  <a:t>L</a:t>
                </a:r>
                <a:r>
                  <a:rPr lang="en-US" altLang="zh-CN" sz="1650" spc="37" baseline="12626" dirty="0">
                    <a:solidFill>
                      <a:schemeClr val="bg1"/>
                    </a:solidFill>
                    <a:latin typeface="Arial"/>
                    <a:cs typeface="Arial"/>
                  </a:rPr>
                  <a:t>˜</a:t>
                </a:r>
                <a:r>
                  <a:rPr lang="en-US" altLang="zh-CN" sz="1100" i="1" spc="50" dirty="0">
                    <a:solidFill>
                      <a:schemeClr val="bg1"/>
                    </a:solidFill>
                    <a:latin typeface="Arial"/>
                    <a:cs typeface="Arial"/>
                  </a:rPr>
                  <a:t>C</a:t>
                </a:r>
                <a:r>
                  <a:rPr lang="en-US" altLang="zh-CN" sz="1100" i="1" spc="140" dirty="0">
                    <a:solidFill>
                      <a:schemeClr val="bg1"/>
                    </a:solidFill>
                    <a:latin typeface="Arial"/>
                    <a:cs typeface="Arial"/>
                  </a:rPr>
                  <a:t>R</a:t>
                </a:r>
                <a:r>
                  <a:rPr lang="en-US" altLang="zh-CN" sz="1200" i="1" spc="75" baseline="31250" dirty="0">
                    <a:solidFill>
                      <a:schemeClr val="bg1"/>
                    </a:solidFill>
                    <a:latin typeface="Hack"/>
                    <a:cs typeface="Hack"/>
                  </a:rPr>
                  <a:t>−</a:t>
                </a:r>
                <a:r>
                  <a:rPr lang="en-US" altLang="zh-CN" sz="1200" spc="142" baseline="30000" dirty="0">
                    <a:solidFill>
                      <a:schemeClr val="bg1"/>
                    </a:solidFill>
                    <a:latin typeface="Arial"/>
                    <a:cs typeface="Arial"/>
                  </a:rPr>
                  <a:t>1</a:t>
                </a:r>
                <a:r>
                  <a:rPr lang="en-US" altLang="zh-CN" sz="1200" spc="142" dirty="0">
                    <a:solidFill>
                      <a:schemeClr val="bg1"/>
                    </a:solidFill>
                    <a:latin typeface="Arial"/>
                    <a:cs typeface="Arial"/>
                  </a:rPr>
                  <a:t>)</a:t>
                </a:r>
                <a:r>
                  <a:rPr lang="en-US" altLang="zh-CN" sz="1100" i="1" spc="105" dirty="0">
                    <a:solidFill>
                      <a:schemeClr val="bg1"/>
                    </a:solidFill>
                    <a:latin typeface="Arial"/>
                    <a:cs typeface="Arial"/>
                  </a:rPr>
                  <a:t>R</a:t>
                </a:r>
                <a:r>
                  <a:rPr lang="en-US" altLang="zh-CN" sz="1100" i="1" spc="-465" dirty="0">
                    <a:solidFill>
                      <a:schemeClr val="bg1"/>
                    </a:solidFill>
                    <a:latin typeface="Arial"/>
                    <a:cs typeface="Arial"/>
                  </a:rPr>
                  <a:t>x</a:t>
                </a:r>
                <a:r>
                  <a:rPr lang="en-US" altLang="zh-CN" sz="1100" spc="15" dirty="0">
                    <a:solidFill>
                      <a:schemeClr val="bg1"/>
                    </a:solidFill>
                    <a:latin typeface="Arial"/>
                    <a:cs typeface="Arial"/>
                  </a:rPr>
                  <a:t>ˆ</a:t>
                </a:r>
                <a:r>
                  <a:rPr lang="en-US" altLang="zh-CN" sz="1100" spc="-70" dirty="0">
                    <a:solidFill>
                      <a:schemeClr val="bg1"/>
                    </a:solidFill>
                    <a:latin typeface="Arial"/>
                    <a:cs typeface="Arial"/>
                  </a:rPr>
                  <a:t> </a:t>
                </a:r>
                <a:r>
                  <a:rPr lang="en-US" altLang="zh-CN" sz="1100" spc="200" dirty="0">
                    <a:solidFill>
                      <a:schemeClr val="bg1"/>
                    </a:solidFill>
                    <a:latin typeface="Arial"/>
                    <a:cs typeface="Arial"/>
                  </a:rPr>
                  <a:t>+</a:t>
                </a:r>
                <a:r>
                  <a:rPr lang="en-US" altLang="zh-CN" sz="1100" spc="-55" dirty="0">
                    <a:solidFill>
                      <a:schemeClr val="bg1"/>
                    </a:solidFill>
                    <a:latin typeface="Arial"/>
                    <a:cs typeface="Arial"/>
                  </a:rPr>
                  <a:t> </a:t>
                </a:r>
                <a:r>
                  <a:rPr lang="en-US" altLang="zh-CN" sz="1100" i="1" spc="-500" dirty="0">
                    <a:solidFill>
                      <a:schemeClr val="bg1"/>
                    </a:solidFill>
                    <a:latin typeface="Arial"/>
                    <a:cs typeface="Arial"/>
                  </a:rPr>
                  <a:t>L</a:t>
                </a:r>
                <a:r>
                  <a:rPr lang="en-US" altLang="zh-CN" sz="1650" spc="22" baseline="12626" dirty="0">
                    <a:solidFill>
                      <a:schemeClr val="bg1"/>
                    </a:solidFill>
                    <a:latin typeface="Arial"/>
                    <a:cs typeface="Arial"/>
                  </a:rPr>
                  <a:t>˜</a:t>
                </a:r>
                <a:r>
                  <a:rPr lang="en-US" altLang="zh-CN" sz="1100" i="1" spc="40" dirty="0">
                    <a:solidFill>
                      <a:schemeClr val="bg1"/>
                    </a:solidFill>
                    <a:latin typeface="Arial"/>
                    <a:cs typeface="Arial"/>
                  </a:rPr>
                  <a:t>y</a:t>
                </a:r>
                <a:r>
                  <a:rPr lang="en-US" altLang="zh-CN" sz="1100" i="1" spc="70" dirty="0">
                    <a:solidFill>
                      <a:schemeClr val="bg1"/>
                    </a:solidFill>
                    <a:latin typeface="Arial"/>
                    <a:cs typeface="Arial"/>
                  </a:rPr>
                  <a:t> </a:t>
                </a:r>
                <a:r>
                  <a:rPr lang="en-US" altLang="zh-CN" sz="1100" spc="200" dirty="0">
                    <a:solidFill>
                      <a:schemeClr val="bg1"/>
                    </a:solidFill>
                    <a:latin typeface="Arial"/>
                    <a:cs typeface="Arial"/>
                  </a:rPr>
                  <a:t>+</a:t>
                </a:r>
                <a:r>
                  <a:rPr lang="en-US" altLang="zh-CN" sz="1100" spc="-55" dirty="0">
                    <a:solidFill>
                      <a:schemeClr val="bg1"/>
                    </a:solidFill>
                    <a:latin typeface="Arial"/>
                    <a:cs typeface="Arial"/>
                  </a:rPr>
                  <a:t> </a:t>
                </a:r>
                <a:r>
                  <a:rPr lang="en-US" altLang="zh-CN" sz="1100" i="1" spc="-25" dirty="0">
                    <a:solidFill>
                      <a:schemeClr val="bg1"/>
                    </a:solidFill>
                    <a:latin typeface="Arial"/>
                    <a:cs typeface="Arial"/>
                  </a:rPr>
                  <a:t>RBu</a:t>
                </a:r>
                <a:endParaRPr lang="en-US" altLang="zh-CN" sz="1100" dirty="0">
                  <a:solidFill>
                    <a:schemeClr val="bg1"/>
                  </a:solidFill>
                  <a:latin typeface="Arial"/>
                  <a:cs typeface="Arial"/>
                </a:endParaRPr>
              </a:p>
              <a:p>
                <a:pPr marR="1252220" algn="ctr">
                  <a:lnSpc>
                    <a:spcPct val="100000"/>
                  </a:lnSpc>
                  <a:spcBef>
                    <a:spcPts val="5"/>
                  </a:spcBef>
                </a:pPr>
                <a:endParaRPr sz="800" dirty="0">
                  <a:latin typeface="Arial"/>
                  <a:cs typeface="Arial"/>
                </a:endParaRPr>
              </a:p>
            </p:txBody>
          </p:sp>
        </mc:Choice>
        <mc:Fallback xmlns="">
          <p:sp>
            <p:nvSpPr>
              <p:cNvPr id="16" name="object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342" y="1418816"/>
                <a:ext cx="4044315" cy="1252651"/>
              </a:xfrm>
              <a:prstGeom prst="rect">
                <a:avLst/>
              </a:prstGeom>
              <a:blipFill>
                <a:blip r:embed="rId2"/>
                <a:stretch>
                  <a:fillRect l="-301" t="-5854" r="-60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object 20"/>
          <p:cNvSpPr txBox="1"/>
          <p:nvPr/>
        </p:nvSpPr>
        <p:spPr>
          <a:xfrm>
            <a:off x="2936113" y="2902342"/>
            <a:ext cx="132651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35" dirty="0">
                <a:solidFill>
                  <a:srgbClr val="FFFFFF"/>
                </a:solidFill>
                <a:latin typeface="Arial"/>
                <a:cs typeface="Arial"/>
              </a:rPr>
              <a:t>(implementation</a:t>
            </a:r>
            <a:r>
              <a:rPr sz="1100" spc="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20" dirty="0">
                <a:solidFill>
                  <a:srgbClr val="FFFFFF"/>
                </a:solidFill>
                <a:latin typeface="Arial"/>
                <a:cs typeface="Arial"/>
              </a:rPr>
              <a:t>form)</a:t>
            </a:r>
            <a:endParaRPr sz="1100">
              <a:latin typeface="Arial"/>
              <a:cs typeface="Arial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0" y="3346284"/>
            <a:ext cx="4608195" cy="109855"/>
          </a:xfrm>
          <a:custGeom>
            <a:avLst/>
            <a:gdLst/>
            <a:ahLst/>
            <a:cxnLst/>
            <a:rect l="l" t="t" r="r" b="b"/>
            <a:pathLst>
              <a:path w="4608195" h="109854">
                <a:moveTo>
                  <a:pt x="4607928" y="0"/>
                </a:moveTo>
                <a:lnTo>
                  <a:pt x="3071939" y="0"/>
                </a:lnTo>
                <a:lnTo>
                  <a:pt x="1535963" y="0"/>
                </a:lnTo>
                <a:lnTo>
                  <a:pt x="0" y="0"/>
                </a:lnTo>
                <a:lnTo>
                  <a:pt x="0" y="109715"/>
                </a:lnTo>
                <a:lnTo>
                  <a:pt x="1535963" y="109715"/>
                </a:lnTo>
                <a:lnTo>
                  <a:pt x="3071939" y="109715"/>
                </a:lnTo>
                <a:lnTo>
                  <a:pt x="4607928" y="109715"/>
                </a:lnTo>
                <a:lnTo>
                  <a:pt x="4607928" y="0"/>
                </a:lnTo>
                <a:close/>
              </a:path>
            </a:pathLst>
          </a:custGeom>
          <a:solidFill>
            <a:srgbClr val="1919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0" dirty="0"/>
              <a:t>Mod</a:t>
            </a:r>
            <a:r>
              <a:rPr spc="125" dirty="0"/>
              <a:t> </a:t>
            </a:r>
            <a:r>
              <a:rPr spc="10" dirty="0"/>
              <a:t>Ctrl</a:t>
            </a:r>
            <a:r>
              <a:rPr spc="130" dirty="0"/>
              <a:t> </a:t>
            </a:r>
            <a:r>
              <a:rPr spc="10" dirty="0"/>
              <a:t>Intro</a:t>
            </a:r>
            <a:r>
              <a:rPr spc="415" dirty="0"/>
              <a:t> </a:t>
            </a:r>
            <a:r>
              <a:rPr spc="50" dirty="0"/>
              <a:t>(w</a:t>
            </a:r>
            <a:r>
              <a:rPr spc="125" dirty="0"/>
              <a:t> </a:t>
            </a:r>
            <a:r>
              <a:rPr spc="10" dirty="0"/>
              <a:t>Matlab</a:t>
            </a:r>
            <a:r>
              <a:rPr spc="130" dirty="0"/>
              <a:t> </a:t>
            </a:r>
            <a:r>
              <a:rPr spc="125" dirty="0"/>
              <a:t>&amp;</a:t>
            </a:r>
            <a:r>
              <a:rPr spc="130" dirty="0"/>
              <a:t> </a:t>
            </a:r>
            <a:r>
              <a:rPr spc="-10" dirty="0"/>
              <a:t>Python)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1665249" y="3338410"/>
            <a:ext cx="1277620" cy="1225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00" dirty="0">
                <a:solidFill>
                  <a:srgbClr val="BF447D"/>
                </a:solidFill>
                <a:latin typeface="Arial"/>
                <a:cs typeface="Arial"/>
                <a:hlinkClick r:id="rId3" action="ppaction://hlinksldjump"/>
              </a:rPr>
              <a:t>Observers</a:t>
            </a:r>
            <a:r>
              <a:rPr sz="600" spc="135" dirty="0">
                <a:solidFill>
                  <a:srgbClr val="BF447D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600" dirty="0">
                <a:solidFill>
                  <a:srgbClr val="BF447D"/>
                </a:solidFill>
                <a:latin typeface="Arial"/>
                <a:cs typeface="Arial"/>
                <a:hlinkClick r:id="rId3" action="ppaction://hlinksldjump"/>
              </a:rPr>
              <a:t>and</a:t>
            </a:r>
            <a:r>
              <a:rPr sz="600" spc="140" dirty="0">
                <a:solidFill>
                  <a:srgbClr val="BF447D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600" dirty="0">
                <a:solidFill>
                  <a:srgbClr val="BF447D"/>
                </a:solidFill>
                <a:latin typeface="Arial"/>
                <a:cs typeface="Arial"/>
                <a:hlinkClick r:id="rId3" action="ppaction://hlinksldjump"/>
              </a:rPr>
              <a:t>Observer</a:t>
            </a:r>
            <a:r>
              <a:rPr sz="600" spc="140" dirty="0">
                <a:solidFill>
                  <a:srgbClr val="BF447D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600" dirty="0">
                <a:solidFill>
                  <a:srgbClr val="BF447D"/>
                </a:solidFill>
                <a:latin typeface="Arial"/>
                <a:cs typeface="Arial"/>
                <a:hlinkClick r:id="rId3" action="ppaction://hlinksldjump"/>
              </a:rPr>
              <a:t>State</a:t>
            </a:r>
            <a:r>
              <a:rPr sz="600" spc="140" dirty="0">
                <a:solidFill>
                  <a:srgbClr val="BF447D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600" spc="30" dirty="0">
                <a:solidFill>
                  <a:srgbClr val="BF447D"/>
                </a:solidFill>
                <a:latin typeface="Arial"/>
                <a:cs typeface="Arial"/>
                <a:hlinkClick r:id="rId3" action="ppaction://hlinksldjump"/>
              </a:rPr>
              <a:t>FB</a:t>
            </a:r>
            <a:endParaRPr sz="6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275163" y="3338410"/>
            <a:ext cx="278130" cy="1225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00" dirty="0">
                <a:solidFill>
                  <a:srgbClr val="E5E5E5"/>
                </a:solidFill>
                <a:latin typeface="Arial"/>
                <a:cs typeface="Arial"/>
              </a:rPr>
              <a:t>11</a:t>
            </a:r>
            <a:r>
              <a:rPr sz="600" spc="-40" dirty="0">
                <a:solidFill>
                  <a:srgbClr val="E5E5E5"/>
                </a:solidFill>
                <a:latin typeface="Arial"/>
                <a:cs typeface="Arial"/>
              </a:rPr>
              <a:t> </a:t>
            </a:r>
            <a:r>
              <a:rPr sz="600" spc="185" dirty="0">
                <a:solidFill>
                  <a:srgbClr val="E5E5E5"/>
                </a:solidFill>
                <a:latin typeface="Arial"/>
                <a:cs typeface="Arial"/>
              </a:rPr>
              <a:t>/</a:t>
            </a:r>
            <a:r>
              <a:rPr sz="600" spc="-40" dirty="0">
                <a:solidFill>
                  <a:srgbClr val="E5E5E5"/>
                </a:solidFill>
                <a:latin typeface="Arial"/>
                <a:cs typeface="Arial"/>
              </a:rPr>
              <a:t> </a:t>
            </a:r>
            <a:r>
              <a:rPr sz="600" spc="-25" dirty="0">
                <a:solidFill>
                  <a:srgbClr val="E5E5E5"/>
                </a:solidFill>
                <a:latin typeface="Arial"/>
                <a:cs typeface="Arial"/>
              </a:rPr>
              <a:t>27</a:t>
            </a:r>
            <a:endParaRPr sz="600">
              <a:latin typeface="Arial"/>
              <a:cs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B4816F5A-52D2-C682-BEC4-220DFC78479E}"/>
                  </a:ext>
                </a:extLst>
              </p:cNvPr>
              <p:cNvSpPr txBox="1"/>
              <p:nvPr/>
            </p:nvSpPr>
            <p:spPr>
              <a:xfrm>
                <a:off x="655998" y="2768189"/>
                <a:ext cx="2018501" cy="32592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1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acc>
                        <m:accPr>
                          <m:chr m:val="̇"/>
                          <m:ctrlPr>
                            <a:rPr lang="en-US" altLang="zh-CN" sz="11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acc>
                            <m:accPr>
                              <m:chr m:val="̂"/>
                              <m:ctrlPr>
                                <a:rPr lang="en-US" altLang="zh-CN" sz="11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11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</m:acc>
                      <m:r>
                        <a:rPr lang="en-US" altLang="zh-CN" sz="11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=(</m:t>
                      </m:r>
                      <m:r>
                        <a:rPr lang="en-US" altLang="zh-CN" sz="11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zh-CN" sz="11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limUpp>
                        <m:limUppPr>
                          <m:ctrlPr>
                            <a:rPr lang="en-US" altLang="zh-CN" sz="11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limUppPr>
                        <m:e>
                          <m:groupChr>
                            <m:groupChrPr>
                              <m:chr m:val="⏞"/>
                              <m:pos m:val="top"/>
                              <m:vertJc m:val="bot"/>
                              <m:ctrlPr>
                                <a:rPr lang="en-US" altLang="zh-CN" sz="11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sSup>
                                <m:sSupPr>
                                  <m:ctrlPr>
                                    <a:rPr lang="en-US" altLang="zh-CN" sz="11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1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p>
                                  <m:r>
                                    <a:rPr lang="en-US" altLang="zh-CN" sz="11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sz="11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  <m:acc>
                                <m:accPr>
                                  <m:chr m:val="̃"/>
                                  <m:ctrlPr>
                                    <a:rPr lang="en-US" altLang="zh-CN" sz="11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11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</m:acc>
                            </m:e>
                          </m:groupChr>
                        </m:e>
                        <m:lim>
                          <m:r>
                            <a:rPr lang="en-US" altLang="zh-CN" sz="11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lim>
                      </m:limUpp>
                      <m:r>
                        <a:rPr lang="en-US" altLang="zh-CN" sz="11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altLang="zh-CN" sz="11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acc>
                        <m:accPr>
                          <m:chr m:val="̂"/>
                          <m:ctrlPr>
                            <a:rPr lang="en-US" altLang="zh-CN" sz="11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11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altLang="zh-CN" sz="11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11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𝐿𝑦</m:t>
                      </m:r>
                      <m:r>
                        <a:rPr lang="en-US" altLang="zh-CN" sz="11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11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𝐵𝑢</m:t>
                      </m:r>
                    </m:oMath>
                  </m:oMathPara>
                </a14:m>
                <a:endParaRPr lang="zh-CN" altLang="en-US" sz="11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B4816F5A-52D2-C682-BEC4-220DFC7847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998" y="2768189"/>
                <a:ext cx="2018501" cy="325923"/>
              </a:xfrm>
              <a:prstGeom prst="rect">
                <a:avLst/>
              </a:prstGeom>
              <a:blipFill>
                <a:blip r:embed="rId4"/>
                <a:stretch>
                  <a:fillRect l="-604" t="-1852" r="-906" b="-185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D050E6B6-6AE1-2037-D033-E18A529FA63E}"/>
                  </a:ext>
                </a:extLst>
              </p:cNvPr>
              <p:cNvSpPr txBox="1"/>
              <p:nvPr/>
            </p:nvSpPr>
            <p:spPr>
              <a:xfrm>
                <a:off x="494204" y="849335"/>
                <a:ext cx="3619709" cy="5404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altLang="zh-CN" sz="11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11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acc>
                                <m:accPr>
                                  <m:chr m:val="̇"/>
                                  <m:ctrlPr>
                                    <a:rPr lang="en-US" altLang="zh-CN" sz="11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11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  <m:r>
                                <a:rPr lang="en-US" altLang="zh-CN" sz="11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11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𝐴𝑥</m:t>
                              </m:r>
                              <m:r>
                                <a:rPr lang="en-US" altLang="zh-CN" sz="11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11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𝐵𝑢</m:t>
                              </m:r>
                            </m:e>
                            <m:e>
                              <m:r>
                                <a:rPr lang="en-US" altLang="zh-CN" sz="11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altLang="zh-CN" sz="11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11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𝐶𝑥</m:t>
                              </m:r>
                            </m:e>
                          </m:eqArr>
                          <m:r>
                            <a:rPr lang="en-US" altLang="zh-CN" sz="11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         </m:t>
                          </m:r>
                          <m:groupChr>
                            <m:groupChrPr>
                              <m:chr m:val="⇒"/>
                              <m:vertJc m:val="bot"/>
                              <m:ctrlPr>
                                <a:rPr lang="en-US" altLang="zh-CN" sz="11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m:rPr>
                                  <m:brk m:alnAt="2"/>
                                </m:rPr>
                                <a:rPr lang="en-US" altLang="zh-CN" sz="11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sz="11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p>
                                <m:sSupPr>
                                  <m:ctrlPr>
                                    <a:rPr lang="en-US" altLang="zh-CN" sz="11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brk m:alnAt="2"/>
                                    </m:rPr>
                                    <a:rPr lang="en-US" altLang="zh-CN" sz="11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p>
                                  <m:r>
                                    <m:rPr>
                                      <m:brk m:alnAt="2"/>
                                    </m:rPr>
                                    <a:rPr lang="en-US" altLang="zh-CN" sz="11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m:rPr>
                                      <m:brk m:alnAt="2"/>
                                    </m:rPr>
                                    <a:rPr lang="en-US" altLang="zh-CN" sz="11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en-US" altLang="zh-CN" sz="11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2"/>
                                    </m:rPr>
                                    <a:rPr lang="en-US" altLang="zh-CN" sz="11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m:rPr>
                                      <m:brk m:alnAt="2"/>
                                    </m:rPr>
                                    <a:rPr lang="en-US" altLang="zh-CN" sz="11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𝑜</m:t>
                                  </m:r>
                                  <m:r>
                                    <a:rPr lang="en-US" altLang="zh-CN" sz="11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sub>
                              </m:sSub>
                            </m:e>
                          </m:groupChr>
                          <m:r>
                            <a:rPr lang="en-US" altLang="zh-CN" sz="11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         </m:t>
                          </m:r>
                        </m:e>
                      </m:d>
                      <m:d>
                        <m:dPr>
                          <m:begChr m:val="{"/>
                          <m:endChr m:val=""/>
                          <m:ctrlPr>
                            <a:rPr lang="en-US" altLang="zh-CN" sz="11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11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altLang="zh-CN" sz="11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̇"/>
                                      <m:ctrlPr>
                                        <a:rPr lang="en-US" altLang="zh-CN" sz="11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CN" sz="11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CN" sz="11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𝑜𝑏</m:t>
                                  </m:r>
                                </m:sub>
                              </m:sSub>
                              <m:r>
                                <a:rPr lang="en-US" altLang="zh-CN" sz="11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limLow>
                                <m:limLowPr>
                                  <m:ctrlPr>
                                    <a:rPr lang="en-US" altLang="zh-CN" sz="11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groupChr>
                                    <m:groupChrPr>
                                      <m:chr m:val="⏟"/>
                                      <m:ctrlPr>
                                        <a:rPr lang="en-US" altLang="zh-CN" sz="11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groupChrPr>
                                    <m:e>
                                      <m:r>
                                        <a:rPr lang="en-US" altLang="zh-CN" sz="11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𝑅𝐴</m:t>
                                      </m:r>
                                      <m:sSup>
                                        <m:sSupPr>
                                          <m:ctrlPr>
                                            <a:rPr lang="en-US" altLang="zh-CN" sz="1100" b="0" i="1" smtClean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CN" sz="1100" b="0" i="1" smtClean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𝑅</m:t>
                                          </m:r>
                                        </m:e>
                                        <m:sup>
                                          <m:r>
                                            <a:rPr lang="en-US" altLang="zh-CN" sz="1100" b="0" i="1" smtClean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n-US" altLang="zh-CN" sz="1100" b="0" i="1" smtClean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p>
                                      </m:sSup>
                                    </m:e>
                                  </m:groupChr>
                                </m:e>
                                <m:lim>
                                  <m:sSub>
                                    <m:sSubPr>
                                      <m:ctrlPr>
                                        <a:rPr lang="en-US" altLang="zh-CN" sz="11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1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en-US" altLang="zh-CN" sz="11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lim>
                              </m:limLow>
                              <m:sSub>
                                <m:sSubPr>
                                  <m:ctrlPr>
                                    <a:rPr lang="en-US" altLang="zh-CN" sz="11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1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11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𝑜𝑏</m:t>
                                  </m:r>
                                </m:sub>
                              </m:sSub>
                              <m:r>
                                <a:rPr lang="en-US" altLang="zh-CN" sz="11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limLow>
                                <m:limLowPr>
                                  <m:ctrlPr>
                                    <a:rPr lang="en-US" altLang="zh-CN" sz="11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groupChr>
                                    <m:groupChrPr>
                                      <m:chr m:val="⏟"/>
                                      <m:ctrlPr>
                                        <a:rPr lang="en-US" altLang="zh-CN" sz="11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groupChrPr>
                                    <m:e>
                                      <m:r>
                                        <a:rPr lang="en-US" altLang="zh-CN" sz="11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𝑅𝐵</m:t>
                                      </m:r>
                                    </m:e>
                                  </m:groupChr>
                                </m:e>
                                <m:lim>
                                  <m:sSub>
                                    <m:sSubPr>
                                      <m:ctrlPr>
                                        <a:rPr lang="en-US" altLang="zh-CN" sz="11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1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𝐵</m:t>
                                      </m:r>
                                    </m:e>
                                    <m:sub>
                                      <m:r>
                                        <a:rPr lang="en-US" altLang="zh-CN" sz="11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lim>
                              </m:limLow>
                              <m:r>
                                <a:rPr lang="en-US" altLang="zh-CN" sz="11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e>
                              <m:r>
                                <a:rPr lang="en-US" altLang="zh-CN" sz="11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altLang="zh-CN" sz="11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altLang="zh-CN" sz="11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1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altLang="zh-CN" sz="11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sz="11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1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11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𝑜𝑏</m:t>
                                  </m:r>
                                </m:sub>
                              </m:sSub>
                              <m:r>
                                <a:rPr lang="en-US" altLang="zh-CN" sz="11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11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sSup>
                                <m:sSupPr>
                                  <m:ctrlPr>
                                    <a:rPr lang="en-US" altLang="zh-CN" sz="11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1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p>
                                  <m:r>
                                    <a:rPr lang="en-US" altLang="zh-CN" sz="11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sz="11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en-US" altLang="zh-CN" sz="11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1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11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𝑜𝑏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sz="11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D050E6B6-6AE1-2037-D033-E18A529FA6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204" y="849335"/>
                <a:ext cx="3619709" cy="54040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608195" cy="389890"/>
          </a:xfrm>
          <a:custGeom>
            <a:avLst/>
            <a:gdLst/>
            <a:ahLst/>
            <a:cxnLst/>
            <a:rect l="l" t="t" r="r" b="b"/>
            <a:pathLst>
              <a:path w="4608195" h="389890">
                <a:moveTo>
                  <a:pt x="4608004" y="0"/>
                </a:moveTo>
                <a:lnTo>
                  <a:pt x="0" y="0"/>
                </a:lnTo>
                <a:lnTo>
                  <a:pt x="0" y="389674"/>
                </a:lnTo>
                <a:lnTo>
                  <a:pt x="4608004" y="389674"/>
                </a:lnTo>
                <a:lnTo>
                  <a:pt x="4608004" y="0"/>
                </a:lnTo>
                <a:close/>
              </a:path>
            </a:pathLst>
          </a:custGeom>
          <a:solidFill>
            <a:srgbClr val="1919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150" dirty="0"/>
              <a:t>General</a:t>
            </a:r>
            <a:r>
              <a:rPr spc="60" dirty="0"/>
              <a:t> </a:t>
            </a:r>
            <a:r>
              <a:rPr spc="-140" dirty="0"/>
              <a:t>observer</a:t>
            </a:r>
            <a:r>
              <a:rPr spc="60" dirty="0"/>
              <a:t> </a:t>
            </a:r>
            <a:r>
              <a:rPr spc="-145" dirty="0"/>
              <a:t>eigenvalue</a:t>
            </a:r>
            <a:r>
              <a:rPr spc="60" dirty="0"/>
              <a:t> </a:t>
            </a:r>
            <a:r>
              <a:rPr spc="-90" dirty="0"/>
              <a:t>placement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15442" y="1442311"/>
            <a:ext cx="4174490" cy="3911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30504" marR="30480" indent="-193040">
              <a:lnSpc>
                <a:spcPct val="100000"/>
              </a:lnSpc>
              <a:spcBef>
                <a:spcPts val="95"/>
              </a:spcBef>
            </a:pPr>
            <a:r>
              <a:rPr sz="1800" spc="300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▶</a:t>
            </a:r>
            <a:r>
              <a:rPr sz="1800" spc="337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 </a:t>
            </a:r>
            <a:r>
              <a:rPr sz="1200" b="1" spc="-25" dirty="0">
                <a:solidFill>
                  <a:srgbClr val="FFFFFF"/>
                </a:solidFill>
                <a:latin typeface="Arial"/>
                <a:cs typeface="Arial"/>
              </a:rPr>
              <a:t>Powerful</a:t>
            </a:r>
            <a:r>
              <a:rPr sz="1200" b="1" spc="1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FFFFFF"/>
                </a:solidFill>
                <a:latin typeface="Arial"/>
                <a:cs typeface="Arial"/>
              </a:rPr>
              <a:t>fact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:</a:t>
            </a:r>
            <a:r>
              <a:rPr sz="1200" spc="1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if</a:t>
            </a:r>
            <a:r>
              <a:rPr sz="1200" spc="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85" dirty="0">
                <a:solidFill>
                  <a:srgbClr val="FFFFFF"/>
                </a:solidFill>
                <a:latin typeface="Arial"/>
                <a:cs typeface="Arial"/>
              </a:rPr>
              <a:t>system</a:t>
            </a:r>
            <a:r>
              <a:rPr sz="1200" spc="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100" dirty="0">
                <a:solidFill>
                  <a:srgbClr val="FFFFFF"/>
                </a:solidFill>
                <a:latin typeface="Arial"/>
                <a:cs typeface="Arial"/>
              </a:rPr>
              <a:t>Σ</a:t>
            </a:r>
            <a:r>
              <a:rPr sz="12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200" dirty="0">
                <a:solidFill>
                  <a:srgbClr val="FFFFFF"/>
                </a:solidFill>
                <a:latin typeface="Arial"/>
                <a:cs typeface="Arial"/>
              </a:rPr>
              <a:t>=</a:t>
            </a:r>
            <a:r>
              <a:rPr sz="12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(</a:t>
            </a:r>
            <a:r>
              <a:rPr sz="1200" i="1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1200" i="1" dirty="0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sz="1200" i="1" spc="-1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i="1" dirty="0">
                <a:solidFill>
                  <a:srgbClr val="FFFFFF"/>
                </a:solidFill>
                <a:latin typeface="Arial"/>
                <a:cs typeface="Arial"/>
              </a:rPr>
              <a:t>B</a:t>
            </a:r>
            <a:r>
              <a:rPr sz="1200" i="1" dirty="0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sz="1200" i="1" spc="-1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i="1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r>
              <a:rPr sz="1200" i="1" dirty="0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sz="1200" i="1" spc="-1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i="1" spc="55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r>
              <a:rPr sz="1200" spc="55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r>
              <a:rPr sz="1200" spc="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sz="1200" spc="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80" dirty="0">
                <a:solidFill>
                  <a:srgbClr val="FFFFFF"/>
                </a:solidFill>
                <a:latin typeface="Arial"/>
                <a:cs typeface="Arial"/>
              </a:rPr>
              <a:t>observable,</a:t>
            </a:r>
            <a:r>
              <a:rPr sz="1200" spc="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Arial"/>
                <a:cs typeface="Arial"/>
              </a:rPr>
              <a:t>then </a:t>
            </a:r>
            <a:r>
              <a:rPr sz="1200" spc="-114" dirty="0">
                <a:solidFill>
                  <a:srgbClr val="FFFFFF"/>
                </a:solidFill>
                <a:latin typeface="Arial"/>
                <a:cs typeface="Arial"/>
              </a:rPr>
              <a:t>we</a:t>
            </a:r>
            <a:r>
              <a:rPr sz="1200" spc="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65" dirty="0">
                <a:solidFill>
                  <a:srgbClr val="FFFFFF"/>
                </a:solidFill>
                <a:latin typeface="Arial"/>
                <a:cs typeface="Arial"/>
              </a:rPr>
              <a:t>can</a:t>
            </a:r>
            <a:r>
              <a:rPr sz="12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Arial"/>
                <a:cs typeface="Arial"/>
              </a:rPr>
              <a:t>arbitrarily</a:t>
            </a:r>
            <a:r>
              <a:rPr sz="12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70" dirty="0">
                <a:solidFill>
                  <a:srgbClr val="FFFFFF"/>
                </a:solidFill>
                <a:latin typeface="Arial"/>
                <a:cs typeface="Arial"/>
              </a:rPr>
              <a:t>place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 the </a:t>
            </a:r>
            <a:r>
              <a:rPr sz="1200" spc="-85" dirty="0">
                <a:solidFill>
                  <a:srgbClr val="FFFFFF"/>
                </a:solidFill>
                <a:latin typeface="Arial"/>
                <a:cs typeface="Arial"/>
              </a:rPr>
              <a:t>observer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Arial"/>
                <a:cs typeface="Arial"/>
              </a:rPr>
              <a:t>eigenvalues.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3346272"/>
            <a:ext cx="4608195" cy="109855"/>
          </a:xfrm>
          <a:custGeom>
            <a:avLst/>
            <a:gdLst/>
            <a:ahLst/>
            <a:cxnLst/>
            <a:rect l="l" t="t" r="r" b="b"/>
            <a:pathLst>
              <a:path w="4608195" h="109854">
                <a:moveTo>
                  <a:pt x="4607928" y="0"/>
                </a:moveTo>
                <a:lnTo>
                  <a:pt x="3071952" y="0"/>
                </a:lnTo>
                <a:lnTo>
                  <a:pt x="1535976" y="0"/>
                </a:lnTo>
                <a:lnTo>
                  <a:pt x="0" y="0"/>
                </a:lnTo>
                <a:lnTo>
                  <a:pt x="0" y="109728"/>
                </a:lnTo>
                <a:lnTo>
                  <a:pt x="1535976" y="109728"/>
                </a:lnTo>
                <a:lnTo>
                  <a:pt x="3071952" y="109728"/>
                </a:lnTo>
                <a:lnTo>
                  <a:pt x="4607928" y="109728"/>
                </a:lnTo>
                <a:lnTo>
                  <a:pt x="4607928" y="0"/>
                </a:lnTo>
                <a:close/>
              </a:path>
            </a:pathLst>
          </a:custGeom>
          <a:solidFill>
            <a:srgbClr val="1919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0" dirty="0"/>
              <a:t>Mod</a:t>
            </a:r>
            <a:r>
              <a:rPr spc="125" dirty="0"/>
              <a:t> </a:t>
            </a:r>
            <a:r>
              <a:rPr spc="10" dirty="0"/>
              <a:t>Ctrl</a:t>
            </a:r>
            <a:r>
              <a:rPr spc="130" dirty="0"/>
              <a:t> </a:t>
            </a:r>
            <a:r>
              <a:rPr spc="10" dirty="0"/>
              <a:t>Intro</a:t>
            </a:r>
            <a:r>
              <a:rPr spc="415" dirty="0"/>
              <a:t> </a:t>
            </a:r>
            <a:r>
              <a:rPr spc="50" dirty="0"/>
              <a:t>(w</a:t>
            </a:r>
            <a:r>
              <a:rPr spc="125" dirty="0"/>
              <a:t> </a:t>
            </a:r>
            <a:r>
              <a:rPr spc="10" dirty="0"/>
              <a:t>Matlab</a:t>
            </a:r>
            <a:r>
              <a:rPr spc="130" dirty="0"/>
              <a:t> </a:t>
            </a:r>
            <a:r>
              <a:rPr spc="125" dirty="0"/>
              <a:t>&amp;</a:t>
            </a:r>
            <a:r>
              <a:rPr spc="130" dirty="0"/>
              <a:t> </a:t>
            </a:r>
            <a:r>
              <a:rPr spc="-10" dirty="0"/>
              <a:t>Python)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665249" y="3338410"/>
            <a:ext cx="1277620" cy="1225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00" dirty="0">
                <a:solidFill>
                  <a:srgbClr val="BF447D"/>
                </a:solidFill>
                <a:latin typeface="Arial"/>
                <a:cs typeface="Arial"/>
                <a:hlinkClick r:id="rId2" action="ppaction://hlinksldjump"/>
              </a:rPr>
              <a:t>Observers</a:t>
            </a:r>
            <a:r>
              <a:rPr sz="600" spc="135" dirty="0">
                <a:solidFill>
                  <a:srgbClr val="BF447D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dirty="0">
                <a:solidFill>
                  <a:srgbClr val="BF447D"/>
                </a:solidFill>
                <a:latin typeface="Arial"/>
                <a:cs typeface="Arial"/>
                <a:hlinkClick r:id="rId2" action="ppaction://hlinksldjump"/>
              </a:rPr>
              <a:t>and</a:t>
            </a:r>
            <a:r>
              <a:rPr sz="600" spc="140" dirty="0">
                <a:solidFill>
                  <a:srgbClr val="BF447D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dirty="0">
                <a:solidFill>
                  <a:srgbClr val="BF447D"/>
                </a:solidFill>
                <a:latin typeface="Arial"/>
                <a:cs typeface="Arial"/>
                <a:hlinkClick r:id="rId2" action="ppaction://hlinksldjump"/>
              </a:rPr>
              <a:t>Observer</a:t>
            </a:r>
            <a:r>
              <a:rPr sz="600" spc="140" dirty="0">
                <a:solidFill>
                  <a:srgbClr val="BF447D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dirty="0">
                <a:solidFill>
                  <a:srgbClr val="BF447D"/>
                </a:solidFill>
                <a:latin typeface="Arial"/>
                <a:cs typeface="Arial"/>
                <a:hlinkClick r:id="rId2" action="ppaction://hlinksldjump"/>
              </a:rPr>
              <a:t>State</a:t>
            </a:r>
            <a:r>
              <a:rPr sz="600" spc="140" dirty="0">
                <a:solidFill>
                  <a:srgbClr val="BF447D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spc="30" dirty="0">
                <a:solidFill>
                  <a:srgbClr val="BF447D"/>
                </a:solidFill>
                <a:latin typeface="Arial"/>
                <a:cs typeface="Arial"/>
                <a:hlinkClick r:id="rId2" action="ppaction://hlinksldjump"/>
              </a:rPr>
              <a:t>FB</a:t>
            </a:r>
            <a:endParaRPr sz="60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r>
              <a:rPr dirty="0"/>
              <a:t>12</a:t>
            </a:r>
            <a:r>
              <a:rPr spc="-40" dirty="0"/>
              <a:t> </a:t>
            </a:r>
            <a:r>
              <a:rPr spc="185" dirty="0"/>
              <a:t>/</a:t>
            </a:r>
            <a:r>
              <a:rPr spc="-40" dirty="0"/>
              <a:t> </a:t>
            </a:r>
            <a:r>
              <a:rPr spc="-25" dirty="0"/>
              <a:t>27</a:t>
            </a:r>
          </a:p>
        </p:txBody>
      </p:sp>
    </p:spTree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60916"/>
            <a:ext cx="3556000" cy="2882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700" spc="-140" dirty="0">
                <a:solidFill>
                  <a:srgbClr val="E5E5E5"/>
                </a:solidFill>
                <a:latin typeface="Arial"/>
                <a:cs typeface="Arial"/>
              </a:rPr>
              <a:t>Observer</a:t>
            </a:r>
            <a:r>
              <a:rPr sz="1700" spc="20" dirty="0">
                <a:solidFill>
                  <a:srgbClr val="E5E5E5"/>
                </a:solidFill>
                <a:latin typeface="Arial"/>
                <a:cs typeface="Arial"/>
              </a:rPr>
              <a:t> </a:t>
            </a:r>
            <a:r>
              <a:rPr sz="1700" spc="-145" dirty="0">
                <a:solidFill>
                  <a:srgbClr val="E5E5E5"/>
                </a:solidFill>
                <a:latin typeface="Arial"/>
                <a:cs typeface="Arial"/>
              </a:rPr>
              <a:t>design</a:t>
            </a:r>
            <a:r>
              <a:rPr sz="1700" spc="25" dirty="0">
                <a:solidFill>
                  <a:srgbClr val="E5E5E5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rgbClr val="E5E5E5"/>
                </a:solidFill>
                <a:latin typeface="Arial"/>
                <a:cs typeface="Arial"/>
              </a:rPr>
              <a:t>in</a:t>
            </a:r>
            <a:r>
              <a:rPr sz="1700" spc="-45" dirty="0">
                <a:solidFill>
                  <a:srgbClr val="E5E5E5"/>
                </a:solidFill>
                <a:latin typeface="Arial"/>
                <a:cs typeface="Arial"/>
              </a:rPr>
              <a:t> MATLAB</a:t>
            </a:r>
            <a:r>
              <a:rPr sz="1700" spc="5" dirty="0">
                <a:solidFill>
                  <a:srgbClr val="E5E5E5"/>
                </a:solidFill>
                <a:latin typeface="Arial"/>
                <a:cs typeface="Arial"/>
              </a:rPr>
              <a:t> </a:t>
            </a:r>
            <a:r>
              <a:rPr sz="1700" spc="-130" dirty="0">
                <a:solidFill>
                  <a:srgbClr val="E5E5E5"/>
                </a:solidFill>
                <a:latin typeface="Arial"/>
                <a:cs typeface="Arial"/>
              </a:rPr>
              <a:t>and</a:t>
            </a:r>
            <a:r>
              <a:rPr sz="1700" spc="10" dirty="0">
                <a:solidFill>
                  <a:srgbClr val="E5E5E5"/>
                </a:solidFill>
                <a:latin typeface="Arial"/>
                <a:cs typeface="Arial"/>
              </a:rPr>
              <a:t> </a:t>
            </a:r>
            <a:r>
              <a:rPr sz="1700" spc="-45" dirty="0">
                <a:solidFill>
                  <a:srgbClr val="E5E5E5"/>
                </a:solidFill>
                <a:latin typeface="Arial"/>
                <a:cs typeface="Arial"/>
              </a:rPr>
              <a:t>Python</a:t>
            </a:r>
            <a:endParaRPr sz="17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0" y="3346272"/>
            <a:ext cx="4608195" cy="109855"/>
          </a:xfrm>
          <a:custGeom>
            <a:avLst/>
            <a:gdLst/>
            <a:ahLst/>
            <a:cxnLst/>
            <a:rect l="l" t="t" r="r" b="b"/>
            <a:pathLst>
              <a:path w="4608195" h="109854">
                <a:moveTo>
                  <a:pt x="4607928" y="0"/>
                </a:moveTo>
                <a:lnTo>
                  <a:pt x="3071952" y="0"/>
                </a:lnTo>
                <a:lnTo>
                  <a:pt x="1535976" y="0"/>
                </a:lnTo>
                <a:lnTo>
                  <a:pt x="0" y="0"/>
                </a:lnTo>
                <a:lnTo>
                  <a:pt x="0" y="109728"/>
                </a:lnTo>
                <a:lnTo>
                  <a:pt x="1535976" y="109728"/>
                </a:lnTo>
                <a:lnTo>
                  <a:pt x="3071952" y="109728"/>
                </a:lnTo>
                <a:lnTo>
                  <a:pt x="4607928" y="109728"/>
                </a:lnTo>
                <a:lnTo>
                  <a:pt x="4607928" y="0"/>
                </a:lnTo>
                <a:close/>
              </a:path>
            </a:pathLst>
          </a:custGeom>
          <a:solidFill>
            <a:srgbClr val="1919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0" dirty="0"/>
              <a:t>Mod</a:t>
            </a:r>
            <a:r>
              <a:rPr spc="125" dirty="0"/>
              <a:t> </a:t>
            </a:r>
            <a:r>
              <a:rPr spc="10" dirty="0"/>
              <a:t>Ctrl</a:t>
            </a:r>
            <a:r>
              <a:rPr spc="130" dirty="0"/>
              <a:t> </a:t>
            </a:r>
            <a:r>
              <a:rPr spc="10" dirty="0"/>
              <a:t>Intro</a:t>
            </a:r>
            <a:r>
              <a:rPr spc="415" dirty="0"/>
              <a:t> </a:t>
            </a:r>
            <a:r>
              <a:rPr spc="50" dirty="0"/>
              <a:t>(w</a:t>
            </a:r>
            <a:r>
              <a:rPr spc="125" dirty="0"/>
              <a:t> </a:t>
            </a:r>
            <a:r>
              <a:rPr spc="10" dirty="0"/>
              <a:t>Matlab</a:t>
            </a:r>
            <a:r>
              <a:rPr spc="130" dirty="0"/>
              <a:t> </a:t>
            </a:r>
            <a:r>
              <a:rPr spc="125" dirty="0"/>
              <a:t>&amp;</a:t>
            </a:r>
            <a:r>
              <a:rPr spc="130" dirty="0"/>
              <a:t> </a:t>
            </a:r>
            <a:r>
              <a:rPr spc="-10" dirty="0"/>
              <a:t>Python)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1665249" y="3338410"/>
            <a:ext cx="1277620" cy="1225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00" dirty="0">
                <a:solidFill>
                  <a:srgbClr val="BF447D"/>
                </a:solidFill>
                <a:latin typeface="Arial"/>
                <a:cs typeface="Arial"/>
                <a:hlinkClick r:id="rId2" action="ppaction://hlinksldjump"/>
              </a:rPr>
              <a:t>Observers</a:t>
            </a:r>
            <a:r>
              <a:rPr sz="600" spc="135" dirty="0">
                <a:solidFill>
                  <a:srgbClr val="BF447D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dirty="0">
                <a:solidFill>
                  <a:srgbClr val="BF447D"/>
                </a:solidFill>
                <a:latin typeface="Arial"/>
                <a:cs typeface="Arial"/>
                <a:hlinkClick r:id="rId2" action="ppaction://hlinksldjump"/>
              </a:rPr>
              <a:t>and</a:t>
            </a:r>
            <a:r>
              <a:rPr sz="600" spc="140" dirty="0">
                <a:solidFill>
                  <a:srgbClr val="BF447D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dirty="0">
                <a:solidFill>
                  <a:srgbClr val="BF447D"/>
                </a:solidFill>
                <a:latin typeface="Arial"/>
                <a:cs typeface="Arial"/>
                <a:hlinkClick r:id="rId2" action="ppaction://hlinksldjump"/>
              </a:rPr>
              <a:t>Observer</a:t>
            </a:r>
            <a:r>
              <a:rPr sz="600" spc="140" dirty="0">
                <a:solidFill>
                  <a:srgbClr val="BF447D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dirty="0">
                <a:solidFill>
                  <a:srgbClr val="BF447D"/>
                </a:solidFill>
                <a:latin typeface="Arial"/>
                <a:cs typeface="Arial"/>
                <a:hlinkClick r:id="rId2" action="ppaction://hlinksldjump"/>
              </a:rPr>
              <a:t>State</a:t>
            </a:r>
            <a:r>
              <a:rPr sz="600" spc="140" dirty="0">
                <a:solidFill>
                  <a:srgbClr val="BF447D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spc="30" dirty="0">
                <a:solidFill>
                  <a:srgbClr val="BF447D"/>
                </a:solidFill>
                <a:latin typeface="Arial"/>
                <a:cs typeface="Arial"/>
                <a:hlinkClick r:id="rId2" action="ppaction://hlinksldjump"/>
              </a:rPr>
              <a:t>FB</a:t>
            </a:r>
            <a:endParaRPr sz="600">
              <a:latin typeface="Arial"/>
              <a:cs typeface="Arial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r>
              <a:rPr dirty="0"/>
              <a:t>13</a:t>
            </a:r>
            <a:r>
              <a:rPr spc="-40" dirty="0"/>
              <a:t> </a:t>
            </a:r>
            <a:r>
              <a:rPr spc="185" dirty="0"/>
              <a:t>/</a:t>
            </a:r>
            <a:r>
              <a:rPr spc="-40" dirty="0"/>
              <a:t> </a:t>
            </a:r>
            <a:r>
              <a:rPr spc="-25" dirty="0"/>
              <a:t>27</a:t>
            </a:r>
          </a:p>
        </p:txBody>
      </p:sp>
      <p:graphicFrame>
        <p:nvGraphicFramePr>
          <p:cNvPr id="18" name="object 3">
            <a:extLst>
              <a:ext uri="{FF2B5EF4-FFF2-40B4-BE49-F238E27FC236}">
                <a16:creationId xmlns:a16="http://schemas.microsoft.com/office/drawing/2014/main" id="{155BBE3B-E1E6-6795-ACC1-187B920A2D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6882729"/>
              </p:ext>
            </p:extLst>
          </p:nvPr>
        </p:nvGraphicFramePr>
        <p:xfrm>
          <a:off x="148628" y="1056468"/>
          <a:ext cx="4262120" cy="13284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078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54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0660">
                <a:tc>
                  <a:txBody>
                    <a:bodyPr/>
                    <a:lstStyle/>
                    <a:p>
                      <a:pPr marL="40005">
                        <a:lnSpc>
                          <a:spcPct val="100000"/>
                        </a:lnSpc>
                      </a:pPr>
                      <a:r>
                        <a:rPr sz="1200" spc="-10" dirty="0">
                          <a:solidFill>
                            <a:schemeClr val="bg1"/>
                          </a:solidFill>
                          <a:latin typeface="Arial"/>
                          <a:cs typeface="Arial"/>
                        </a:rPr>
                        <a:t>%MATLAB</a:t>
                      </a:r>
                      <a:endParaRPr sz="1200" dirty="0">
                        <a:solidFill>
                          <a:schemeClr val="bg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</a:pPr>
                      <a:r>
                        <a:rPr sz="1200" spc="-10" dirty="0">
                          <a:solidFill>
                            <a:schemeClr val="bg1"/>
                          </a:solidFill>
                          <a:latin typeface="Arial"/>
                          <a:cs typeface="Arial"/>
                        </a:rPr>
                        <a:t>#Python</a:t>
                      </a:r>
                      <a:endParaRPr sz="1200" dirty="0">
                        <a:solidFill>
                          <a:schemeClr val="bg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40005">
                        <a:lnSpc>
                          <a:spcPts val="1305"/>
                        </a:lnSpc>
                      </a:pPr>
                      <a:r>
                        <a:rPr sz="1200" dirty="0">
                          <a:solidFill>
                            <a:schemeClr val="bg1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1200" spc="-70" dirty="0">
                          <a:solidFill>
                            <a:schemeClr val="bg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200" dirty="0">
                          <a:solidFill>
                            <a:schemeClr val="bg1"/>
                          </a:solidFill>
                          <a:latin typeface="Arial"/>
                          <a:cs typeface="Arial"/>
                        </a:rPr>
                        <a:t>=</a:t>
                      </a:r>
                      <a:r>
                        <a:rPr sz="1200" spc="-50" dirty="0">
                          <a:solidFill>
                            <a:schemeClr val="bg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40" dirty="0">
                          <a:solidFill>
                            <a:schemeClr val="bg1"/>
                          </a:solidFill>
                          <a:latin typeface="Arial"/>
                          <a:cs typeface="Arial"/>
                        </a:rPr>
                        <a:t>[0</a:t>
                      </a:r>
                      <a:r>
                        <a:rPr sz="1200" spc="-45" dirty="0">
                          <a:solidFill>
                            <a:schemeClr val="bg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50" dirty="0">
                          <a:solidFill>
                            <a:schemeClr val="bg1"/>
                          </a:solidFill>
                          <a:latin typeface="Arial"/>
                          <a:cs typeface="Arial"/>
                        </a:rPr>
                        <a:t>1;-</a:t>
                      </a:r>
                      <a:r>
                        <a:rPr sz="1200" spc="-65" dirty="0">
                          <a:solidFill>
                            <a:schemeClr val="bg1"/>
                          </a:solidFill>
                          <a:latin typeface="Arial"/>
                          <a:cs typeface="Arial"/>
                        </a:rPr>
                        <a:t>4</a:t>
                      </a:r>
                      <a:r>
                        <a:rPr sz="1200" spc="-45" dirty="0">
                          <a:solidFill>
                            <a:schemeClr val="bg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40" dirty="0">
                          <a:solidFill>
                            <a:schemeClr val="bg1"/>
                          </a:solidFill>
                          <a:latin typeface="Arial"/>
                          <a:cs typeface="Arial"/>
                        </a:rPr>
                        <a:t>-</a:t>
                      </a:r>
                      <a:r>
                        <a:rPr sz="1200" spc="-30" dirty="0">
                          <a:solidFill>
                            <a:schemeClr val="bg1"/>
                          </a:solidFill>
                          <a:latin typeface="Arial"/>
                          <a:cs typeface="Arial"/>
                        </a:rPr>
                        <a:t>0.2];</a:t>
                      </a:r>
                      <a:r>
                        <a:rPr sz="1200" spc="-20" dirty="0">
                          <a:solidFill>
                            <a:schemeClr val="bg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solidFill>
                            <a:schemeClr val="bg1"/>
                          </a:solidFill>
                          <a:latin typeface="Arial"/>
                          <a:cs typeface="Arial"/>
                        </a:rPr>
                        <a:t>B</a:t>
                      </a:r>
                      <a:r>
                        <a:rPr sz="1200" spc="-50" dirty="0">
                          <a:solidFill>
                            <a:schemeClr val="bg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200" dirty="0">
                          <a:solidFill>
                            <a:schemeClr val="bg1"/>
                          </a:solidFill>
                          <a:latin typeface="Arial"/>
                          <a:cs typeface="Arial"/>
                        </a:rPr>
                        <a:t>=</a:t>
                      </a:r>
                      <a:r>
                        <a:rPr sz="1200" spc="-50" dirty="0">
                          <a:solidFill>
                            <a:schemeClr val="bg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40" dirty="0">
                          <a:solidFill>
                            <a:schemeClr val="bg1"/>
                          </a:solidFill>
                          <a:latin typeface="Arial"/>
                          <a:cs typeface="Arial"/>
                        </a:rPr>
                        <a:t>[0</a:t>
                      </a:r>
                      <a:r>
                        <a:rPr sz="1200" spc="-45" dirty="0">
                          <a:solidFill>
                            <a:schemeClr val="bg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20" dirty="0">
                          <a:solidFill>
                            <a:schemeClr val="bg1"/>
                          </a:solidFill>
                          <a:latin typeface="Arial"/>
                          <a:cs typeface="Arial"/>
                        </a:rPr>
                        <a:t>1]’;</a:t>
                      </a:r>
                      <a:endParaRPr sz="1200" dirty="0">
                        <a:solidFill>
                          <a:schemeClr val="bg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ts val="1305"/>
                        </a:lnSpc>
                      </a:pPr>
                      <a:r>
                        <a:rPr sz="1200" spc="-10" dirty="0">
                          <a:solidFill>
                            <a:schemeClr val="bg1"/>
                          </a:solidFill>
                          <a:latin typeface="Arial"/>
                          <a:cs typeface="Arial"/>
                        </a:rPr>
                        <a:t>import</a:t>
                      </a:r>
                      <a:r>
                        <a:rPr sz="1200" spc="-45" dirty="0">
                          <a:solidFill>
                            <a:schemeClr val="bg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20" dirty="0">
                          <a:solidFill>
                            <a:schemeClr val="bg1"/>
                          </a:solidFill>
                          <a:latin typeface="Arial"/>
                          <a:cs typeface="Arial"/>
                        </a:rPr>
                        <a:t>control</a:t>
                      </a:r>
                      <a:r>
                        <a:rPr sz="1200" spc="5" dirty="0">
                          <a:solidFill>
                            <a:schemeClr val="bg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135" dirty="0">
                          <a:solidFill>
                            <a:schemeClr val="bg1"/>
                          </a:solidFill>
                          <a:latin typeface="Arial"/>
                          <a:cs typeface="Arial"/>
                        </a:rPr>
                        <a:t>as</a:t>
                      </a:r>
                      <a:r>
                        <a:rPr sz="1200" spc="50" dirty="0">
                          <a:solidFill>
                            <a:schemeClr val="bg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25" dirty="0">
                          <a:solidFill>
                            <a:schemeClr val="bg1"/>
                          </a:solidFill>
                          <a:latin typeface="Arial"/>
                          <a:cs typeface="Arial"/>
                        </a:rPr>
                        <a:t>ct</a:t>
                      </a:r>
                      <a:endParaRPr sz="1200" dirty="0">
                        <a:solidFill>
                          <a:schemeClr val="bg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40005">
                        <a:lnSpc>
                          <a:spcPts val="1305"/>
                        </a:lnSpc>
                      </a:pPr>
                      <a:r>
                        <a:rPr sz="1200" dirty="0">
                          <a:solidFill>
                            <a:schemeClr val="bg1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1200" spc="-15" dirty="0">
                          <a:solidFill>
                            <a:schemeClr val="bg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200" dirty="0">
                          <a:solidFill>
                            <a:schemeClr val="bg1"/>
                          </a:solidFill>
                          <a:latin typeface="Arial"/>
                          <a:cs typeface="Arial"/>
                        </a:rPr>
                        <a:t>=</a:t>
                      </a:r>
                      <a:r>
                        <a:rPr sz="1200" spc="-10" dirty="0">
                          <a:solidFill>
                            <a:schemeClr val="bg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solidFill>
                            <a:schemeClr val="bg1"/>
                          </a:solidFill>
                          <a:latin typeface="Arial"/>
                          <a:cs typeface="Arial"/>
                        </a:rPr>
                        <a:t>[1</a:t>
                      </a:r>
                      <a:r>
                        <a:rPr sz="1200" spc="-10" dirty="0">
                          <a:solidFill>
                            <a:schemeClr val="bg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25" dirty="0">
                          <a:solidFill>
                            <a:schemeClr val="bg1"/>
                          </a:solidFill>
                          <a:latin typeface="Arial"/>
                          <a:cs typeface="Arial"/>
                        </a:rPr>
                        <a:t>0];</a:t>
                      </a:r>
                      <a:endParaRPr sz="1200" dirty="0">
                        <a:solidFill>
                          <a:schemeClr val="bg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ts val="1305"/>
                        </a:lnSpc>
                      </a:pPr>
                      <a:r>
                        <a:rPr sz="1200" spc="-10" dirty="0">
                          <a:solidFill>
                            <a:schemeClr val="bg1"/>
                          </a:solidFill>
                          <a:latin typeface="Arial"/>
                          <a:cs typeface="Arial"/>
                        </a:rPr>
                        <a:t>import</a:t>
                      </a:r>
                      <a:r>
                        <a:rPr sz="1200" spc="-25" dirty="0">
                          <a:solidFill>
                            <a:schemeClr val="bg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65" dirty="0">
                          <a:solidFill>
                            <a:schemeClr val="bg1"/>
                          </a:solidFill>
                          <a:latin typeface="Arial"/>
                          <a:cs typeface="Arial"/>
                        </a:rPr>
                        <a:t>numpy</a:t>
                      </a:r>
                      <a:r>
                        <a:rPr sz="1200" spc="15" dirty="0">
                          <a:solidFill>
                            <a:schemeClr val="bg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135" dirty="0">
                          <a:solidFill>
                            <a:schemeClr val="bg1"/>
                          </a:solidFill>
                          <a:latin typeface="Arial"/>
                          <a:cs typeface="Arial"/>
                        </a:rPr>
                        <a:t>as</a:t>
                      </a:r>
                      <a:r>
                        <a:rPr sz="1200" spc="50" dirty="0">
                          <a:solidFill>
                            <a:schemeClr val="bg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25" dirty="0">
                          <a:solidFill>
                            <a:schemeClr val="bg1"/>
                          </a:solidFill>
                          <a:latin typeface="Arial"/>
                          <a:cs typeface="Arial"/>
                        </a:rPr>
                        <a:t>np</a:t>
                      </a:r>
                      <a:endParaRPr sz="1200" dirty="0">
                        <a:solidFill>
                          <a:schemeClr val="bg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40005">
                        <a:lnSpc>
                          <a:spcPts val="1305"/>
                        </a:lnSpc>
                      </a:pPr>
                      <a:r>
                        <a:rPr sz="1200" spc="-125" dirty="0">
                          <a:solidFill>
                            <a:schemeClr val="bg1"/>
                          </a:solidFill>
                          <a:latin typeface="Arial"/>
                          <a:cs typeface="Arial"/>
                        </a:rPr>
                        <a:t>sys</a:t>
                      </a:r>
                      <a:r>
                        <a:rPr sz="1200" spc="55" dirty="0">
                          <a:solidFill>
                            <a:schemeClr val="bg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200" dirty="0">
                          <a:solidFill>
                            <a:schemeClr val="bg1"/>
                          </a:solidFill>
                          <a:latin typeface="Arial"/>
                          <a:cs typeface="Arial"/>
                        </a:rPr>
                        <a:t>=</a:t>
                      </a:r>
                      <a:r>
                        <a:rPr sz="1200" spc="55" dirty="0">
                          <a:solidFill>
                            <a:schemeClr val="bg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10" dirty="0">
                          <a:solidFill>
                            <a:schemeClr val="bg1"/>
                          </a:solidFill>
                          <a:latin typeface="Arial"/>
                          <a:cs typeface="Arial"/>
                        </a:rPr>
                        <a:t>ss(A,B,C,0);</a:t>
                      </a:r>
                      <a:endParaRPr sz="1200" dirty="0">
                        <a:solidFill>
                          <a:schemeClr val="bg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ts val="1305"/>
                        </a:lnSpc>
                      </a:pPr>
                      <a:r>
                        <a:rPr sz="1200" dirty="0">
                          <a:solidFill>
                            <a:schemeClr val="bg1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1200" spc="35" dirty="0">
                          <a:solidFill>
                            <a:schemeClr val="bg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200" dirty="0">
                          <a:solidFill>
                            <a:schemeClr val="bg1"/>
                          </a:solidFill>
                          <a:latin typeface="Arial"/>
                          <a:cs typeface="Arial"/>
                        </a:rPr>
                        <a:t>=</a:t>
                      </a:r>
                      <a:r>
                        <a:rPr sz="1200" spc="35" dirty="0">
                          <a:solidFill>
                            <a:schemeClr val="bg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45" dirty="0">
                          <a:solidFill>
                            <a:schemeClr val="bg1"/>
                          </a:solidFill>
                          <a:latin typeface="Arial"/>
                          <a:cs typeface="Arial"/>
                        </a:rPr>
                        <a:t>np.array([[0,</a:t>
                      </a:r>
                      <a:r>
                        <a:rPr sz="1200" spc="40" dirty="0">
                          <a:solidFill>
                            <a:schemeClr val="bg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40" dirty="0">
                          <a:solidFill>
                            <a:schemeClr val="bg1"/>
                          </a:solidFill>
                          <a:latin typeface="Arial"/>
                          <a:cs typeface="Arial"/>
                        </a:rPr>
                        <a:t>1],[-</a:t>
                      </a:r>
                      <a:r>
                        <a:rPr sz="1200" dirty="0">
                          <a:solidFill>
                            <a:schemeClr val="bg1"/>
                          </a:solidFill>
                          <a:latin typeface="Arial"/>
                          <a:cs typeface="Arial"/>
                        </a:rPr>
                        <a:t>4,</a:t>
                      </a:r>
                      <a:r>
                        <a:rPr sz="1200" spc="35" dirty="0">
                          <a:solidFill>
                            <a:schemeClr val="bg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30" dirty="0">
                          <a:solidFill>
                            <a:schemeClr val="bg1"/>
                          </a:solidFill>
                          <a:latin typeface="Arial"/>
                          <a:cs typeface="Arial"/>
                        </a:rPr>
                        <a:t>-</a:t>
                      </a:r>
                      <a:r>
                        <a:rPr sz="1200" spc="-10" dirty="0">
                          <a:solidFill>
                            <a:schemeClr val="bg1"/>
                          </a:solidFill>
                          <a:latin typeface="Arial"/>
                          <a:cs typeface="Arial"/>
                        </a:rPr>
                        <a:t>0.2]])</a:t>
                      </a:r>
                      <a:endParaRPr sz="1200" dirty="0">
                        <a:solidFill>
                          <a:schemeClr val="bg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40005">
                        <a:lnSpc>
                          <a:spcPts val="1305"/>
                        </a:lnSpc>
                      </a:pPr>
                      <a:r>
                        <a:rPr sz="1200" spc="-10" dirty="0">
                          <a:solidFill>
                            <a:schemeClr val="bg1"/>
                          </a:solidFill>
                          <a:latin typeface="Arial"/>
                          <a:cs typeface="Arial"/>
                        </a:rPr>
                        <a:t>eig(A)</a:t>
                      </a:r>
                      <a:endParaRPr sz="1200" dirty="0">
                        <a:solidFill>
                          <a:schemeClr val="bg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ts val="1305"/>
                        </a:lnSpc>
                      </a:pPr>
                      <a:r>
                        <a:rPr sz="1200" dirty="0">
                          <a:solidFill>
                            <a:schemeClr val="bg1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1200" spc="-5" dirty="0">
                          <a:solidFill>
                            <a:schemeClr val="bg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200" dirty="0">
                          <a:solidFill>
                            <a:schemeClr val="bg1"/>
                          </a:solidFill>
                          <a:latin typeface="Arial"/>
                          <a:cs typeface="Arial"/>
                        </a:rPr>
                        <a:t>=</a:t>
                      </a:r>
                      <a:r>
                        <a:rPr sz="1200" dirty="0">
                          <a:solidFill>
                            <a:schemeClr val="bg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40" dirty="0">
                          <a:solidFill>
                            <a:schemeClr val="bg1"/>
                          </a:solidFill>
                          <a:latin typeface="Arial"/>
                          <a:cs typeface="Arial"/>
                        </a:rPr>
                        <a:t>np.array([[1],</a:t>
                      </a:r>
                      <a:r>
                        <a:rPr sz="1200" dirty="0">
                          <a:solidFill>
                            <a:schemeClr val="bg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10" dirty="0">
                          <a:solidFill>
                            <a:schemeClr val="bg1"/>
                          </a:solidFill>
                          <a:latin typeface="Arial"/>
                          <a:cs typeface="Arial"/>
                        </a:rPr>
                        <a:t>[0]]).T</a:t>
                      </a:r>
                      <a:endParaRPr sz="1200" dirty="0">
                        <a:solidFill>
                          <a:schemeClr val="bg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40005">
                        <a:lnSpc>
                          <a:spcPts val="1305"/>
                        </a:lnSpc>
                      </a:pPr>
                      <a:r>
                        <a:rPr sz="1200" dirty="0">
                          <a:solidFill>
                            <a:schemeClr val="bg1"/>
                          </a:solidFill>
                          <a:latin typeface="Arial"/>
                          <a:cs typeface="Arial"/>
                        </a:rPr>
                        <a:t>L</a:t>
                      </a:r>
                      <a:r>
                        <a:rPr sz="1200" spc="85" dirty="0">
                          <a:solidFill>
                            <a:schemeClr val="bg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200" dirty="0">
                          <a:solidFill>
                            <a:schemeClr val="bg1"/>
                          </a:solidFill>
                          <a:latin typeface="Arial"/>
                          <a:cs typeface="Arial"/>
                        </a:rPr>
                        <a:t>=</a:t>
                      </a:r>
                      <a:r>
                        <a:rPr sz="1200" spc="90" dirty="0">
                          <a:solidFill>
                            <a:schemeClr val="bg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35" dirty="0">
                          <a:solidFill>
                            <a:schemeClr val="bg1"/>
                          </a:solidFill>
                          <a:latin typeface="Arial"/>
                          <a:cs typeface="Arial"/>
                        </a:rPr>
                        <a:t>place(A’,C’,[-2,-</a:t>
                      </a:r>
                      <a:r>
                        <a:rPr sz="1200" spc="-20" dirty="0">
                          <a:solidFill>
                            <a:schemeClr val="bg1"/>
                          </a:solidFill>
                          <a:latin typeface="Arial"/>
                          <a:cs typeface="Arial"/>
                        </a:rPr>
                        <a:t>3])’</a:t>
                      </a:r>
                      <a:endParaRPr sz="1200" dirty="0">
                        <a:solidFill>
                          <a:schemeClr val="bg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ts val="1305"/>
                        </a:lnSpc>
                      </a:pPr>
                      <a:r>
                        <a:rPr sz="1200" dirty="0">
                          <a:solidFill>
                            <a:schemeClr val="bg1"/>
                          </a:solidFill>
                          <a:latin typeface="Arial"/>
                          <a:cs typeface="Arial"/>
                        </a:rPr>
                        <a:t>L</a:t>
                      </a:r>
                      <a:r>
                        <a:rPr sz="1200" spc="85" dirty="0">
                          <a:solidFill>
                            <a:schemeClr val="bg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200" dirty="0">
                          <a:solidFill>
                            <a:schemeClr val="bg1"/>
                          </a:solidFill>
                          <a:latin typeface="Arial"/>
                          <a:cs typeface="Arial"/>
                        </a:rPr>
                        <a:t>=</a:t>
                      </a:r>
                      <a:r>
                        <a:rPr sz="1200" spc="85" dirty="0">
                          <a:solidFill>
                            <a:schemeClr val="bg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40" dirty="0">
                          <a:solidFill>
                            <a:schemeClr val="bg1"/>
                          </a:solidFill>
                          <a:latin typeface="Arial"/>
                          <a:cs typeface="Arial"/>
                        </a:rPr>
                        <a:t>ct.place(A.T,C.T,[-</a:t>
                      </a:r>
                      <a:r>
                        <a:rPr sz="1200" dirty="0">
                          <a:solidFill>
                            <a:schemeClr val="bg1"/>
                          </a:solidFill>
                          <a:latin typeface="Arial"/>
                          <a:cs typeface="Arial"/>
                        </a:rPr>
                        <a:t>2,</a:t>
                      </a:r>
                      <a:r>
                        <a:rPr sz="1200" spc="90" dirty="0">
                          <a:solidFill>
                            <a:schemeClr val="bg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10" dirty="0">
                          <a:solidFill>
                            <a:schemeClr val="bg1"/>
                          </a:solidFill>
                          <a:latin typeface="Arial"/>
                          <a:cs typeface="Arial"/>
                        </a:rPr>
                        <a:t>-3]).T</a:t>
                      </a:r>
                      <a:endParaRPr sz="1200" dirty="0">
                        <a:solidFill>
                          <a:schemeClr val="bg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marL="40005">
                        <a:lnSpc>
                          <a:spcPts val="1305"/>
                        </a:lnSpc>
                      </a:pPr>
                      <a:r>
                        <a:rPr sz="1200" spc="-30" dirty="0">
                          <a:solidFill>
                            <a:schemeClr val="bg1"/>
                          </a:solidFill>
                          <a:latin typeface="Arial"/>
                          <a:cs typeface="Arial"/>
                        </a:rPr>
                        <a:t>eig(A-</a:t>
                      </a:r>
                      <a:r>
                        <a:rPr sz="1200" spc="-20" dirty="0">
                          <a:solidFill>
                            <a:schemeClr val="bg1"/>
                          </a:solidFill>
                          <a:latin typeface="Arial"/>
                          <a:cs typeface="Arial"/>
                        </a:rPr>
                        <a:t>L*C)</a:t>
                      </a:r>
                      <a:endParaRPr sz="1200" dirty="0">
                        <a:solidFill>
                          <a:schemeClr val="bg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ts val="1305"/>
                        </a:lnSpc>
                      </a:pPr>
                      <a:r>
                        <a:rPr sz="1200" spc="-10" dirty="0">
                          <a:solidFill>
                            <a:schemeClr val="bg1"/>
                          </a:solidFill>
                          <a:latin typeface="Arial"/>
                          <a:cs typeface="Arial"/>
                        </a:rPr>
                        <a:t>print(L)</a:t>
                      </a:r>
                      <a:endParaRPr sz="1200" dirty="0">
                        <a:solidFill>
                          <a:schemeClr val="bg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9" name="矩形 18">
            <a:extLst>
              <a:ext uri="{FF2B5EF4-FFF2-40B4-BE49-F238E27FC236}">
                <a16:creationId xmlns:a16="http://schemas.microsoft.com/office/drawing/2014/main" id="{3854AF50-1BB0-3265-C85D-87D9DC72257E}"/>
              </a:ext>
            </a:extLst>
          </p:cNvPr>
          <p:cNvSpPr/>
          <p:nvPr/>
        </p:nvSpPr>
        <p:spPr>
          <a:xfrm>
            <a:off x="139807" y="1031471"/>
            <a:ext cx="4222643" cy="1353417"/>
          </a:xfrm>
          <a:prstGeom prst="rect">
            <a:avLst/>
          </a:prstGeom>
          <a:noFill/>
          <a:ln w="95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58DAEF80-049B-4FF9-6331-412CA72D8332}"/>
              </a:ext>
            </a:extLst>
          </p:cNvPr>
          <p:cNvCxnSpPr>
            <a:cxnSpLocks/>
          </p:cNvCxnSpPr>
          <p:nvPr/>
        </p:nvCxnSpPr>
        <p:spPr>
          <a:xfrm>
            <a:off x="1924050" y="1031471"/>
            <a:ext cx="0" cy="1353417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60916"/>
            <a:ext cx="1974850" cy="2882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700" spc="-20" dirty="0">
                <a:solidFill>
                  <a:srgbClr val="E5E5E5"/>
                </a:solidFill>
                <a:latin typeface="Arial"/>
                <a:cs typeface="Arial"/>
              </a:rPr>
              <a:t>Motor</a:t>
            </a:r>
            <a:r>
              <a:rPr sz="1700" spc="-50" dirty="0">
                <a:solidFill>
                  <a:srgbClr val="E5E5E5"/>
                </a:solidFill>
                <a:latin typeface="Arial"/>
                <a:cs typeface="Arial"/>
              </a:rPr>
              <a:t> </a:t>
            </a:r>
            <a:r>
              <a:rPr sz="1700" spc="-60" dirty="0">
                <a:solidFill>
                  <a:srgbClr val="E5E5E5"/>
                </a:solidFill>
                <a:latin typeface="Arial"/>
                <a:cs typeface="Arial"/>
              </a:rPr>
              <a:t>control</a:t>
            </a:r>
            <a:r>
              <a:rPr sz="1700" spc="-45" dirty="0">
                <a:solidFill>
                  <a:srgbClr val="E5E5E5"/>
                </a:solidFill>
                <a:latin typeface="Arial"/>
                <a:cs typeface="Arial"/>
              </a:rPr>
              <a:t> </a:t>
            </a:r>
            <a:r>
              <a:rPr sz="1700" spc="-125" dirty="0">
                <a:solidFill>
                  <a:srgbClr val="E5E5E5"/>
                </a:solidFill>
                <a:latin typeface="Arial"/>
                <a:cs typeface="Arial"/>
              </a:rPr>
              <a:t>example</a:t>
            </a:r>
            <a:endParaRPr sz="17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490061"/>
            <a:ext cx="4608195" cy="2966085"/>
            <a:chOff x="0" y="490061"/>
            <a:chExt cx="4608195" cy="296608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4437" y="490110"/>
              <a:ext cx="1524510" cy="296588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18030" y="490061"/>
              <a:ext cx="1466005" cy="296593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333572" y="2222236"/>
              <a:ext cx="1079687" cy="1079687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0" y="3346272"/>
              <a:ext cx="4608195" cy="109855"/>
            </a:xfrm>
            <a:custGeom>
              <a:avLst/>
              <a:gdLst/>
              <a:ahLst/>
              <a:cxnLst/>
              <a:rect l="l" t="t" r="r" b="b"/>
              <a:pathLst>
                <a:path w="4608195" h="109854">
                  <a:moveTo>
                    <a:pt x="4607928" y="0"/>
                  </a:moveTo>
                  <a:lnTo>
                    <a:pt x="3071952" y="0"/>
                  </a:lnTo>
                  <a:lnTo>
                    <a:pt x="1535976" y="0"/>
                  </a:lnTo>
                  <a:lnTo>
                    <a:pt x="0" y="0"/>
                  </a:lnTo>
                  <a:lnTo>
                    <a:pt x="0" y="109728"/>
                  </a:lnTo>
                  <a:lnTo>
                    <a:pt x="1535976" y="109728"/>
                  </a:lnTo>
                  <a:lnTo>
                    <a:pt x="3071952" y="109728"/>
                  </a:lnTo>
                  <a:lnTo>
                    <a:pt x="4607928" y="109728"/>
                  </a:lnTo>
                  <a:lnTo>
                    <a:pt x="4607928" y="0"/>
                  </a:lnTo>
                  <a:close/>
                </a:path>
              </a:pathLst>
            </a:custGeom>
            <a:solidFill>
              <a:srgbClr val="19191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0" dirty="0"/>
              <a:t>Mod</a:t>
            </a:r>
            <a:r>
              <a:rPr spc="125" dirty="0"/>
              <a:t> </a:t>
            </a:r>
            <a:r>
              <a:rPr spc="10" dirty="0"/>
              <a:t>Ctrl</a:t>
            </a:r>
            <a:r>
              <a:rPr spc="130" dirty="0"/>
              <a:t> </a:t>
            </a:r>
            <a:r>
              <a:rPr spc="10" dirty="0"/>
              <a:t>Intro</a:t>
            </a:r>
            <a:r>
              <a:rPr spc="415" dirty="0"/>
              <a:t> </a:t>
            </a:r>
            <a:r>
              <a:rPr spc="50" dirty="0"/>
              <a:t>(w</a:t>
            </a:r>
            <a:r>
              <a:rPr spc="125" dirty="0"/>
              <a:t> </a:t>
            </a:r>
            <a:r>
              <a:rPr spc="10" dirty="0"/>
              <a:t>Matlab</a:t>
            </a:r>
            <a:r>
              <a:rPr spc="130" dirty="0"/>
              <a:t> </a:t>
            </a:r>
            <a:r>
              <a:rPr spc="125" dirty="0"/>
              <a:t>&amp;</a:t>
            </a:r>
            <a:r>
              <a:rPr spc="130" dirty="0"/>
              <a:t> </a:t>
            </a:r>
            <a:r>
              <a:rPr spc="-10" dirty="0"/>
              <a:t>Python)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665249" y="3338410"/>
            <a:ext cx="1277620" cy="1225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00" dirty="0">
                <a:solidFill>
                  <a:srgbClr val="BF447D"/>
                </a:solidFill>
                <a:latin typeface="Arial"/>
                <a:cs typeface="Arial"/>
                <a:hlinkClick r:id="rId5" action="ppaction://hlinksldjump"/>
              </a:rPr>
              <a:t>Observers</a:t>
            </a:r>
            <a:r>
              <a:rPr sz="600" spc="135" dirty="0">
                <a:solidFill>
                  <a:srgbClr val="BF447D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sz="600" dirty="0">
                <a:solidFill>
                  <a:srgbClr val="BF447D"/>
                </a:solidFill>
                <a:latin typeface="Arial"/>
                <a:cs typeface="Arial"/>
                <a:hlinkClick r:id="rId5" action="ppaction://hlinksldjump"/>
              </a:rPr>
              <a:t>and</a:t>
            </a:r>
            <a:r>
              <a:rPr sz="600" spc="140" dirty="0">
                <a:solidFill>
                  <a:srgbClr val="BF447D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sz="600" dirty="0">
                <a:solidFill>
                  <a:srgbClr val="BF447D"/>
                </a:solidFill>
                <a:latin typeface="Arial"/>
                <a:cs typeface="Arial"/>
                <a:hlinkClick r:id="rId5" action="ppaction://hlinksldjump"/>
              </a:rPr>
              <a:t>Observer</a:t>
            </a:r>
            <a:r>
              <a:rPr sz="600" spc="140" dirty="0">
                <a:solidFill>
                  <a:srgbClr val="BF447D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sz="600" dirty="0">
                <a:solidFill>
                  <a:srgbClr val="BF447D"/>
                </a:solidFill>
                <a:latin typeface="Arial"/>
                <a:cs typeface="Arial"/>
                <a:hlinkClick r:id="rId5" action="ppaction://hlinksldjump"/>
              </a:rPr>
              <a:t>State</a:t>
            </a:r>
            <a:r>
              <a:rPr sz="600" spc="140" dirty="0">
                <a:solidFill>
                  <a:srgbClr val="BF447D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sz="600" spc="30" dirty="0">
                <a:solidFill>
                  <a:srgbClr val="BF447D"/>
                </a:solidFill>
                <a:latin typeface="Arial"/>
                <a:cs typeface="Arial"/>
                <a:hlinkClick r:id="rId5" action="ppaction://hlinksldjump"/>
              </a:rPr>
              <a:t>FB</a:t>
            </a:r>
            <a:endParaRPr sz="600">
              <a:latin typeface="Arial"/>
              <a:cs typeface="Arial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r>
              <a:rPr dirty="0"/>
              <a:t>14</a:t>
            </a:r>
            <a:r>
              <a:rPr spc="-40" dirty="0"/>
              <a:t> </a:t>
            </a:r>
            <a:r>
              <a:rPr spc="185" dirty="0"/>
              <a:t>/</a:t>
            </a:r>
            <a:r>
              <a:rPr spc="-40" dirty="0"/>
              <a:t> </a:t>
            </a:r>
            <a:r>
              <a:rPr spc="-25" dirty="0"/>
              <a:t>27</a:t>
            </a:r>
          </a:p>
        </p:txBody>
      </p:sp>
    </p:spTree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60916"/>
            <a:ext cx="2585720" cy="2882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700" spc="-130" dirty="0">
                <a:solidFill>
                  <a:srgbClr val="E5E5E5"/>
                </a:solidFill>
                <a:latin typeface="Arial"/>
                <a:cs typeface="Arial"/>
              </a:rPr>
              <a:t>Luenberger</a:t>
            </a:r>
            <a:r>
              <a:rPr sz="1700" spc="70" dirty="0">
                <a:solidFill>
                  <a:srgbClr val="E5E5E5"/>
                </a:solidFill>
                <a:latin typeface="Arial"/>
                <a:cs typeface="Arial"/>
              </a:rPr>
              <a:t> </a:t>
            </a:r>
            <a:r>
              <a:rPr sz="1700" spc="-140" dirty="0">
                <a:solidFill>
                  <a:srgbClr val="E5E5E5"/>
                </a:solidFill>
                <a:latin typeface="Arial"/>
                <a:cs typeface="Arial"/>
              </a:rPr>
              <a:t>observer</a:t>
            </a:r>
            <a:r>
              <a:rPr sz="1700" spc="70" dirty="0">
                <a:solidFill>
                  <a:srgbClr val="E5E5E5"/>
                </a:solidFill>
                <a:latin typeface="Arial"/>
                <a:cs typeface="Arial"/>
              </a:rPr>
              <a:t> </a:t>
            </a:r>
            <a:r>
              <a:rPr sz="1700" spc="-120" dirty="0">
                <a:solidFill>
                  <a:srgbClr val="E5E5E5"/>
                </a:solidFill>
                <a:latin typeface="Arial"/>
                <a:cs typeface="Arial"/>
              </a:rPr>
              <a:t>summary</a:t>
            </a:r>
            <a:endParaRPr sz="1700">
              <a:latin typeface="Arial"/>
              <a:cs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3"/>
              <p:cNvSpPr txBox="1"/>
              <p:nvPr/>
            </p:nvSpPr>
            <p:spPr>
              <a:xfrm>
                <a:off x="215442" y="608673"/>
                <a:ext cx="3885565" cy="471796"/>
              </a:xfrm>
              <a:prstGeom prst="rect">
                <a:avLst/>
              </a:prstGeom>
            </p:spPr>
            <p:txBody>
              <a:bodyPr vert="horz" wrap="square" lIns="0" tIns="51435" rIns="0" bIns="0" rtlCol="0">
                <a:spAutoFit/>
              </a:bodyPr>
              <a:lstStyle/>
              <a:p>
                <a:pPr marL="38100">
                  <a:lnSpc>
                    <a:spcPct val="100000"/>
                  </a:lnSpc>
                  <a:spcBef>
                    <a:spcPts val="405"/>
                  </a:spcBef>
                </a:pPr>
                <a:r>
                  <a:rPr sz="1800" spc="300" baseline="4629" dirty="0">
                    <a:solidFill>
                      <a:srgbClr val="7F7F7F"/>
                    </a:solidFill>
                    <a:latin typeface="Arial Unicode MS"/>
                    <a:cs typeface="Arial Unicode MS"/>
                  </a:rPr>
                  <a:t>▶</a:t>
                </a:r>
                <a:r>
                  <a:rPr sz="1800" spc="337" baseline="4629" dirty="0">
                    <a:solidFill>
                      <a:srgbClr val="7F7F7F"/>
                    </a:solidFill>
                    <a:latin typeface="Arial Unicode MS"/>
                    <a:cs typeface="Arial Unicode MS"/>
                  </a:rPr>
                  <a:t> </a:t>
                </a:r>
                <a:r>
                  <a:rPr sz="1200" spc="-85" dirty="0">
                    <a:solidFill>
                      <a:srgbClr val="FFFFFF"/>
                    </a:solidFill>
                    <a:latin typeface="Arial"/>
                    <a:cs typeface="Arial"/>
                  </a:rPr>
                  <a:t>observer</a:t>
                </a:r>
                <a:r>
                  <a:rPr sz="1200" spc="5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sz="1200" spc="-65" dirty="0">
                    <a:solidFill>
                      <a:srgbClr val="FFFFFF"/>
                    </a:solidFill>
                    <a:latin typeface="Arial"/>
                    <a:cs typeface="Arial"/>
                  </a:rPr>
                  <a:t>dynamics</a:t>
                </a:r>
                <a:r>
                  <a:rPr lang="en-US" sz="1200" spc="-65" dirty="0">
                    <a:solidFill>
                      <a:schemeClr val="bg1"/>
                    </a:solidFill>
                    <a:latin typeface="Arial"/>
                    <a:cs typeface="Arial"/>
                  </a:rPr>
                  <a:t>:</a:t>
                </a:r>
                <a:r>
                  <a:rPr lang="ar-AE" sz="1200" spc="185" dirty="0">
                    <a:solidFill>
                      <a:schemeClr val="bg1"/>
                    </a:solidFill>
                    <a:latin typeface="Arial"/>
                    <a:cs typeface="Arial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ar-AE" altLang="zh-CN" sz="1200" i="1" spc="-10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acc>
                          <m:accPr>
                            <m:chr m:val="̂"/>
                            <m:ctrlPr>
                              <a:rPr lang="ar-AE" altLang="zh-CN" sz="1200" i="1" spc="2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zh-CN" altLang="ar-AE" sz="1200" i="1" spc="2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</m:acc>
                  </m:oMath>
                </a14:m>
                <a:r>
                  <a:rPr sz="1200" spc="200" dirty="0">
                    <a:solidFill>
                      <a:srgbClr val="FFFFFF"/>
                    </a:solidFill>
                    <a:latin typeface="Arial"/>
                    <a:cs typeface="Arial"/>
                  </a:rPr>
                  <a:t>=</a:t>
                </a:r>
                <a:r>
                  <a:rPr sz="1200" spc="-10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sz="1200" i="1" spc="40" dirty="0">
                    <a:solidFill>
                      <a:srgbClr val="FFFFFF"/>
                    </a:solidFill>
                    <a:latin typeface="Arial"/>
                    <a:cs typeface="Arial"/>
                  </a:rPr>
                  <a:t>A</a:t>
                </a:r>
                <a:r>
                  <a:rPr sz="1200" i="1" spc="-480" dirty="0">
                    <a:solidFill>
                      <a:srgbClr val="FFFFFF"/>
                    </a:solidFill>
                    <a:latin typeface="Arial"/>
                    <a:cs typeface="Arial"/>
                  </a:rPr>
                  <a:t>x</a:t>
                </a:r>
                <a:r>
                  <a:rPr sz="1200" spc="40" dirty="0">
                    <a:solidFill>
                      <a:srgbClr val="FFFFFF"/>
                    </a:solidFill>
                    <a:latin typeface="Arial"/>
                    <a:cs typeface="Arial"/>
                  </a:rPr>
                  <a:t>ˆ</a:t>
                </a:r>
                <a:r>
                  <a:rPr sz="1200" spc="-8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sz="1200" spc="200" dirty="0">
                    <a:solidFill>
                      <a:srgbClr val="FFFFFF"/>
                    </a:solidFill>
                    <a:latin typeface="Arial"/>
                    <a:cs typeface="Arial"/>
                  </a:rPr>
                  <a:t>+</a:t>
                </a:r>
                <a:r>
                  <a:rPr sz="1200" spc="-7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sz="1200" i="1" spc="-20" dirty="0">
                    <a:solidFill>
                      <a:srgbClr val="FFFFFF"/>
                    </a:solidFill>
                    <a:latin typeface="Arial"/>
                    <a:cs typeface="Arial"/>
                  </a:rPr>
                  <a:t>Bu</a:t>
                </a:r>
                <a:r>
                  <a:rPr sz="1200" i="1" spc="-1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sz="1200" spc="200" dirty="0">
                    <a:solidFill>
                      <a:srgbClr val="FFFFFF"/>
                    </a:solidFill>
                    <a:latin typeface="Arial"/>
                    <a:cs typeface="Arial"/>
                  </a:rPr>
                  <a:t>+</a:t>
                </a:r>
                <a:r>
                  <a:rPr sz="1200" spc="-7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sz="1200" i="1" spc="-40" dirty="0">
                    <a:solidFill>
                      <a:srgbClr val="FFFFFF"/>
                    </a:solidFill>
                    <a:latin typeface="Arial"/>
                    <a:cs typeface="Arial"/>
                  </a:rPr>
                  <a:t>L</a:t>
                </a:r>
                <a:r>
                  <a:rPr sz="1200" i="1" spc="-13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sz="1200" dirty="0">
                    <a:solidFill>
                      <a:srgbClr val="FFFFFF"/>
                    </a:solidFill>
                    <a:latin typeface="Arial"/>
                    <a:cs typeface="Arial"/>
                  </a:rPr>
                  <a:t>(</a:t>
                </a:r>
                <a:r>
                  <a:rPr sz="1200" i="1" dirty="0">
                    <a:solidFill>
                      <a:srgbClr val="FFFFFF"/>
                    </a:solidFill>
                    <a:latin typeface="Arial"/>
                    <a:cs typeface="Arial"/>
                  </a:rPr>
                  <a:t>y</a:t>
                </a:r>
                <a:r>
                  <a:rPr sz="1200" i="1" spc="5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sz="1200" i="1" spc="200" dirty="0">
                    <a:solidFill>
                      <a:srgbClr val="FFFFFF"/>
                    </a:solidFill>
                    <a:latin typeface="Menlo"/>
                    <a:cs typeface="Menlo"/>
                  </a:rPr>
                  <a:t>−</a:t>
                </a:r>
                <a:r>
                  <a:rPr sz="1200" i="1" spc="-459" dirty="0">
                    <a:solidFill>
                      <a:srgbClr val="FFFFFF"/>
                    </a:solidFill>
                    <a:latin typeface="Menlo"/>
                    <a:cs typeface="Menlo"/>
                  </a:rPr>
                  <a:t> </a:t>
                </a:r>
                <a:r>
                  <a:rPr sz="1200" i="1" spc="-130" dirty="0">
                    <a:solidFill>
                      <a:srgbClr val="FFFFFF"/>
                    </a:solidFill>
                    <a:latin typeface="Arial"/>
                    <a:cs typeface="Arial"/>
                  </a:rPr>
                  <a:t>C</a:t>
                </a:r>
                <a:r>
                  <a:rPr sz="1200" i="1" spc="-190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sz="1200" i="1" spc="-445" dirty="0">
                    <a:solidFill>
                      <a:srgbClr val="FFFFFF"/>
                    </a:solidFill>
                    <a:latin typeface="Arial"/>
                    <a:cs typeface="Arial"/>
                  </a:rPr>
                  <a:t>x</a:t>
                </a:r>
                <a:r>
                  <a:rPr sz="1200" spc="60" dirty="0">
                    <a:solidFill>
                      <a:srgbClr val="FFFFFF"/>
                    </a:solidFill>
                    <a:latin typeface="Arial"/>
                    <a:cs typeface="Arial"/>
                  </a:rPr>
                  <a:t>ˆ</a:t>
                </a:r>
                <a:r>
                  <a:rPr sz="1200" spc="75" dirty="0">
                    <a:solidFill>
                      <a:srgbClr val="FFFFFF"/>
                    </a:solidFill>
                    <a:latin typeface="Arial"/>
                    <a:cs typeface="Arial"/>
                  </a:rPr>
                  <a:t>)</a:t>
                </a:r>
                <a:r>
                  <a:rPr sz="1200" spc="-130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sz="1200" i="1" dirty="0">
                    <a:solidFill>
                      <a:srgbClr val="FFFFFF"/>
                    </a:solidFill>
                    <a:latin typeface="Times New Roman"/>
                    <a:cs typeface="Times New Roman"/>
                  </a:rPr>
                  <a:t>,</a:t>
                </a:r>
                <a:r>
                  <a:rPr sz="1200" i="1" spc="280" dirty="0">
                    <a:solidFill>
                      <a:srgbClr val="FFFFFF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sz="1200" i="1" spc="-484" dirty="0">
                    <a:solidFill>
                      <a:srgbClr val="FFFFFF"/>
                    </a:solidFill>
                    <a:latin typeface="Arial"/>
                    <a:cs typeface="Arial"/>
                  </a:rPr>
                  <a:t>x</a:t>
                </a:r>
                <a:r>
                  <a:rPr sz="1200" spc="20" dirty="0">
                    <a:solidFill>
                      <a:srgbClr val="FFFFFF"/>
                    </a:solidFill>
                    <a:latin typeface="Arial"/>
                    <a:cs typeface="Arial"/>
                  </a:rPr>
                  <a:t>ˆ</a:t>
                </a:r>
                <a:r>
                  <a:rPr sz="1200" spc="35" dirty="0">
                    <a:solidFill>
                      <a:srgbClr val="FFFFFF"/>
                    </a:solidFill>
                    <a:latin typeface="Arial"/>
                    <a:cs typeface="Arial"/>
                  </a:rPr>
                  <a:t>(0)</a:t>
                </a:r>
                <a:r>
                  <a:rPr sz="1200" spc="-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sz="1200" spc="200" dirty="0">
                    <a:solidFill>
                      <a:srgbClr val="FFFFFF"/>
                    </a:solidFill>
                    <a:latin typeface="Arial"/>
                    <a:cs typeface="Arial"/>
                  </a:rPr>
                  <a:t>=</a:t>
                </a:r>
                <a:r>
                  <a:rPr sz="1200" spc="-10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sz="1200" spc="-50" dirty="0">
                    <a:solidFill>
                      <a:srgbClr val="FFFFFF"/>
                    </a:solidFill>
                    <a:latin typeface="Arial"/>
                    <a:cs typeface="Arial"/>
                  </a:rPr>
                  <a:t>0</a:t>
                </a:r>
                <a:endParaRPr sz="1200" dirty="0">
                  <a:latin typeface="Arial"/>
                  <a:cs typeface="Arial"/>
                </a:endParaRPr>
              </a:p>
              <a:p>
                <a:pPr marL="38100">
                  <a:lnSpc>
                    <a:spcPct val="100000"/>
                  </a:lnSpc>
                  <a:spcBef>
                    <a:spcPts val="300"/>
                  </a:spcBef>
                </a:pPr>
                <a:r>
                  <a:rPr sz="1800" spc="300" baseline="4629" dirty="0">
                    <a:solidFill>
                      <a:srgbClr val="7F7F7F"/>
                    </a:solidFill>
                    <a:latin typeface="Arial Unicode MS"/>
                    <a:cs typeface="Arial Unicode MS"/>
                  </a:rPr>
                  <a:t>▶</a:t>
                </a:r>
                <a:r>
                  <a:rPr sz="1800" spc="277" baseline="4629" dirty="0">
                    <a:solidFill>
                      <a:srgbClr val="7F7F7F"/>
                    </a:solidFill>
                    <a:latin typeface="Arial Unicode MS"/>
                    <a:cs typeface="Arial Unicode MS"/>
                  </a:rPr>
                  <a:t> </a:t>
                </a:r>
                <a:r>
                  <a:rPr sz="1200" spc="-25" dirty="0">
                    <a:solidFill>
                      <a:srgbClr val="FFFFFF"/>
                    </a:solidFill>
                    <a:latin typeface="Arial"/>
                    <a:cs typeface="Arial"/>
                  </a:rPr>
                  <a:t>block</a:t>
                </a:r>
                <a:r>
                  <a:rPr sz="1200" spc="1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sz="1200" spc="-10" dirty="0">
                    <a:solidFill>
                      <a:srgbClr val="FFFFFF"/>
                    </a:solidFill>
                    <a:latin typeface="Arial"/>
                    <a:cs typeface="Arial"/>
                  </a:rPr>
                  <a:t>diagram</a:t>
                </a:r>
                <a:endParaRPr sz="1200" dirty="0">
                  <a:latin typeface="Arial"/>
                  <a:cs typeface="Arial"/>
                </a:endParaRPr>
              </a:p>
            </p:txBody>
          </p:sp>
        </mc:Choice>
        <mc:Fallback xmlns="">
          <p:sp>
            <p:nvSpPr>
              <p:cNvPr id="3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442" y="608673"/>
                <a:ext cx="3885565" cy="471796"/>
              </a:xfrm>
              <a:prstGeom prst="rect">
                <a:avLst/>
              </a:prstGeom>
              <a:blipFill>
                <a:blip r:embed="rId2"/>
                <a:stretch>
                  <a:fillRect l="-1411" r="-157" b="-194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10767" y="1202532"/>
            <a:ext cx="2586548" cy="1720321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0" y="3346272"/>
            <a:ext cx="4608195" cy="109855"/>
          </a:xfrm>
          <a:custGeom>
            <a:avLst/>
            <a:gdLst/>
            <a:ahLst/>
            <a:cxnLst/>
            <a:rect l="l" t="t" r="r" b="b"/>
            <a:pathLst>
              <a:path w="4608195" h="109854">
                <a:moveTo>
                  <a:pt x="4607928" y="0"/>
                </a:moveTo>
                <a:lnTo>
                  <a:pt x="3071952" y="0"/>
                </a:lnTo>
                <a:lnTo>
                  <a:pt x="1535976" y="0"/>
                </a:lnTo>
                <a:lnTo>
                  <a:pt x="0" y="0"/>
                </a:lnTo>
                <a:lnTo>
                  <a:pt x="0" y="109728"/>
                </a:lnTo>
                <a:lnTo>
                  <a:pt x="1535976" y="109728"/>
                </a:lnTo>
                <a:lnTo>
                  <a:pt x="3071952" y="109728"/>
                </a:lnTo>
                <a:lnTo>
                  <a:pt x="4607928" y="109728"/>
                </a:lnTo>
                <a:lnTo>
                  <a:pt x="4607928" y="0"/>
                </a:lnTo>
                <a:close/>
              </a:path>
            </a:pathLst>
          </a:custGeom>
          <a:solidFill>
            <a:srgbClr val="1919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0" dirty="0"/>
              <a:t>Mod</a:t>
            </a:r>
            <a:r>
              <a:rPr spc="125" dirty="0"/>
              <a:t> </a:t>
            </a:r>
            <a:r>
              <a:rPr spc="10" dirty="0"/>
              <a:t>Ctrl</a:t>
            </a:r>
            <a:r>
              <a:rPr spc="130" dirty="0"/>
              <a:t> </a:t>
            </a:r>
            <a:r>
              <a:rPr spc="10" dirty="0"/>
              <a:t>Intro</a:t>
            </a:r>
            <a:r>
              <a:rPr spc="415" dirty="0"/>
              <a:t> </a:t>
            </a:r>
            <a:r>
              <a:rPr spc="50" dirty="0"/>
              <a:t>(w</a:t>
            </a:r>
            <a:r>
              <a:rPr spc="125" dirty="0"/>
              <a:t> </a:t>
            </a:r>
            <a:r>
              <a:rPr spc="10" dirty="0"/>
              <a:t>Matlab</a:t>
            </a:r>
            <a:r>
              <a:rPr spc="130" dirty="0"/>
              <a:t> </a:t>
            </a:r>
            <a:r>
              <a:rPr spc="125" dirty="0"/>
              <a:t>&amp;</a:t>
            </a:r>
            <a:r>
              <a:rPr spc="130" dirty="0"/>
              <a:t> </a:t>
            </a:r>
            <a:r>
              <a:rPr spc="-10" dirty="0"/>
              <a:t>Python)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665249" y="3338410"/>
            <a:ext cx="1277620" cy="1225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00" dirty="0">
                <a:solidFill>
                  <a:srgbClr val="BF447D"/>
                </a:solidFill>
                <a:latin typeface="Arial"/>
                <a:cs typeface="Arial"/>
                <a:hlinkClick r:id="rId4" action="ppaction://hlinksldjump"/>
              </a:rPr>
              <a:t>Observers</a:t>
            </a:r>
            <a:r>
              <a:rPr sz="600" spc="135" dirty="0">
                <a:solidFill>
                  <a:srgbClr val="BF447D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600" dirty="0">
                <a:solidFill>
                  <a:srgbClr val="BF447D"/>
                </a:solidFill>
                <a:latin typeface="Arial"/>
                <a:cs typeface="Arial"/>
                <a:hlinkClick r:id="rId4" action="ppaction://hlinksldjump"/>
              </a:rPr>
              <a:t>and</a:t>
            </a:r>
            <a:r>
              <a:rPr sz="600" spc="140" dirty="0">
                <a:solidFill>
                  <a:srgbClr val="BF447D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600" dirty="0">
                <a:solidFill>
                  <a:srgbClr val="BF447D"/>
                </a:solidFill>
                <a:latin typeface="Arial"/>
                <a:cs typeface="Arial"/>
                <a:hlinkClick r:id="rId4" action="ppaction://hlinksldjump"/>
              </a:rPr>
              <a:t>Observer</a:t>
            </a:r>
            <a:r>
              <a:rPr sz="600" spc="140" dirty="0">
                <a:solidFill>
                  <a:srgbClr val="BF447D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600" dirty="0">
                <a:solidFill>
                  <a:srgbClr val="BF447D"/>
                </a:solidFill>
                <a:latin typeface="Arial"/>
                <a:cs typeface="Arial"/>
                <a:hlinkClick r:id="rId4" action="ppaction://hlinksldjump"/>
              </a:rPr>
              <a:t>State</a:t>
            </a:r>
            <a:r>
              <a:rPr sz="600" spc="140" dirty="0">
                <a:solidFill>
                  <a:srgbClr val="BF447D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600" spc="30" dirty="0">
                <a:solidFill>
                  <a:srgbClr val="BF447D"/>
                </a:solidFill>
                <a:latin typeface="Arial"/>
                <a:cs typeface="Arial"/>
                <a:hlinkClick r:id="rId4" action="ppaction://hlinksldjump"/>
              </a:rPr>
              <a:t>FB</a:t>
            </a:r>
            <a:endParaRPr sz="60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r>
              <a:rPr dirty="0"/>
              <a:t>15</a:t>
            </a:r>
            <a:r>
              <a:rPr spc="-40" dirty="0"/>
              <a:t> </a:t>
            </a:r>
            <a:r>
              <a:rPr spc="185" dirty="0"/>
              <a:t>/</a:t>
            </a:r>
            <a:r>
              <a:rPr spc="-40" dirty="0"/>
              <a:t> </a:t>
            </a:r>
            <a:r>
              <a:rPr spc="-25" dirty="0"/>
              <a:t>27</a:t>
            </a:r>
          </a:p>
        </p:txBody>
      </p:sp>
    </p:spTree>
  </p:cSld>
  <p:clrMapOvr>
    <a:masterClrMapping/>
  </p:clrMapOvr>
  <p:transition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60916"/>
            <a:ext cx="2585720" cy="2882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130" dirty="0"/>
              <a:t>Luenberger</a:t>
            </a:r>
            <a:r>
              <a:rPr spc="70" dirty="0"/>
              <a:t> </a:t>
            </a:r>
            <a:r>
              <a:rPr spc="-140" dirty="0"/>
              <a:t>observer</a:t>
            </a:r>
            <a:r>
              <a:rPr spc="70" dirty="0"/>
              <a:t> </a:t>
            </a:r>
            <a:r>
              <a:rPr spc="-120" dirty="0"/>
              <a:t>summary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3"/>
              <p:cNvSpPr txBox="1"/>
              <p:nvPr/>
            </p:nvSpPr>
            <p:spPr>
              <a:xfrm>
                <a:off x="202742" y="518563"/>
                <a:ext cx="3747135" cy="2076338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50800">
                  <a:lnSpc>
                    <a:spcPct val="100000"/>
                  </a:lnSpc>
                  <a:spcBef>
                    <a:spcPts val="95"/>
                  </a:spcBef>
                </a:pPr>
                <a:r>
                  <a:rPr lang="en-US" sz="1800" spc="300" baseline="4629" dirty="0">
                    <a:solidFill>
                      <a:srgbClr val="7F7F7F"/>
                    </a:solidFill>
                    <a:latin typeface="Arial Unicode MS"/>
                    <a:cs typeface="Arial Unicode MS"/>
                  </a:rPr>
                  <a:t>▶</a:t>
                </a:r>
                <a:r>
                  <a:rPr lang="en-US" sz="1800" spc="352" baseline="4629" dirty="0">
                    <a:solidFill>
                      <a:srgbClr val="7F7F7F"/>
                    </a:solidFill>
                    <a:latin typeface="Arial Unicode MS"/>
                    <a:cs typeface="Arial Unicode MS"/>
                  </a:rPr>
                  <a:t> </a:t>
                </a:r>
                <a:r>
                  <a:rPr lang="en-US" sz="1200" spc="-85" dirty="0">
                    <a:solidFill>
                      <a:srgbClr val="FFFFFF"/>
                    </a:solidFill>
                    <a:latin typeface="Arial"/>
                    <a:cs typeface="Arial"/>
                  </a:rPr>
                  <a:t>system</a:t>
                </a:r>
                <a:r>
                  <a:rPr lang="en-US" sz="1200" spc="50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spc="-10" dirty="0">
                    <a:solidFill>
                      <a:srgbClr val="FFFFFF"/>
                    </a:solidFill>
                    <a:latin typeface="Arial"/>
                    <a:cs typeface="Arial"/>
                  </a:rPr>
                  <a:t>dynamics</a:t>
                </a:r>
                <a:endParaRPr lang="en-US" sz="1200" dirty="0">
                  <a:latin typeface="Arial"/>
                  <a:cs typeface="Arial"/>
                </a:endParaRPr>
              </a:p>
              <a:p>
                <a:pPr marL="788035">
                  <a:lnSpc>
                    <a:spcPct val="100000"/>
                  </a:lnSpc>
                  <a:spcBef>
                    <a:spcPts val="1200"/>
                  </a:spcBef>
                </a:pP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altLang="zh-CN" sz="1200" b="0" i="1" spc="-245" dirty="0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</m:ctrlPr>
                      </m:accPr>
                      <m:e>
                        <m:r>
                          <a:rPr lang="zh-CN" altLang="en-US" sz="1200" b="0" i="1" spc="-245" dirty="0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sz="1200" spc="200" dirty="0">
                    <a:solidFill>
                      <a:srgbClr val="FFFFFF"/>
                    </a:solidFill>
                    <a:latin typeface="Arial"/>
                    <a:cs typeface="Arial"/>
                  </a:rPr>
                  <a:t> =</a:t>
                </a:r>
                <a:r>
                  <a:rPr lang="en-US" sz="1200" spc="-5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i="1" dirty="0">
                    <a:solidFill>
                      <a:srgbClr val="FFFFFF"/>
                    </a:solidFill>
                    <a:latin typeface="Arial"/>
                    <a:cs typeface="Arial"/>
                  </a:rPr>
                  <a:t>Ax</a:t>
                </a:r>
                <a:r>
                  <a:rPr lang="en-US" sz="1200" i="1" spc="30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spc="200" dirty="0">
                    <a:solidFill>
                      <a:srgbClr val="FFFFFF"/>
                    </a:solidFill>
                    <a:latin typeface="Arial"/>
                    <a:cs typeface="Arial"/>
                  </a:rPr>
                  <a:t>+</a:t>
                </a:r>
                <a:r>
                  <a:rPr lang="en-US" sz="1200" spc="-7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i="1" dirty="0">
                    <a:solidFill>
                      <a:srgbClr val="FFFFFF"/>
                    </a:solidFill>
                    <a:latin typeface="Arial"/>
                    <a:cs typeface="Arial"/>
                  </a:rPr>
                  <a:t>Bu</a:t>
                </a:r>
                <a:r>
                  <a:rPr lang="en-US" sz="1200" i="1" dirty="0">
                    <a:solidFill>
                      <a:srgbClr val="FFFFFF"/>
                    </a:solidFill>
                    <a:latin typeface="Times New Roman"/>
                    <a:cs typeface="Times New Roman"/>
                  </a:rPr>
                  <a:t>,</a:t>
                </a:r>
                <a:r>
                  <a:rPr lang="en-US" sz="1200" i="1" spc="275" dirty="0">
                    <a:solidFill>
                      <a:srgbClr val="FFFFFF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US" sz="1200" i="1" spc="-75" dirty="0">
                    <a:solidFill>
                      <a:srgbClr val="FFFFFF"/>
                    </a:solidFill>
                    <a:latin typeface="Arial"/>
                    <a:cs typeface="Arial"/>
                  </a:rPr>
                  <a:t>x</a:t>
                </a:r>
                <a:r>
                  <a:rPr lang="en-US" sz="1200" i="1" spc="-22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dirty="0">
                    <a:solidFill>
                      <a:srgbClr val="FFFFFF"/>
                    </a:solidFill>
                    <a:latin typeface="Arial"/>
                    <a:cs typeface="Arial"/>
                  </a:rPr>
                  <a:t>(0)</a:t>
                </a:r>
                <a:r>
                  <a:rPr lang="en-US" sz="1200" spc="-1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spc="200" dirty="0">
                    <a:solidFill>
                      <a:srgbClr val="FFFFFF"/>
                    </a:solidFill>
                    <a:latin typeface="Arial"/>
                    <a:cs typeface="Arial"/>
                  </a:rPr>
                  <a:t>=</a:t>
                </a:r>
                <a:r>
                  <a:rPr lang="en-US" sz="1200" spc="-1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i="1" dirty="0">
                    <a:solidFill>
                      <a:srgbClr val="FFFFFF"/>
                    </a:solidFill>
                    <a:latin typeface="Arial"/>
                    <a:cs typeface="Arial"/>
                  </a:rPr>
                  <a:t>x</a:t>
                </a:r>
                <a:r>
                  <a:rPr lang="en-US" sz="1200" baseline="-13888" dirty="0">
                    <a:solidFill>
                      <a:srgbClr val="FFFFFF"/>
                    </a:solidFill>
                    <a:latin typeface="Arial"/>
                    <a:cs typeface="Arial"/>
                  </a:rPr>
                  <a:t>0</a:t>
                </a:r>
                <a:r>
                  <a:rPr lang="en-US" sz="1200" i="1" dirty="0">
                    <a:solidFill>
                      <a:srgbClr val="FFFFFF"/>
                    </a:solidFill>
                    <a:latin typeface="Times New Roman"/>
                    <a:cs typeface="Times New Roman"/>
                  </a:rPr>
                  <a:t>,</a:t>
                </a:r>
                <a:r>
                  <a:rPr lang="en-US" sz="1200" i="1" spc="275" dirty="0">
                    <a:solidFill>
                      <a:srgbClr val="FFFFFF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US" sz="1200" i="1" dirty="0">
                    <a:solidFill>
                      <a:srgbClr val="FFFFFF"/>
                    </a:solidFill>
                    <a:latin typeface="Arial"/>
                    <a:cs typeface="Arial"/>
                  </a:rPr>
                  <a:t>A</a:t>
                </a:r>
                <a:r>
                  <a:rPr lang="en-US" sz="1200" i="1" spc="-1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spc="65" dirty="0">
                    <a:solidFill>
                      <a:srgbClr val="FFFFFF"/>
                    </a:solidFill>
                    <a:latin typeface="Menlo"/>
                    <a:cs typeface="Menlo"/>
                  </a:rPr>
                  <a:t>∈</a:t>
                </a:r>
                <a:r>
                  <a:rPr lang="en-US" sz="1200" i="1" spc="-390" dirty="0">
                    <a:solidFill>
                      <a:srgbClr val="FFFFFF"/>
                    </a:solidFill>
                    <a:latin typeface="Menlo"/>
                    <a:cs typeface="Menlo"/>
                  </a:rPr>
                  <a:t> </a:t>
                </a:r>
                <a:r>
                  <a:rPr lang="en-US" sz="1200" spc="55" dirty="0">
                    <a:solidFill>
                      <a:srgbClr val="FFFFFF"/>
                    </a:solidFill>
                    <a:latin typeface="Times New Roman"/>
                    <a:cs typeface="Times New Roman"/>
                  </a:rPr>
                  <a:t>R</a:t>
                </a:r>
                <a:r>
                  <a:rPr lang="en-US" sz="1200" i="1" spc="82" baseline="34722" dirty="0">
                    <a:solidFill>
                      <a:srgbClr val="FFFFFF"/>
                    </a:solidFill>
                    <a:latin typeface="Arial"/>
                    <a:cs typeface="Arial"/>
                  </a:rPr>
                  <a:t>n</a:t>
                </a:r>
                <a:r>
                  <a:rPr lang="en-US" sz="1200" i="1" spc="82" baseline="34722" dirty="0">
                    <a:solidFill>
                      <a:srgbClr val="FFFFFF"/>
                    </a:solidFill>
                    <a:latin typeface="Hack"/>
                    <a:cs typeface="Hack"/>
                  </a:rPr>
                  <a:t>×</a:t>
                </a:r>
                <a:r>
                  <a:rPr lang="en-US" sz="1200" i="1" spc="82" baseline="34722" dirty="0">
                    <a:solidFill>
                      <a:srgbClr val="FFFFFF"/>
                    </a:solidFill>
                    <a:latin typeface="Arial"/>
                    <a:cs typeface="Arial"/>
                  </a:rPr>
                  <a:t>n</a:t>
                </a:r>
                <a:r>
                  <a:rPr lang="en-US" sz="1200" i="1" spc="55" dirty="0">
                    <a:solidFill>
                      <a:srgbClr val="FFFFFF"/>
                    </a:solidFill>
                    <a:latin typeface="Times New Roman"/>
                    <a:cs typeface="Times New Roman"/>
                  </a:rPr>
                  <a:t>,</a:t>
                </a:r>
                <a:r>
                  <a:rPr lang="en-US" sz="1200" i="1" spc="-100" dirty="0">
                    <a:solidFill>
                      <a:srgbClr val="FFFFFF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US" sz="1200" i="1" dirty="0">
                    <a:solidFill>
                      <a:srgbClr val="FFFFFF"/>
                    </a:solidFill>
                    <a:latin typeface="Arial"/>
                    <a:cs typeface="Arial"/>
                  </a:rPr>
                  <a:t>B</a:t>
                </a:r>
                <a:r>
                  <a:rPr lang="en-US" sz="1200" i="1" spc="8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spc="65" dirty="0">
                    <a:solidFill>
                      <a:srgbClr val="FFFFFF"/>
                    </a:solidFill>
                    <a:latin typeface="Menlo"/>
                    <a:cs typeface="Menlo"/>
                  </a:rPr>
                  <a:t>∈</a:t>
                </a:r>
                <a:r>
                  <a:rPr lang="en-US" sz="1200" i="1" spc="-390" dirty="0">
                    <a:solidFill>
                      <a:srgbClr val="FFFFFF"/>
                    </a:solidFill>
                    <a:latin typeface="Menlo"/>
                    <a:cs typeface="Menlo"/>
                  </a:rPr>
                  <a:t> </a:t>
                </a:r>
                <a:r>
                  <a:rPr lang="en-US" sz="1200" spc="40" dirty="0">
                    <a:solidFill>
                      <a:srgbClr val="FFFFFF"/>
                    </a:solidFill>
                    <a:latin typeface="Times New Roman"/>
                    <a:cs typeface="Times New Roman"/>
                  </a:rPr>
                  <a:t>R</a:t>
                </a:r>
                <a:r>
                  <a:rPr lang="en-US" sz="1200" i="1" spc="60" baseline="34722" dirty="0">
                    <a:solidFill>
                      <a:srgbClr val="FFFFFF"/>
                    </a:solidFill>
                    <a:latin typeface="Arial"/>
                    <a:cs typeface="Arial"/>
                  </a:rPr>
                  <a:t>n</a:t>
                </a:r>
                <a:r>
                  <a:rPr lang="en-US" sz="1200" i="1" spc="60" baseline="34722" dirty="0">
                    <a:solidFill>
                      <a:srgbClr val="FFFFFF"/>
                    </a:solidFill>
                    <a:latin typeface="Hack"/>
                    <a:cs typeface="Hack"/>
                  </a:rPr>
                  <a:t>×</a:t>
                </a:r>
                <a:r>
                  <a:rPr lang="en-US" sz="1200" i="1" spc="60" baseline="34722" dirty="0">
                    <a:solidFill>
                      <a:srgbClr val="FFFFFF"/>
                    </a:solidFill>
                    <a:latin typeface="Arial"/>
                    <a:cs typeface="Arial"/>
                  </a:rPr>
                  <a:t>r</a:t>
                </a:r>
                <a:endParaRPr lang="en-US" sz="1200" baseline="34722" dirty="0">
                  <a:latin typeface="Arial"/>
                  <a:cs typeface="Arial"/>
                </a:endParaRPr>
              </a:p>
              <a:p>
                <a:pPr marL="785495">
                  <a:lnSpc>
                    <a:spcPct val="100000"/>
                  </a:lnSpc>
                  <a:spcBef>
                    <a:spcPts val="405"/>
                  </a:spcBef>
                </a:pPr>
                <a:r>
                  <a:rPr lang="en-US" sz="1200" i="1" dirty="0">
                    <a:solidFill>
                      <a:srgbClr val="FFFFFF"/>
                    </a:solidFill>
                    <a:latin typeface="Arial"/>
                    <a:cs typeface="Arial"/>
                  </a:rPr>
                  <a:t>y</a:t>
                </a:r>
                <a:r>
                  <a:rPr lang="en-US" sz="1200" i="1" spc="50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spc="200" dirty="0">
                    <a:solidFill>
                      <a:srgbClr val="FFFFFF"/>
                    </a:solidFill>
                    <a:latin typeface="Arial"/>
                    <a:cs typeface="Arial"/>
                  </a:rPr>
                  <a:t>=</a:t>
                </a:r>
                <a:r>
                  <a:rPr lang="en-US" sz="1200" spc="-30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i="1" dirty="0">
                    <a:solidFill>
                      <a:srgbClr val="FFFFFF"/>
                    </a:solidFill>
                    <a:latin typeface="Arial"/>
                    <a:cs typeface="Arial"/>
                  </a:rPr>
                  <a:t>Cx</a:t>
                </a:r>
                <a:r>
                  <a:rPr lang="en-US" sz="1200" i="1" dirty="0">
                    <a:solidFill>
                      <a:srgbClr val="FFFFFF"/>
                    </a:solidFill>
                    <a:latin typeface="Times New Roman"/>
                    <a:cs typeface="Times New Roman"/>
                  </a:rPr>
                  <a:t>,</a:t>
                </a:r>
                <a:r>
                  <a:rPr lang="en-US" sz="1200" i="1" spc="235" dirty="0">
                    <a:solidFill>
                      <a:srgbClr val="FFFFFF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US" sz="1200" i="1" dirty="0">
                    <a:solidFill>
                      <a:srgbClr val="FFFFFF"/>
                    </a:solidFill>
                    <a:latin typeface="Arial"/>
                    <a:cs typeface="Arial"/>
                  </a:rPr>
                  <a:t>y</a:t>
                </a:r>
                <a:r>
                  <a:rPr lang="en-US" sz="1200" i="1" spc="8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spc="65" dirty="0">
                    <a:solidFill>
                      <a:srgbClr val="FFFFFF"/>
                    </a:solidFill>
                    <a:latin typeface="Menlo"/>
                    <a:cs typeface="Menlo"/>
                  </a:rPr>
                  <a:t>∈</a:t>
                </a:r>
                <a:r>
                  <a:rPr lang="en-US" sz="1200" i="1" spc="-390" dirty="0">
                    <a:solidFill>
                      <a:srgbClr val="FFFFFF"/>
                    </a:solidFill>
                    <a:latin typeface="Menlo"/>
                    <a:cs typeface="Menlo"/>
                  </a:rPr>
                  <a:t> </a:t>
                </a:r>
                <a:r>
                  <a:rPr lang="en-US" sz="1200" spc="30" dirty="0">
                    <a:solidFill>
                      <a:srgbClr val="FFFFFF"/>
                    </a:solidFill>
                    <a:latin typeface="Times New Roman"/>
                    <a:cs typeface="Times New Roman"/>
                  </a:rPr>
                  <a:t>R</a:t>
                </a:r>
                <a:r>
                  <a:rPr lang="en-US" sz="1200" i="1" spc="44" baseline="34722" dirty="0">
                    <a:solidFill>
                      <a:srgbClr val="FFFFFF"/>
                    </a:solidFill>
                    <a:latin typeface="Arial"/>
                    <a:cs typeface="Arial"/>
                  </a:rPr>
                  <a:t>m</a:t>
                </a:r>
                <a:r>
                  <a:rPr lang="en-US" sz="1200" i="1" spc="44" baseline="34722" dirty="0">
                    <a:solidFill>
                      <a:srgbClr val="FFFFFF"/>
                    </a:solidFill>
                    <a:latin typeface="Hack"/>
                    <a:cs typeface="Hack"/>
                  </a:rPr>
                  <a:t>×</a:t>
                </a:r>
                <a:r>
                  <a:rPr lang="en-US" sz="1200" spc="44" baseline="34722" dirty="0">
                    <a:solidFill>
                      <a:srgbClr val="FFFFFF"/>
                    </a:solidFill>
                    <a:latin typeface="Arial"/>
                    <a:cs typeface="Arial"/>
                  </a:rPr>
                  <a:t>1</a:t>
                </a:r>
                <a:endParaRPr lang="en-US" sz="1200" baseline="34722" dirty="0">
                  <a:latin typeface="Arial"/>
                  <a:cs typeface="Arial"/>
                </a:endParaRPr>
              </a:p>
              <a:p>
                <a:pPr marL="50800">
                  <a:lnSpc>
                    <a:spcPct val="100000"/>
                  </a:lnSpc>
                  <a:spcBef>
                    <a:spcPts val="1200"/>
                  </a:spcBef>
                </a:pPr>
                <a:r>
                  <a:rPr lang="en-US" sz="1800" spc="300" baseline="4629" dirty="0">
                    <a:solidFill>
                      <a:srgbClr val="7F7F7F"/>
                    </a:solidFill>
                    <a:latin typeface="Arial Unicode MS"/>
                    <a:cs typeface="Arial Unicode MS"/>
                  </a:rPr>
                  <a:t>▶</a:t>
                </a:r>
                <a:r>
                  <a:rPr lang="en-US" sz="1800" spc="367" baseline="4629" dirty="0">
                    <a:solidFill>
                      <a:srgbClr val="7F7F7F"/>
                    </a:solidFill>
                    <a:latin typeface="Arial Unicode MS"/>
                    <a:cs typeface="Arial Unicode MS"/>
                  </a:rPr>
                  <a:t> </a:t>
                </a:r>
                <a:r>
                  <a:rPr lang="en-US" sz="1200" spc="-85" dirty="0">
                    <a:solidFill>
                      <a:srgbClr val="FFFFFF"/>
                    </a:solidFill>
                    <a:latin typeface="Arial"/>
                    <a:cs typeface="Arial"/>
                  </a:rPr>
                  <a:t>observer</a:t>
                </a:r>
                <a:r>
                  <a:rPr lang="en-US" sz="1200" spc="5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spc="-10" dirty="0">
                    <a:solidFill>
                      <a:srgbClr val="FFFFFF"/>
                    </a:solidFill>
                    <a:latin typeface="Arial"/>
                    <a:cs typeface="Arial"/>
                  </a:rPr>
                  <a:t>dynamics</a:t>
                </a:r>
                <a:endParaRPr lang="en-US" sz="1200" dirty="0">
                  <a:latin typeface="Arial"/>
                  <a:cs typeface="Arial"/>
                </a:endParaRPr>
              </a:p>
              <a:p>
                <a:pPr marL="1057275">
                  <a:lnSpc>
                    <a:spcPct val="100000"/>
                  </a:lnSpc>
                  <a:spcBef>
                    <a:spcPts val="1200"/>
                  </a:spcBef>
                </a:pP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ar-AE" altLang="zh-CN" sz="1200" i="1" spc="-10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acc>
                          <m:accPr>
                            <m:chr m:val="̂"/>
                            <m:ctrlPr>
                              <a:rPr lang="ar-AE" altLang="zh-CN" sz="1200" i="1" spc="2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zh-CN" altLang="ar-AE" sz="1200" i="1" spc="2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</m:acc>
                  </m:oMath>
                </a14:m>
                <a:r>
                  <a:rPr lang="en-US" sz="1200" spc="200" dirty="0">
                    <a:solidFill>
                      <a:srgbClr val="FFFFFF"/>
                    </a:solidFill>
                    <a:latin typeface="Arial"/>
                    <a:cs typeface="Arial"/>
                  </a:rPr>
                  <a:t>=</a:t>
                </a:r>
                <a:r>
                  <a:rPr lang="en-US" sz="1200" spc="-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i="1" spc="40" dirty="0">
                    <a:solidFill>
                      <a:srgbClr val="FFFFFF"/>
                    </a:solidFill>
                    <a:latin typeface="Arial"/>
                    <a:cs typeface="Arial"/>
                  </a:rPr>
                  <a:t>A</a:t>
                </a:r>
                <a:r>
                  <a:rPr lang="en-US" sz="1200" i="1" spc="-480" dirty="0">
                    <a:solidFill>
                      <a:srgbClr val="FFFFFF"/>
                    </a:solidFill>
                    <a:latin typeface="Arial"/>
                    <a:cs typeface="Arial"/>
                  </a:rPr>
                  <a:t>x</a:t>
                </a:r>
                <a:r>
                  <a:rPr lang="en-US" sz="1200" spc="40" dirty="0">
                    <a:solidFill>
                      <a:srgbClr val="FFFFFF"/>
                    </a:solidFill>
                    <a:latin typeface="Arial"/>
                    <a:cs typeface="Arial"/>
                  </a:rPr>
                  <a:t>ˆ</a:t>
                </a:r>
                <a:r>
                  <a:rPr lang="en-US" sz="1200" spc="-80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spc="200" dirty="0">
                    <a:solidFill>
                      <a:srgbClr val="FFFFFF"/>
                    </a:solidFill>
                    <a:latin typeface="Arial"/>
                    <a:cs typeface="Arial"/>
                  </a:rPr>
                  <a:t>+</a:t>
                </a:r>
                <a:r>
                  <a:rPr lang="en-US" sz="1200" spc="-70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i="1" spc="-20" dirty="0">
                    <a:solidFill>
                      <a:srgbClr val="FFFFFF"/>
                    </a:solidFill>
                    <a:latin typeface="Arial"/>
                    <a:cs typeface="Arial"/>
                  </a:rPr>
                  <a:t>Bu</a:t>
                </a:r>
                <a:r>
                  <a:rPr lang="en-US" sz="1200" i="1" spc="-10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spc="200" dirty="0">
                    <a:solidFill>
                      <a:srgbClr val="FFFFFF"/>
                    </a:solidFill>
                    <a:latin typeface="Arial"/>
                    <a:cs typeface="Arial"/>
                  </a:rPr>
                  <a:t>+</a:t>
                </a:r>
                <a:r>
                  <a:rPr lang="en-US" sz="1200" spc="-6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i="1" spc="-40" dirty="0">
                    <a:solidFill>
                      <a:srgbClr val="FFFFFF"/>
                    </a:solidFill>
                    <a:latin typeface="Arial"/>
                    <a:cs typeface="Arial"/>
                  </a:rPr>
                  <a:t>L</a:t>
                </a:r>
                <a:r>
                  <a:rPr lang="en-US" sz="1200" i="1" spc="-13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dirty="0">
                    <a:solidFill>
                      <a:srgbClr val="FFFFFF"/>
                    </a:solidFill>
                    <a:latin typeface="Arial"/>
                    <a:cs typeface="Arial"/>
                  </a:rPr>
                  <a:t>(</a:t>
                </a:r>
                <a:r>
                  <a:rPr lang="en-US" sz="1200" i="1" dirty="0">
                    <a:solidFill>
                      <a:srgbClr val="FFFFFF"/>
                    </a:solidFill>
                    <a:latin typeface="Arial"/>
                    <a:cs typeface="Arial"/>
                  </a:rPr>
                  <a:t>y</a:t>
                </a:r>
                <a:r>
                  <a:rPr lang="en-US" sz="1200" i="1" spc="6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i="1" spc="200" dirty="0">
                    <a:solidFill>
                      <a:srgbClr val="FFFFFF"/>
                    </a:solidFill>
                    <a:latin typeface="Menlo"/>
                    <a:cs typeface="Menlo"/>
                  </a:rPr>
                  <a:t>−</a:t>
                </a:r>
                <a:r>
                  <a:rPr lang="en-US" sz="1200" i="1" spc="-459" dirty="0">
                    <a:solidFill>
                      <a:srgbClr val="FFFFFF"/>
                    </a:solidFill>
                    <a:latin typeface="Menlo"/>
                    <a:cs typeface="Menlo"/>
                  </a:rPr>
                  <a:t> </a:t>
                </a:r>
                <a:r>
                  <a:rPr lang="en-US" sz="1200" i="1" spc="-130" dirty="0">
                    <a:solidFill>
                      <a:srgbClr val="FFFFFF"/>
                    </a:solidFill>
                    <a:latin typeface="Arial"/>
                    <a:cs typeface="Arial"/>
                  </a:rPr>
                  <a:t>C</a:t>
                </a:r>
                <a:r>
                  <a:rPr lang="en-US" sz="1200" i="1" spc="-18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i="1" spc="-445" dirty="0">
                    <a:solidFill>
                      <a:srgbClr val="FFFFFF"/>
                    </a:solidFill>
                    <a:latin typeface="Arial"/>
                    <a:cs typeface="Arial"/>
                  </a:rPr>
                  <a:t>x</a:t>
                </a:r>
                <a:r>
                  <a:rPr lang="en-US" sz="1200" spc="60" dirty="0">
                    <a:solidFill>
                      <a:srgbClr val="FFFFFF"/>
                    </a:solidFill>
                    <a:latin typeface="Arial"/>
                    <a:cs typeface="Arial"/>
                  </a:rPr>
                  <a:t>ˆ</a:t>
                </a:r>
                <a:r>
                  <a:rPr lang="en-US" sz="1200" spc="75" dirty="0">
                    <a:solidFill>
                      <a:srgbClr val="FFFFFF"/>
                    </a:solidFill>
                    <a:latin typeface="Arial"/>
                    <a:cs typeface="Arial"/>
                  </a:rPr>
                  <a:t>)</a:t>
                </a:r>
                <a:r>
                  <a:rPr lang="en-US" sz="1200" spc="-130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i="1" dirty="0">
                    <a:solidFill>
                      <a:srgbClr val="FFFFFF"/>
                    </a:solidFill>
                    <a:latin typeface="Times New Roman"/>
                    <a:cs typeface="Times New Roman"/>
                  </a:rPr>
                  <a:t>,</a:t>
                </a:r>
                <a:r>
                  <a:rPr lang="en-US" sz="1200" i="1" spc="290" dirty="0">
                    <a:solidFill>
                      <a:srgbClr val="FFFFFF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US" sz="1200" i="1" spc="-484" dirty="0">
                    <a:solidFill>
                      <a:srgbClr val="FFFFFF"/>
                    </a:solidFill>
                    <a:latin typeface="Arial"/>
                    <a:cs typeface="Arial"/>
                  </a:rPr>
                  <a:t>x</a:t>
                </a:r>
                <a:r>
                  <a:rPr lang="en-US" sz="1200" spc="20" dirty="0">
                    <a:solidFill>
                      <a:srgbClr val="FFFFFF"/>
                    </a:solidFill>
                    <a:latin typeface="Arial"/>
                    <a:cs typeface="Arial"/>
                  </a:rPr>
                  <a:t>ˆ</a:t>
                </a:r>
                <a:r>
                  <a:rPr lang="en-US" sz="1200" spc="35" dirty="0">
                    <a:solidFill>
                      <a:srgbClr val="FFFFFF"/>
                    </a:solidFill>
                    <a:latin typeface="Arial"/>
                    <a:cs typeface="Arial"/>
                  </a:rPr>
                  <a:t>(0)</a:t>
                </a:r>
                <a:r>
                  <a:rPr lang="en-US" sz="1200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spc="200" dirty="0">
                    <a:solidFill>
                      <a:srgbClr val="FFFFFF"/>
                    </a:solidFill>
                    <a:latin typeface="Arial"/>
                    <a:cs typeface="Arial"/>
                  </a:rPr>
                  <a:t>=</a:t>
                </a:r>
                <a:r>
                  <a:rPr lang="en-US" sz="1200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spc="-50" dirty="0">
                    <a:solidFill>
                      <a:srgbClr val="FFFFFF"/>
                    </a:solidFill>
                    <a:latin typeface="Arial"/>
                    <a:cs typeface="Arial"/>
                  </a:rPr>
                  <a:t>0</a:t>
                </a:r>
                <a:endParaRPr lang="en-US" sz="1200" dirty="0">
                  <a:latin typeface="Arial"/>
                  <a:cs typeface="Arial"/>
                </a:endParaRPr>
              </a:p>
              <a:p>
                <a:pPr marL="1181735">
                  <a:lnSpc>
                    <a:spcPct val="100000"/>
                  </a:lnSpc>
                  <a:spcBef>
                    <a:spcPts val="305"/>
                  </a:spcBef>
                </a:pPr>
                <a:r>
                  <a:rPr lang="en-US" sz="1200" spc="200" dirty="0">
                    <a:solidFill>
                      <a:srgbClr val="FFFFFF"/>
                    </a:solidFill>
                    <a:latin typeface="Arial"/>
                    <a:cs typeface="Arial"/>
                  </a:rPr>
                  <a:t>=</a:t>
                </a:r>
                <a:r>
                  <a:rPr lang="en-US" sz="1200" spc="-1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dirty="0">
                    <a:solidFill>
                      <a:srgbClr val="FFFFFF"/>
                    </a:solidFill>
                    <a:latin typeface="Arial"/>
                    <a:cs typeface="Arial"/>
                  </a:rPr>
                  <a:t>(</a:t>
                </a:r>
                <a:r>
                  <a:rPr lang="en-US" sz="1200" i="1" dirty="0">
                    <a:solidFill>
                      <a:srgbClr val="FFFFFF"/>
                    </a:solidFill>
                    <a:latin typeface="Arial"/>
                    <a:cs typeface="Arial"/>
                  </a:rPr>
                  <a:t>A</a:t>
                </a:r>
                <a:r>
                  <a:rPr lang="en-US" sz="1200" i="1" spc="-70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i="1" spc="200" dirty="0">
                    <a:solidFill>
                      <a:srgbClr val="FFFFFF"/>
                    </a:solidFill>
                    <a:latin typeface="Menlo"/>
                    <a:cs typeface="Menlo"/>
                  </a:rPr>
                  <a:t>−</a:t>
                </a:r>
                <a:r>
                  <a:rPr lang="en-US" sz="1200" i="1" spc="-459" dirty="0">
                    <a:solidFill>
                      <a:srgbClr val="FFFFFF"/>
                    </a:solidFill>
                    <a:latin typeface="Menlo"/>
                    <a:cs typeface="Menlo"/>
                  </a:rPr>
                  <a:t> </a:t>
                </a:r>
                <a:r>
                  <a:rPr lang="en-US" sz="1200" i="1" spc="-85" dirty="0">
                    <a:solidFill>
                      <a:srgbClr val="FFFFFF"/>
                    </a:solidFill>
                    <a:latin typeface="Arial"/>
                    <a:cs typeface="Arial"/>
                  </a:rPr>
                  <a:t>LC</a:t>
                </a:r>
                <a:r>
                  <a:rPr lang="en-US" sz="1200" i="1" spc="-190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spc="50" dirty="0">
                    <a:solidFill>
                      <a:srgbClr val="FFFFFF"/>
                    </a:solidFill>
                    <a:latin typeface="Arial"/>
                    <a:cs typeface="Arial"/>
                  </a:rPr>
                  <a:t>)</a:t>
                </a:r>
                <a:r>
                  <a:rPr lang="en-US" sz="1200" spc="-13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i="1" spc="-440" dirty="0">
                    <a:solidFill>
                      <a:srgbClr val="FFFFFF"/>
                    </a:solidFill>
                    <a:latin typeface="Arial"/>
                    <a:cs typeface="Arial"/>
                  </a:rPr>
                  <a:t>x</a:t>
                </a:r>
                <a:r>
                  <a:rPr lang="en-US" sz="1200" spc="80" dirty="0">
                    <a:solidFill>
                      <a:srgbClr val="FFFFFF"/>
                    </a:solidFill>
                    <a:latin typeface="Arial"/>
                    <a:cs typeface="Arial"/>
                  </a:rPr>
                  <a:t>ˆ</a:t>
                </a:r>
                <a:r>
                  <a:rPr lang="en-US" sz="1200" spc="-90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spc="200" dirty="0">
                    <a:solidFill>
                      <a:srgbClr val="FFFFFF"/>
                    </a:solidFill>
                    <a:latin typeface="Arial"/>
                    <a:cs typeface="Arial"/>
                  </a:rPr>
                  <a:t>+</a:t>
                </a:r>
                <a:r>
                  <a:rPr lang="en-US" sz="1200" spc="-70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i="1" spc="-45" dirty="0">
                    <a:solidFill>
                      <a:srgbClr val="FFFFFF"/>
                    </a:solidFill>
                    <a:latin typeface="Arial"/>
                    <a:cs typeface="Arial"/>
                  </a:rPr>
                  <a:t>LCx</a:t>
                </a:r>
                <a:r>
                  <a:rPr lang="en-US" sz="1200" i="1" spc="3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spc="200" dirty="0">
                    <a:solidFill>
                      <a:srgbClr val="FFFFFF"/>
                    </a:solidFill>
                    <a:latin typeface="Arial"/>
                    <a:cs typeface="Arial"/>
                  </a:rPr>
                  <a:t>+</a:t>
                </a:r>
                <a:r>
                  <a:rPr lang="en-US" sz="1200" spc="-70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i="1" spc="-25" dirty="0">
                    <a:solidFill>
                      <a:srgbClr val="FFFFFF"/>
                    </a:solidFill>
                    <a:latin typeface="Arial"/>
                    <a:cs typeface="Arial"/>
                  </a:rPr>
                  <a:t>Bu</a:t>
                </a:r>
                <a:endParaRPr lang="en-US" sz="1200" dirty="0">
                  <a:latin typeface="Arial"/>
                  <a:cs typeface="Arial"/>
                </a:endParaRPr>
              </a:p>
              <a:p>
                <a:pPr>
                  <a:lnSpc>
                    <a:spcPct val="100000"/>
                  </a:lnSpc>
                  <a:spcBef>
                    <a:spcPts val="120"/>
                  </a:spcBef>
                </a:pPr>
                <a:endParaRPr lang="en-US" sz="1200" dirty="0">
                  <a:latin typeface="Arial"/>
                  <a:cs typeface="Arial"/>
                </a:endParaRPr>
              </a:p>
              <a:p>
                <a:pPr marL="50800">
                  <a:lnSpc>
                    <a:spcPct val="100000"/>
                  </a:lnSpc>
                </a:pPr>
                <a:r>
                  <a:rPr lang="en-US" sz="1800" spc="300" baseline="4629" dirty="0">
                    <a:solidFill>
                      <a:srgbClr val="7F7F7F"/>
                    </a:solidFill>
                    <a:latin typeface="Arial Unicode MS"/>
                    <a:cs typeface="Arial Unicode MS"/>
                  </a:rPr>
                  <a:t>▶</a:t>
                </a:r>
                <a:r>
                  <a:rPr lang="en-US" sz="1800" spc="307" baseline="4629" dirty="0">
                    <a:solidFill>
                      <a:srgbClr val="7F7F7F"/>
                    </a:solidFill>
                    <a:latin typeface="Arial Unicode MS"/>
                    <a:cs typeface="Arial Unicode MS"/>
                  </a:rPr>
                  <a:t> </a:t>
                </a:r>
                <a:r>
                  <a:rPr lang="en-US" sz="1200" spc="-65" dirty="0">
                    <a:solidFill>
                      <a:srgbClr val="FFFFFF"/>
                    </a:solidFill>
                    <a:latin typeface="Arial"/>
                    <a:cs typeface="Arial"/>
                  </a:rPr>
                  <a:t>augmented</a:t>
                </a:r>
                <a:r>
                  <a:rPr lang="en-US" sz="1200" spc="30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spc="-10" dirty="0">
                    <a:solidFill>
                      <a:srgbClr val="FFFFFF"/>
                    </a:solidFill>
                    <a:latin typeface="Arial"/>
                    <a:cs typeface="Arial"/>
                  </a:rPr>
                  <a:t>system</a:t>
                </a:r>
                <a:endParaRPr sz="1200" dirty="0">
                  <a:latin typeface="Arial"/>
                  <a:cs typeface="Arial"/>
                </a:endParaRPr>
              </a:p>
            </p:txBody>
          </p:sp>
        </mc:Choice>
        <mc:Fallback xmlns="">
          <p:sp>
            <p:nvSpPr>
              <p:cNvPr id="3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742" y="518563"/>
                <a:ext cx="3747135" cy="2076338"/>
              </a:xfrm>
              <a:prstGeom prst="rect">
                <a:avLst/>
              </a:prstGeom>
              <a:blipFill>
                <a:blip r:embed="rId2"/>
                <a:stretch>
                  <a:fillRect l="-1138" t="-2346" b="-29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object 13"/>
          <p:cNvSpPr/>
          <p:nvPr/>
        </p:nvSpPr>
        <p:spPr>
          <a:xfrm>
            <a:off x="0" y="3346284"/>
            <a:ext cx="4608195" cy="109855"/>
          </a:xfrm>
          <a:custGeom>
            <a:avLst/>
            <a:gdLst/>
            <a:ahLst/>
            <a:cxnLst/>
            <a:rect l="l" t="t" r="r" b="b"/>
            <a:pathLst>
              <a:path w="4608195" h="109854">
                <a:moveTo>
                  <a:pt x="4607928" y="0"/>
                </a:moveTo>
                <a:lnTo>
                  <a:pt x="3071939" y="0"/>
                </a:lnTo>
                <a:lnTo>
                  <a:pt x="1535963" y="0"/>
                </a:lnTo>
                <a:lnTo>
                  <a:pt x="0" y="0"/>
                </a:lnTo>
                <a:lnTo>
                  <a:pt x="0" y="109715"/>
                </a:lnTo>
                <a:lnTo>
                  <a:pt x="1535963" y="109715"/>
                </a:lnTo>
                <a:lnTo>
                  <a:pt x="3071939" y="109715"/>
                </a:lnTo>
                <a:lnTo>
                  <a:pt x="4607928" y="109715"/>
                </a:lnTo>
                <a:lnTo>
                  <a:pt x="4607928" y="0"/>
                </a:lnTo>
                <a:close/>
              </a:path>
            </a:pathLst>
          </a:custGeom>
          <a:solidFill>
            <a:srgbClr val="1919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0" dirty="0"/>
              <a:t>Mod</a:t>
            </a:r>
            <a:r>
              <a:rPr spc="125" dirty="0"/>
              <a:t> </a:t>
            </a:r>
            <a:r>
              <a:rPr spc="10" dirty="0"/>
              <a:t>Ctrl</a:t>
            </a:r>
            <a:r>
              <a:rPr spc="130" dirty="0"/>
              <a:t> </a:t>
            </a:r>
            <a:r>
              <a:rPr spc="10" dirty="0"/>
              <a:t>Intro</a:t>
            </a:r>
            <a:r>
              <a:rPr spc="415" dirty="0"/>
              <a:t> </a:t>
            </a:r>
            <a:r>
              <a:rPr spc="50" dirty="0"/>
              <a:t>(w</a:t>
            </a:r>
            <a:r>
              <a:rPr spc="125" dirty="0"/>
              <a:t> </a:t>
            </a:r>
            <a:r>
              <a:rPr spc="10" dirty="0"/>
              <a:t>Matlab</a:t>
            </a:r>
            <a:r>
              <a:rPr spc="130" dirty="0"/>
              <a:t> </a:t>
            </a:r>
            <a:r>
              <a:rPr spc="125" dirty="0"/>
              <a:t>&amp;</a:t>
            </a:r>
            <a:r>
              <a:rPr spc="130" dirty="0"/>
              <a:t> </a:t>
            </a:r>
            <a:r>
              <a:rPr spc="-10" dirty="0"/>
              <a:t>Python)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665249" y="3338410"/>
            <a:ext cx="1277620" cy="1225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00" dirty="0">
                <a:solidFill>
                  <a:srgbClr val="BF447D"/>
                </a:solidFill>
                <a:latin typeface="Arial"/>
                <a:cs typeface="Arial"/>
                <a:hlinkClick r:id="rId3" action="ppaction://hlinksldjump"/>
              </a:rPr>
              <a:t>Observers</a:t>
            </a:r>
            <a:r>
              <a:rPr sz="600" spc="135" dirty="0">
                <a:solidFill>
                  <a:srgbClr val="BF447D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600" dirty="0">
                <a:solidFill>
                  <a:srgbClr val="BF447D"/>
                </a:solidFill>
                <a:latin typeface="Arial"/>
                <a:cs typeface="Arial"/>
                <a:hlinkClick r:id="rId3" action="ppaction://hlinksldjump"/>
              </a:rPr>
              <a:t>and</a:t>
            </a:r>
            <a:r>
              <a:rPr sz="600" spc="140" dirty="0">
                <a:solidFill>
                  <a:srgbClr val="BF447D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600" dirty="0">
                <a:solidFill>
                  <a:srgbClr val="BF447D"/>
                </a:solidFill>
                <a:latin typeface="Arial"/>
                <a:cs typeface="Arial"/>
                <a:hlinkClick r:id="rId3" action="ppaction://hlinksldjump"/>
              </a:rPr>
              <a:t>Observer</a:t>
            </a:r>
            <a:r>
              <a:rPr sz="600" spc="140" dirty="0">
                <a:solidFill>
                  <a:srgbClr val="BF447D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600" dirty="0">
                <a:solidFill>
                  <a:srgbClr val="BF447D"/>
                </a:solidFill>
                <a:latin typeface="Arial"/>
                <a:cs typeface="Arial"/>
                <a:hlinkClick r:id="rId3" action="ppaction://hlinksldjump"/>
              </a:rPr>
              <a:t>State</a:t>
            </a:r>
            <a:r>
              <a:rPr sz="600" spc="140" dirty="0">
                <a:solidFill>
                  <a:srgbClr val="BF447D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600" spc="30" dirty="0">
                <a:solidFill>
                  <a:srgbClr val="BF447D"/>
                </a:solidFill>
                <a:latin typeface="Arial"/>
                <a:cs typeface="Arial"/>
                <a:hlinkClick r:id="rId3" action="ppaction://hlinksldjump"/>
              </a:rPr>
              <a:t>FB</a:t>
            </a:r>
            <a:endParaRPr sz="6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275163" y="3338410"/>
            <a:ext cx="278130" cy="1225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00" dirty="0">
                <a:solidFill>
                  <a:srgbClr val="E5E5E5"/>
                </a:solidFill>
                <a:latin typeface="Arial"/>
                <a:cs typeface="Arial"/>
              </a:rPr>
              <a:t>16</a:t>
            </a:r>
            <a:r>
              <a:rPr sz="600" spc="-40" dirty="0">
                <a:solidFill>
                  <a:srgbClr val="E5E5E5"/>
                </a:solidFill>
                <a:latin typeface="Arial"/>
                <a:cs typeface="Arial"/>
              </a:rPr>
              <a:t> </a:t>
            </a:r>
            <a:r>
              <a:rPr sz="600" spc="185" dirty="0">
                <a:solidFill>
                  <a:srgbClr val="E5E5E5"/>
                </a:solidFill>
                <a:latin typeface="Arial"/>
                <a:cs typeface="Arial"/>
              </a:rPr>
              <a:t>/</a:t>
            </a:r>
            <a:r>
              <a:rPr sz="600" spc="-40" dirty="0">
                <a:solidFill>
                  <a:srgbClr val="E5E5E5"/>
                </a:solidFill>
                <a:latin typeface="Arial"/>
                <a:cs typeface="Arial"/>
              </a:rPr>
              <a:t> </a:t>
            </a:r>
            <a:r>
              <a:rPr sz="600" spc="-25" dirty="0">
                <a:solidFill>
                  <a:srgbClr val="E5E5E5"/>
                </a:solidFill>
                <a:latin typeface="Arial"/>
                <a:cs typeface="Arial"/>
              </a:rPr>
              <a:t>27</a:t>
            </a:r>
            <a:endParaRPr sz="600">
              <a:latin typeface="Arial"/>
              <a:cs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4A40F743-F86A-8642-46B3-D53E71857941}"/>
                  </a:ext>
                </a:extLst>
              </p:cNvPr>
              <p:cNvSpPr txBox="1"/>
              <p:nvPr/>
            </p:nvSpPr>
            <p:spPr>
              <a:xfrm>
                <a:off x="1249988" y="2720975"/>
                <a:ext cx="2108141" cy="32868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acc>
                                  <m:accPr>
                                    <m:chr m:val="̇"/>
                                    <m:ctrlPr>
                                      <a:rPr lang="en-US" altLang="zh-CN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</m:e>
                            </m:mr>
                            <m:mr>
                              <m:e>
                                <m:acc>
                                  <m:accPr>
                                    <m:chr m:val="̇"/>
                                    <m:ctrlPr>
                                      <a:rPr lang="en-US" altLang="zh-CN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altLang="zh-CN" sz="1200" b="0" i="1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sz="1200" b="0" i="1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acc>
                                  </m:e>
                                </m:acc>
                              </m:e>
                            </m:mr>
                          </m:m>
                        </m:e>
                      </m:d>
                      <m:r>
                        <a:rPr lang="en-US" altLang="zh-CN" sz="1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e>
                                <m:r>
                                  <a:rPr lang="en-US" altLang="zh-CN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𝐿𝐶</m:t>
                                </m:r>
                              </m:e>
                              <m:e>
                                <m:r>
                                  <a:rPr lang="en-US" altLang="zh-CN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US" altLang="zh-CN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CN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𝐿𝐶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mr>
                            <m:m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altLang="zh-CN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</m:e>
                            </m:mr>
                          </m:m>
                        </m:e>
                      </m:d>
                      <m:r>
                        <a:rPr lang="en-US" altLang="zh-CN" sz="1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CN" sz="1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zh-CN" altLang="en-US" sz="12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4A40F743-F86A-8642-46B3-D53E718579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9988" y="2720975"/>
                <a:ext cx="2108141" cy="328680"/>
              </a:xfrm>
              <a:prstGeom prst="rect">
                <a:avLst/>
              </a:prstGeom>
              <a:blipFill>
                <a:blip r:embed="rId4"/>
                <a:stretch>
                  <a:fillRect t="-3704" r="-289" b="-129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cut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60916"/>
            <a:ext cx="2585720" cy="2882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130" dirty="0"/>
              <a:t>Luenberger</a:t>
            </a:r>
            <a:r>
              <a:rPr spc="70" dirty="0"/>
              <a:t> </a:t>
            </a:r>
            <a:r>
              <a:rPr spc="-140" dirty="0"/>
              <a:t>observer</a:t>
            </a:r>
            <a:r>
              <a:rPr spc="70" dirty="0"/>
              <a:t> </a:t>
            </a:r>
            <a:r>
              <a:rPr spc="-120" dirty="0"/>
              <a:t>summary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15442" y="481200"/>
            <a:ext cx="2013408" cy="19684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800" spc="300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▶</a:t>
            </a:r>
            <a:r>
              <a:rPr sz="1800" spc="307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 </a:t>
            </a:r>
            <a:r>
              <a:rPr sz="1200" spc="-65" dirty="0">
                <a:solidFill>
                  <a:srgbClr val="FFFFFF"/>
                </a:solidFill>
                <a:latin typeface="Arial"/>
                <a:cs typeface="Arial"/>
              </a:rPr>
              <a:t>augmented</a:t>
            </a:r>
            <a:r>
              <a:rPr sz="1200" spc="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45" dirty="0">
                <a:solidFill>
                  <a:srgbClr val="FFFFFF"/>
                </a:solidFill>
                <a:latin typeface="Arial"/>
                <a:cs typeface="Arial"/>
              </a:rPr>
              <a:t>system</a:t>
            </a:r>
            <a:endParaRPr sz="1200" dirty="0">
              <a:latin typeface="Arial"/>
              <a:cs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object 13"/>
              <p:cNvSpPr txBox="1"/>
              <p:nvPr/>
            </p:nvSpPr>
            <p:spPr>
              <a:xfrm>
                <a:off x="202742" y="1226538"/>
                <a:ext cx="4350551" cy="773417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1165860">
                  <a:lnSpc>
                    <a:spcPct val="100000"/>
                  </a:lnSpc>
                  <a:spcBef>
                    <a:spcPts val="95"/>
                  </a:spcBef>
                </a:pPr>
                <a:r>
                  <a:rPr lang="en-US" sz="1200" i="1" dirty="0">
                    <a:solidFill>
                      <a:srgbClr val="FFFFFF"/>
                    </a:solidFill>
                    <a:latin typeface="Arial"/>
                    <a:cs typeface="Arial"/>
                  </a:rPr>
                  <a:t>y</a:t>
                </a:r>
                <a:r>
                  <a:rPr lang="en-US" sz="1200" i="1" spc="8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spc="200" dirty="0">
                    <a:solidFill>
                      <a:srgbClr val="FFFFFF"/>
                    </a:solidFill>
                    <a:latin typeface="Arial"/>
                    <a:cs typeface="Arial"/>
                  </a:rPr>
                  <a:t>=</a:t>
                </a:r>
                <a:r>
                  <a:rPr lang="en-US" sz="1200" spc="-30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i="1" spc="-25" dirty="0">
                    <a:solidFill>
                      <a:srgbClr val="FFFFFF"/>
                    </a:solidFill>
                    <a:latin typeface="Arial"/>
                    <a:cs typeface="Arial"/>
                  </a:rPr>
                  <a:t>Cx</a:t>
                </a:r>
                <a:endParaRPr lang="en-US" sz="1200" dirty="0">
                  <a:latin typeface="Arial"/>
                  <a:cs typeface="Arial"/>
                </a:endParaRPr>
              </a:p>
              <a:p>
                <a:pPr>
                  <a:lnSpc>
                    <a:spcPct val="100000"/>
                  </a:lnSpc>
                  <a:spcBef>
                    <a:spcPts val="40"/>
                  </a:spcBef>
                </a:pPr>
                <a:endParaRPr lang="en-US" sz="1200" dirty="0">
                  <a:latin typeface="Arial"/>
                  <a:cs typeface="Arial"/>
                </a:endParaRPr>
              </a:p>
              <a:p>
                <a:pPr marL="50800">
                  <a:lnSpc>
                    <a:spcPct val="100000"/>
                  </a:lnSpc>
                  <a:spcBef>
                    <a:spcPts val="5"/>
                  </a:spcBef>
                </a:pPr>
                <a:r>
                  <a:rPr lang="en-US" sz="1800" spc="300" baseline="4629" dirty="0">
                    <a:solidFill>
                      <a:srgbClr val="7F7F7F"/>
                    </a:solidFill>
                    <a:latin typeface="Arial Unicode MS"/>
                    <a:cs typeface="Arial Unicode MS"/>
                  </a:rPr>
                  <a:t>▶</a:t>
                </a:r>
                <a:r>
                  <a:rPr lang="en-US" sz="1800" spc="157" baseline="4629" dirty="0">
                    <a:solidFill>
                      <a:srgbClr val="7F7F7F"/>
                    </a:solidFill>
                    <a:latin typeface="Arial Unicode MS"/>
                    <a:cs typeface="Arial Unicode MS"/>
                  </a:rPr>
                  <a:t> </a:t>
                </a:r>
                <a:r>
                  <a:rPr lang="en-US" sz="1200" dirty="0">
                    <a:solidFill>
                      <a:srgbClr val="FFFFFF"/>
                    </a:solidFill>
                    <a:latin typeface="Arial"/>
                    <a:cs typeface="Arial"/>
                  </a:rPr>
                  <a:t>to</a:t>
                </a:r>
                <a:r>
                  <a:rPr lang="en-US" sz="1200" spc="-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spc="-150" dirty="0">
                    <a:solidFill>
                      <a:srgbClr val="FFFFFF"/>
                    </a:solidFill>
                    <a:latin typeface="Arial"/>
                    <a:cs typeface="Arial"/>
                  </a:rPr>
                  <a:t>see</a:t>
                </a:r>
                <a:r>
                  <a:rPr lang="en-US" sz="1200" spc="5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dirty="0">
                    <a:solidFill>
                      <a:srgbClr val="FFFFFF"/>
                    </a:solidFill>
                    <a:latin typeface="Arial"/>
                    <a:cs typeface="Arial"/>
                  </a:rPr>
                  <a:t>the </a:t>
                </a:r>
                <a:r>
                  <a:rPr lang="en-US" sz="1200" spc="-20" dirty="0">
                    <a:solidFill>
                      <a:srgbClr val="FFFFFF"/>
                    </a:solidFill>
                    <a:latin typeface="Arial"/>
                    <a:cs typeface="Arial"/>
                  </a:rPr>
                  <a:t>distribution</a:t>
                </a:r>
                <a:r>
                  <a:rPr lang="en-US" sz="1200" spc="-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dirty="0">
                    <a:solidFill>
                      <a:srgbClr val="FFFFFF"/>
                    </a:solidFill>
                    <a:latin typeface="Arial"/>
                    <a:cs typeface="Arial"/>
                  </a:rPr>
                  <a:t>of </a:t>
                </a:r>
                <a:r>
                  <a:rPr lang="en-US" sz="1200" spc="-80" dirty="0">
                    <a:solidFill>
                      <a:srgbClr val="FFFFFF"/>
                    </a:solidFill>
                    <a:latin typeface="Arial"/>
                    <a:cs typeface="Arial"/>
                  </a:rPr>
                  <a:t>eigenvalues,</a:t>
                </a:r>
                <a:r>
                  <a:rPr lang="en-US" sz="1200" spc="-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spc="-25" dirty="0">
                    <a:solidFill>
                      <a:srgbClr val="FFFFFF"/>
                    </a:solidFill>
                    <a:latin typeface="Arial"/>
                    <a:cs typeface="Arial"/>
                  </a:rPr>
                  <a:t>note</a:t>
                </a:r>
                <a:r>
                  <a:rPr lang="en-US" sz="1200" dirty="0">
                    <a:solidFill>
                      <a:srgbClr val="FFFFFF"/>
                    </a:solidFill>
                    <a:latin typeface="Arial"/>
                    <a:cs typeface="Arial"/>
                  </a:rPr>
                  <a:t> the</a:t>
                </a:r>
                <a:r>
                  <a:rPr lang="en-US" sz="1200" spc="-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spc="-35" dirty="0">
                    <a:solidFill>
                      <a:srgbClr val="FFFFFF"/>
                    </a:solidFill>
                    <a:latin typeface="Arial"/>
                    <a:cs typeface="Arial"/>
                  </a:rPr>
                  <a:t>error</a:t>
                </a:r>
                <a:r>
                  <a:rPr lang="en-US" sz="1200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spc="-20" dirty="0">
                    <a:solidFill>
                      <a:srgbClr val="FFFFFF"/>
                    </a:solidFill>
                    <a:latin typeface="Arial"/>
                    <a:cs typeface="Arial"/>
                  </a:rPr>
                  <a:t>dynamics</a:t>
                </a:r>
                <a:endParaRPr lang="en-US" sz="1200" dirty="0">
                  <a:latin typeface="Arial"/>
                  <a:cs typeface="Arial"/>
                </a:endParaRPr>
              </a:p>
              <a:p>
                <a:pPr marL="243204">
                  <a:lnSpc>
                    <a:spcPct val="100000"/>
                  </a:lnSpc>
                </a:pP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altLang="zh-CN" sz="1200" b="0" i="1" spc="-260" dirty="0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</m:ctrlPr>
                      </m:accPr>
                      <m:e>
                        <m:r>
                          <a:rPr lang="zh-CN" altLang="en-US" sz="1200" b="0" i="1" spc="-260" dirty="0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  <m:t>𝑒</m:t>
                        </m:r>
                      </m:e>
                    </m:acc>
                  </m:oMath>
                </a14:m>
                <a:r>
                  <a:rPr lang="en-US" sz="1200" spc="200" dirty="0">
                    <a:solidFill>
                      <a:srgbClr val="FFFFFF"/>
                    </a:solidFill>
                    <a:latin typeface="Arial"/>
                    <a:cs typeface="Arial"/>
                  </a:rPr>
                  <a:t> =</a:t>
                </a:r>
                <a:r>
                  <a:rPr lang="en-US" sz="1200" spc="-40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dirty="0">
                    <a:solidFill>
                      <a:srgbClr val="FFFFFF"/>
                    </a:solidFill>
                    <a:latin typeface="Arial"/>
                    <a:cs typeface="Arial"/>
                  </a:rPr>
                  <a:t>(</a:t>
                </a:r>
                <a:r>
                  <a:rPr lang="en-US" sz="1200" i="1" dirty="0">
                    <a:solidFill>
                      <a:srgbClr val="FFFFFF"/>
                    </a:solidFill>
                    <a:latin typeface="Arial"/>
                    <a:cs typeface="Arial"/>
                  </a:rPr>
                  <a:t>A</a:t>
                </a:r>
                <a:r>
                  <a:rPr lang="en-US" sz="1200" i="1" spc="-7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i="1" spc="200" dirty="0">
                    <a:solidFill>
                      <a:srgbClr val="FFFFFF"/>
                    </a:solidFill>
                    <a:latin typeface="Menlo"/>
                    <a:cs typeface="Menlo"/>
                  </a:rPr>
                  <a:t>−</a:t>
                </a:r>
                <a:r>
                  <a:rPr lang="en-US" sz="1200" i="1" spc="-459" dirty="0">
                    <a:solidFill>
                      <a:srgbClr val="FFFFFF"/>
                    </a:solidFill>
                    <a:latin typeface="Menlo"/>
                    <a:cs typeface="Menlo"/>
                  </a:rPr>
                  <a:t> </a:t>
                </a:r>
                <a:r>
                  <a:rPr lang="en-US" sz="1200" i="1" spc="-85" dirty="0">
                    <a:solidFill>
                      <a:srgbClr val="FFFFFF"/>
                    </a:solidFill>
                    <a:latin typeface="Arial"/>
                    <a:cs typeface="Arial"/>
                  </a:rPr>
                  <a:t>LC</a:t>
                </a:r>
                <a:r>
                  <a:rPr lang="en-US" sz="1200" i="1" spc="-190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dirty="0">
                    <a:solidFill>
                      <a:srgbClr val="FFFFFF"/>
                    </a:solidFill>
                    <a:latin typeface="Arial"/>
                    <a:cs typeface="Arial"/>
                  </a:rPr>
                  <a:t>)</a:t>
                </a:r>
                <a:r>
                  <a:rPr lang="en-US" sz="1200" i="1" dirty="0">
                    <a:solidFill>
                      <a:srgbClr val="FFFFFF"/>
                    </a:solidFill>
                    <a:latin typeface="Arial"/>
                    <a:cs typeface="Arial"/>
                  </a:rPr>
                  <a:t>e</a:t>
                </a:r>
                <a:r>
                  <a:rPr lang="en-US" sz="1200" i="1" spc="6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i="1" spc="409" dirty="0">
                    <a:solidFill>
                      <a:srgbClr val="FFFFFF"/>
                    </a:solidFill>
                    <a:latin typeface="Menlo"/>
                    <a:cs typeface="Menlo"/>
                  </a:rPr>
                  <a:t>⇒</a:t>
                </a:r>
                <a:endParaRPr sz="1200" dirty="0">
                  <a:latin typeface="Menlo"/>
                  <a:cs typeface="Menlo"/>
                </a:endParaRPr>
              </a:p>
            </p:txBody>
          </p:sp>
        </mc:Choice>
        <mc:Fallback xmlns="">
          <p:sp>
            <p:nvSpPr>
              <p:cNvPr id="13" name="object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742" y="1226538"/>
                <a:ext cx="4350551" cy="773417"/>
              </a:xfrm>
              <a:prstGeom prst="rect">
                <a:avLst/>
              </a:prstGeom>
              <a:blipFill>
                <a:blip r:embed="rId2"/>
                <a:stretch>
                  <a:fillRect l="-980" t="-5512" b="-94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object 24"/>
          <p:cNvSpPr txBox="1"/>
          <p:nvPr/>
        </p:nvSpPr>
        <p:spPr>
          <a:xfrm>
            <a:off x="433260" y="2607282"/>
            <a:ext cx="4310190" cy="19684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i="1" spc="-35" dirty="0">
                <a:solidFill>
                  <a:srgbClr val="FFFFFF"/>
                </a:solidFill>
                <a:latin typeface="Menlo"/>
                <a:cs typeface="Menlo"/>
              </a:rPr>
              <a:t>⇒</a:t>
            </a:r>
            <a:r>
              <a:rPr sz="1200" spc="-35" dirty="0">
                <a:solidFill>
                  <a:srgbClr val="FFFFFF"/>
                </a:solidFill>
                <a:latin typeface="Arial"/>
                <a:cs typeface="Arial"/>
              </a:rPr>
              <a:t>eigenvalues</a:t>
            </a:r>
            <a:r>
              <a:rPr sz="1200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85" dirty="0">
                <a:solidFill>
                  <a:srgbClr val="FFFFFF"/>
                </a:solidFill>
                <a:latin typeface="Arial"/>
                <a:cs typeface="Arial"/>
              </a:rPr>
              <a:t>are</a:t>
            </a:r>
            <a:r>
              <a:rPr sz="1200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85" dirty="0">
                <a:solidFill>
                  <a:srgbClr val="FFFFFF"/>
                </a:solidFill>
                <a:latin typeface="Arial"/>
                <a:cs typeface="Arial"/>
              </a:rPr>
              <a:t>separated</a:t>
            </a:r>
            <a:r>
              <a:rPr sz="1200" spc="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into:</a:t>
            </a:r>
            <a:r>
              <a:rPr sz="1200" spc="1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i="1" spc="155" dirty="0">
                <a:solidFill>
                  <a:srgbClr val="FFFFFF"/>
                </a:solidFill>
                <a:latin typeface="Times New Roman"/>
                <a:cs typeface="Times New Roman"/>
              </a:rPr>
              <a:t>λ</a:t>
            </a:r>
            <a:r>
              <a:rPr sz="1200" i="1" spc="-1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(</a:t>
            </a:r>
            <a:r>
              <a:rPr sz="1200" i="1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r>
              <a:rPr sz="1200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50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1200" spc="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85" dirty="0">
                <a:solidFill>
                  <a:srgbClr val="FFFFFF"/>
                </a:solidFill>
                <a:latin typeface="Arial"/>
                <a:cs typeface="Arial"/>
              </a:rPr>
              <a:t>observer</a:t>
            </a:r>
            <a:r>
              <a:rPr sz="1200" spc="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70" dirty="0">
                <a:solidFill>
                  <a:srgbClr val="FFFFFF"/>
                </a:solidFill>
                <a:latin typeface="Arial"/>
                <a:cs typeface="Arial"/>
              </a:rPr>
              <a:t>eigenvalues</a:t>
            </a:r>
            <a:endParaRPr sz="12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40842" y="2934383"/>
            <a:ext cx="14351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150" dirty="0">
                <a:solidFill>
                  <a:srgbClr val="7F7F7F"/>
                </a:solidFill>
                <a:latin typeface="Arial Unicode MS"/>
                <a:cs typeface="Arial Unicode MS"/>
              </a:rPr>
              <a:t>▶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33260" y="2950194"/>
            <a:ext cx="194183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50" dirty="0">
                <a:solidFill>
                  <a:srgbClr val="FFFFFF"/>
                </a:solidFill>
                <a:latin typeface="Arial"/>
                <a:cs typeface="Arial"/>
              </a:rPr>
              <a:t>underlying</a:t>
            </a:r>
            <a:r>
              <a:rPr sz="12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30" dirty="0">
                <a:solidFill>
                  <a:srgbClr val="FFFFFF"/>
                </a:solidFill>
                <a:latin typeface="Arial"/>
                <a:cs typeface="Arial"/>
              </a:rPr>
              <a:t>similarity</a:t>
            </a:r>
            <a:r>
              <a:rPr sz="12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35" dirty="0">
                <a:solidFill>
                  <a:srgbClr val="FFFFFF"/>
                </a:solidFill>
                <a:latin typeface="Arial"/>
                <a:cs typeface="Arial"/>
              </a:rPr>
              <a:t>transform:</a:t>
            </a:r>
            <a:endParaRPr sz="1200">
              <a:latin typeface="Arial"/>
              <a:cs typeface="Arial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0" y="3346284"/>
            <a:ext cx="4608195" cy="109855"/>
          </a:xfrm>
          <a:custGeom>
            <a:avLst/>
            <a:gdLst/>
            <a:ahLst/>
            <a:cxnLst/>
            <a:rect l="l" t="t" r="r" b="b"/>
            <a:pathLst>
              <a:path w="4608195" h="109854">
                <a:moveTo>
                  <a:pt x="4607928" y="0"/>
                </a:moveTo>
                <a:lnTo>
                  <a:pt x="3071939" y="0"/>
                </a:lnTo>
                <a:lnTo>
                  <a:pt x="1535963" y="0"/>
                </a:lnTo>
                <a:lnTo>
                  <a:pt x="0" y="0"/>
                </a:lnTo>
                <a:lnTo>
                  <a:pt x="0" y="109715"/>
                </a:lnTo>
                <a:lnTo>
                  <a:pt x="1535963" y="109715"/>
                </a:lnTo>
                <a:lnTo>
                  <a:pt x="3071939" y="109715"/>
                </a:lnTo>
                <a:lnTo>
                  <a:pt x="4607928" y="109715"/>
                </a:lnTo>
                <a:lnTo>
                  <a:pt x="4607928" y="0"/>
                </a:lnTo>
                <a:close/>
              </a:path>
            </a:pathLst>
          </a:custGeom>
          <a:solidFill>
            <a:srgbClr val="1919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0" dirty="0"/>
              <a:t>Mod</a:t>
            </a:r>
            <a:r>
              <a:rPr spc="125" dirty="0"/>
              <a:t> </a:t>
            </a:r>
            <a:r>
              <a:rPr spc="10" dirty="0"/>
              <a:t>Ctrl</a:t>
            </a:r>
            <a:r>
              <a:rPr spc="130" dirty="0"/>
              <a:t> </a:t>
            </a:r>
            <a:r>
              <a:rPr spc="10" dirty="0"/>
              <a:t>Intro</a:t>
            </a:r>
            <a:r>
              <a:rPr spc="415" dirty="0"/>
              <a:t> </a:t>
            </a:r>
            <a:r>
              <a:rPr spc="50" dirty="0"/>
              <a:t>(w</a:t>
            </a:r>
            <a:r>
              <a:rPr spc="125" dirty="0"/>
              <a:t> </a:t>
            </a:r>
            <a:r>
              <a:rPr spc="10" dirty="0"/>
              <a:t>Matlab</a:t>
            </a:r>
            <a:r>
              <a:rPr spc="130" dirty="0"/>
              <a:t> </a:t>
            </a:r>
            <a:r>
              <a:rPr spc="125" dirty="0"/>
              <a:t>&amp;</a:t>
            </a:r>
            <a:r>
              <a:rPr spc="130" dirty="0"/>
              <a:t> </a:t>
            </a:r>
            <a:r>
              <a:rPr spc="-10" dirty="0"/>
              <a:t>Python)</a:t>
            </a:r>
          </a:p>
        </p:txBody>
      </p:sp>
      <p:sp>
        <p:nvSpPr>
          <p:cNvPr id="36" name="object 36"/>
          <p:cNvSpPr txBox="1"/>
          <p:nvPr/>
        </p:nvSpPr>
        <p:spPr>
          <a:xfrm>
            <a:off x="1665249" y="3338410"/>
            <a:ext cx="1277620" cy="1225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00" dirty="0">
                <a:solidFill>
                  <a:srgbClr val="BF447D"/>
                </a:solidFill>
                <a:latin typeface="Arial"/>
                <a:cs typeface="Arial"/>
                <a:hlinkClick r:id="rId3" action="ppaction://hlinksldjump"/>
              </a:rPr>
              <a:t>Observers</a:t>
            </a:r>
            <a:r>
              <a:rPr sz="600" spc="135" dirty="0">
                <a:solidFill>
                  <a:srgbClr val="BF447D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600" dirty="0">
                <a:solidFill>
                  <a:srgbClr val="BF447D"/>
                </a:solidFill>
                <a:latin typeface="Arial"/>
                <a:cs typeface="Arial"/>
                <a:hlinkClick r:id="rId3" action="ppaction://hlinksldjump"/>
              </a:rPr>
              <a:t>and</a:t>
            </a:r>
            <a:r>
              <a:rPr sz="600" spc="140" dirty="0">
                <a:solidFill>
                  <a:srgbClr val="BF447D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600" dirty="0">
                <a:solidFill>
                  <a:srgbClr val="BF447D"/>
                </a:solidFill>
                <a:latin typeface="Arial"/>
                <a:cs typeface="Arial"/>
                <a:hlinkClick r:id="rId3" action="ppaction://hlinksldjump"/>
              </a:rPr>
              <a:t>Observer</a:t>
            </a:r>
            <a:r>
              <a:rPr sz="600" spc="140" dirty="0">
                <a:solidFill>
                  <a:srgbClr val="BF447D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600" dirty="0">
                <a:solidFill>
                  <a:srgbClr val="BF447D"/>
                </a:solidFill>
                <a:latin typeface="Arial"/>
                <a:cs typeface="Arial"/>
                <a:hlinkClick r:id="rId3" action="ppaction://hlinksldjump"/>
              </a:rPr>
              <a:t>State</a:t>
            </a:r>
            <a:r>
              <a:rPr sz="600" spc="140" dirty="0">
                <a:solidFill>
                  <a:srgbClr val="BF447D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600" spc="30" dirty="0">
                <a:solidFill>
                  <a:srgbClr val="BF447D"/>
                </a:solidFill>
                <a:latin typeface="Arial"/>
                <a:cs typeface="Arial"/>
                <a:hlinkClick r:id="rId3" action="ppaction://hlinksldjump"/>
              </a:rPr>
              <a:t>FB</a:t>
            </a:r>
            <a:endParaRPr sz="60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275163" y="3338410"/>
            <a:ext cx="278130" cy="1225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00" dirty="0">
                <a:solidFill>
                  <a:srgbClr val="E5E5E5"/>
                </a:solidFill>
                <a:latin typeface="Arial"/>
                <a:cs typeface="Arial"/>
              </a:rPr>
              <a:t>17</a:t>
            </a:r>
            <a:r>
              <a:rPr sz="600" spc="-40" dirty="0">
                <a:solidFill>
                  <a:srgbClr val="E5E5E5"/>
                </a:solidFill>
                <a:latin typeface="Arial"/>
                <a:cs typeface="Arial"/>
              </a:rPr>
              <a:t> </a:t>
            </a:r>
            <a:r>
              <a:rPr sz="600" spc="185" dirty="0">
                <a:solidFill>
                  <a:srgbClr val="E5E5E5"/>
                </a:solidFill>
                <a:latin typeface="Arial"/>
                <a:cs typeface="Arial"/>
              </a:rPr>
              <a:t>/</a:t>
            </a:r>
            <a:r>
              <a:rPr sz="600" spc="-40" dirty="0">
                <a:solidFill>
                  <a:srgbClr val="E5E5E5"/>
                </a:solidFill>
                <a:latin typeface="Arial"/>
                <a:cs typeface="Arial"/>
              </a:rPr>
              <a:t> </a:t>
            </a:r>
            <a:r>
              <a:rPr sz="600" spc="-25" dirty="0">
                <a:solidFill>
                  <a:srgbClr val="E5E5E5"/>
                </a:solidFill>
                <a:latin typeface="Arial"/>
                <a:cs typeface="Arial"/>
              </a:rPr>
              <a:t>27</a:t>
            </a:r>
            <a:endParaRPr sz="600">
              <a:latin typeface="Arial"/>
              <a:cs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204AED9F-C614-9FBF-1F3B-0550753F4318}"/>
                  </a:ext>
                </a:extLst>
              </p:cNvPr>
              <p:cNvSpPr txBox="1"/>
              <p:nvPr/>
            </p:nvSpPr>
            <p:spPr>
              <a:xfrm>
                <a:off x="1211785" y="871926"/>
                <a:ext cx="2108141" cy="32868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acc>
                                  <m:accPr>
                                    <m:chr m:val="̇"/>
                                    <m:ctrlPr>
                                      <a:rPr lang="en-US" altLang="zh-CN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</m:e>
                            </m:mr>
                            <m:mr>
                              <m:e>
                                <m:acc>
                                  <m:accPr>
                                    <m:chr m:val="̇"/>
                                    <m:ctrlPr>
                                      <a:rPr lang="en-US" altLang="zh-CN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altLang="zh-CN" sz="1200" b="0" i="1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sz="1200" b="0" i="1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acc>
                                  </m:e>
                                </m:acc>
                              </m:e>
                            </m:mr>
                          </m:m>
                        </m:e>
                      </m:d>
                      <m:r>
                        <a:rPr lang="en-US" altLang="zh-CN" sz="1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e>
                                <m:r>
                                  <a:rPr lang="en-US" altLang="zh-CN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𝐿𝐶</m:t>
                                </m:r>
                              </m:e>
                              <m:e>
                                <m:r>
                                  <a:rPr lang="en-US" altLang="zh-CN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US" altLang="zh-CN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CN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𝐿𝐶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mr>
                            <m:m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altLang="zh-CN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</m:e>
                            </m:mr>
                          </m:m>
                        </m:e>
                      </m:d>
                      <m:r>
                        <a:rPr lang="en-US" altLang="zh-CN" sz="1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CN" sz="1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zh-CN" altLang="en-US" sz="12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204AED9F-C614-9FBF-1F3B-0550753F43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1785" y="871926"/>
                <a:ext cx="2108141" cy="328680"/>
              </a:xfrm>
              <a:prstGeom prst="rect">
                <a:avLst/>
              </a:prstGeom>
              <a:blipFill>
                <a:blip r:embed="rId4"/>
                <a:stretch>
                  <a:fillRect t="-3704" b="-129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6D2E6E1B-9AD5-92E3-5A17-AA78E54F5F80}"/>
                  </a:ext>
                </a:extLst>
              </p:cNvPr>
              <p:cNvSpPr txBox="1"/>
              <p:nvPr/>
            </p:nvSpPr>
            <p:spPr>
              <a:xfrm>
                <a:off x="1213086" y="2073804"/>
                <a:ext cx="2108141" cy="32868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acc>
                                  <m:accPr>
                                    <m:chr m:val="̇"/>
                                    <m:ctrlPr>
                                      <a:rPr lang="en-US" altLang="zh-CN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</m:e>
                            </m:mr>
                            <m:mr>
                              <m:e>
                                <m:acc>
                                  <m:accPr>
                                    <m:chr m:val="̇"/>
                                    <m:ctrlPr>
                                      <a:rPr lang="en-US" altLang="zh-CN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</m:acc>
                              </m:e>
                            </m:mr>
                          </m:m>
                        </m:e>
                      </m:d>
                      <m:r>
                        <a:rPr lang="en-US" altLang="zh-CN" sz="1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e>
                                <m:r>
                                  <a:rPr lang="en-US" altLang="zh-CN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US" altLang="zh-CN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CN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𝐿𝐶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CN" sz="1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CN" sz="1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zh-CN" altLang="en-US" sz="12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6D2E6E1B-9AD5-92E3-5A17-AA78E54F5F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3086" y="2073804"/>
                <a:ext cx="2108141" cy="328680"/>
              </a:xfrm>
              <a:prstGeom prst="rect">
                <a:avLst/>
              </a:prstGeom>
              <a:blipFill>
                <a:blip r:embed="rId5"/>
                <a:stretch>
                  <a:fillRect t="-1852" b="-129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8A7040EE-3E72-F21A-9A31-82AA5AB151B0}"/>
                  </a:ext>
                </a:extLst>
              </p:cNvPr>
              <p:cNvSpPr txBox="1"/>
              <p:nvPr/>
            </p:nvSpPr>
            <p:spPr>
              <a:xfrm>
                <a:off x="2423998" y="2882559"/>
                <a:ext cx="1315040" cy="34291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CN" sz="1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CN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altLang="zh-CN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e>
                                  <m:sub>
                                    <m:r>
                                      <a:rPr lang="en-US" altLang="zh-CN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zh-CN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e>
                                  <m:sub>
                                    <m:r>
                                      <a:rPr lang="en-US" altLang="zh-CN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mr>
                            <m:m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altLang="zh-CN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sz="12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8A7040EE-3E72-F21A-9A31-82AA5AB151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3998" y="2882559"/>
                <a:ext cx="1315040" cy="342914"/>
              </a:xfrm>
              <a:prstGeom prst="rect">
                <a:avLst/>
              </a:prstGeom>
              <a:blipFill>
                <a:blip r:embed="rId6"/>
                <a:stretch>
                  <a:fillRect t="-1786" r="-13953" b="-89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cut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95" dirty="0"/>
              <a:t>Discrete-</a:t>
            </a:r>
            <a:r>
              <a:rPr spc="-65" dirty="0"/>
              <a:t>time</a:t>
            </a:r>
            <a:r>
              <a:rPr spc="-45" dirty="0"/>
              <a:t> </a:t>
            </a:r>
            <a:r>
              <a:rPr spc="-114" dirty="0"/>
              <a:t>observers:</a:t>
            </a:r>
            <a:r>
              <a:rPr spc="110" dirty="0"/>
              <a:t> </a:t>
            </a:r>
            <a:r>
              <a:rPr spc="-45" dirty="0"/>
              <a:t>Introduction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42001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405"/>
              </a:spcBef>
            </a:pPr>
            <a:r>
              <a:rPr sz="1800" spc="300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▶</a:t>
            </a:r>
            <a:r>
              <a:rPr sz="1800" spc="270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 </a:t>
            </a:r>
            <a:r>
              <a:rPr sz="1200" dirty="0"/>
              <a:t>full</a:t>
            </a:r>
            <a:r>
              <a:rPr sz="1200" spc="5" dirty="0"/>
              <a:t> </a:t>
            </a:r>
            <a:r>
              <a:rPr sz="1200" spc="-25" dirty="0"/>
              <a:t>state</a:t>
            </a:r>
            <a:r>
              <a:rPr sz="1200" spc="10" dirty="0"/>
              <a:t> </a:t>
            </a:r>
            <a:r>
              <a:rPr sz="1200" spc="-80" dirty="0"/>
              <a:t>feedback</a:t>
            </a:r>
            <a:r>
              <a:rPr sz="1200" spc="5" dirty="0"/>
              <a:t> </a:t>
            </a:r>
            <a:r>
              <a:rPr sz="1200" spc="-10" dirty="0"/>
              <a:t>is</a:t>
            </a:r>
            <a:r>
              <a:rPr sz="1200" spc="10" dirty="0"/>
              <a:t> </a:t>
            </a:r>
            <a:r>
              <a:rPr sz="1200" spc="-65" dirty="0"/>
              <a:t>usually</a:t>
            </a:r>
            <a:r>
              <a:rPr sz="1200" spc="10" dirty="0"/>
              <a:t> </a:t>
            </a:r>
            <a:r>
              <a:rPr sz="1200" dirty="0"/>
              <a:t>not</a:t>
            </a:r>
            <a:r>
              <a:rPr sz="1200" spc="5" dirty="0"/>
              <a:t> </a:t>
            </a:r>
            <a:r>
              <a:rPr sz="1200" spc="-10" dirty="0"/>
              <a:t>available</a:t>
            </a:r>
            <a:endParaRPr sz="1200">
              <a:latin typeface="Arial Unicode MS"/>
              <a:cs typeface="Arial Unicode MS"/>
            </a:endParaRPr>
          </a:p>
          <a:p>
            <a:pPr marL="50800">
              <a:lnSpc>
                <a:spcPct val="100000"/>
              </a:lnSpc>
              <a:spcBef>
                <a:spcPts val="300"/>
              </a:spcBef>
            </a:pPr>
            <a:r>
              <a:rPr sz="1800" spc="300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▶</a:t>
            </a:r>
            <a:r>
              <a:rPr sz="1800" spc="262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 </a:t>
            </a:r>
            <a:r>
              <a:rPr sz="1200" spc="-20" dirty="0"/>
              <a:t>often</a:t>
            </a:r>
            <a:r>
              <a:rPr sz="1200" spc="10" dirty="0"/>
              <a:t> </a:t>
            </a:r>
            <a:r>
              <a:rPr sz="1200" spc="-95" dirty="0"/>
              <a:t>observers</a:t>
            </a:r>
            <a:r>
              <a:rPr sz="1200" spc="10" dirty="0"/>
              <a:t> </a:t>
            </a:r>
            <a:r>
              <a:rPr sz="1200" spc="-85" dirty="0"/>
              <a:t>are</a:t>
            </a:r>
            <a:r>
              <a:rPr sz="1200" spc="10" dirty="0"/>
              <a:t> </a:t>
            </a:r>
            <a:r>
              <a:rPr sz="1200" spc="-55" dirty="0"/>
              <a:t>implemented</a:t>
            </a:r>
            <a:r>
              <a:rPr sz="1200" spc="10" dirty="0"/>
              <a:t> </a:t>
            </a:r>
            <a:r>
              <a:rPr sz="1200" dirty="0"/>
              <a:t>in</a:t>
            </a:r>
            <a:r>
              <a:rPr sz="1200" spc="10" dirty="0"/>
              <a:t> </a:t>
            </a:r>
            <a:r>
              <a:rPr sz="1200" dirty="0"/>
              <a:t>the</a:t>
            </a:r>
            <a:r>
              <a:rPr sz="1200" spc="5" dirty="0"/>
              <a:t> </a:t>
            </a:r>
            <a:r>
              <a:rPr sz="1200" spc="-55" dirty="0"/>
              <a:t>discrete-</a:t>
            </a:r>
            <a:r>
              <a:rPr sz="1200" spc="-25" dirty="0"/>
              <a:t>time</a:t>
            </a:r>
            <a:r>
              <a:rPr sz="1200" spc="10" dirty="0"/>
              <a:t> </a:t>
            </a:r>
            <a:r>
              <a:rPr sz="1200" spc="-10" dirty="0"/>
              <a:t>domain</a:t>
            </a:r>
            <a:endParaRPr sz="1200">
              <a:latin typeface="Arial Unicode MS"/>
              <a:cs typeface="Arial Unicode MS"/>
            </a:endParaRPr>
          </a:p>
          <a:p>
            <a:pPr marL="50800">
              <a:lnSpc>
                <a:spcPct val="100000"/>
              </a:lnSpc>
              <a:spcBef>
                <a:spcPts val="515"/>
              </a:spcBef>
            </a:pPr>
            <a:r>
              <a:rPr sz="1800" spc="300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▶</a:t>
            </a:r>
            <a:r>
              <a:rPr sz="1800" spc="292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 </a:t>
            </a:r>
            <a:r>
              <a:rPr sz="1200" dirty="0"/>
              <a:t>the</a:t>
            </a:r>
            <a:r>
              <a:rPr sz="1200" spc="20" dirty="0"/>
              <a:t> </a:t>
            </a:r>
            <a:r>
              <a:rPr sz="1200" spc="-55" dirty="0"/>
              <a:t>discrete-</a:t>
            </a:r>
            <a:r>
              <a:rPr sz="1200" spc="-25" dirty="0"/>
              <a:t>time</a:t>
            </a:r>
            <a:r>
              <a:rPr sz="1200" spc="20" dirty="0"/>
              <a:t> </a:t>
            </a:r>
            <a:r>
              <a:rPr sz="1200" spc="-85" dirty="0"/>
              <a:t>observer</a:t>
            </a:r>
            <a:r>
              <a:rPr sz="1200" spc="20" dirty="0"/>
              <a:t> </a:t>
            </a:r>
            <a:r>
              <a:rPr sz="1200" spc="-10" dirty="0"/>
              <a:t>design</a:t>
            </a:r>
            <a:endParaRPr sz="1200">
              <a:latin typeface="Arial Unicode MS"/>
              <a:cs typeface="Arial Unicode MS"/>
            </a:endParaRPr>
          </a:p>
          <a:p>
            <a:pPr marL="540385" marR="188595" indent="-182245">
              <a:lnSpc>
                <a:spcPct val="102600"/>
              </a:lnSpc>
              <a:spcBef>
                <a:spcPts val="180"/>
              </a:spcBef>
            </a:pPr>
            <a:r>
              <a:rPr sz="1650" spc="262" baseline="7575" dirty="0">
                <a:solidFill>
                  <a:srgbClr val="7F7F7F"/>
                </a:solidFill>
                <a:latin typeface="Arial Unicode MS"/>
                <a:cs typeface="Arial Unicode MS"/>
              </a:rPr>
              <a:t>▶</a:t>
            </a:r>
            <a:r>
              <a:rPr sz="1650" spc="330" baseline="7575" dirty="0">
                <a:solidFill>
                  <a:srgbClr val="7F7F7F"/>
                </a:solidFill>
                <a:latin typeface="Arial Unicode MS"/>
                <a:cs typeface="Arial Unicode MS"/>
              </a:rPr>
              <a:t> </a:t>
            </a:r>
            <a:r>
              <a:rPr sz="1100" spc="-70" dirty="0"/>
              <a:t>basic</a:t>
            </a:r>
            <a:r>
              <a:rPr sz="1100" spc="20" dirty="0"/>
              <a:t> </a:t>
            </a:r>
            <a:r>
              <a:rPr sz="1100" dirty="0"/>
              <a:t>form:</a:t>
            </a:r>
            <a:r>
              <a:rPr sz="1100" spc="125" dirty="0"/>
              <a:t> </a:t>
            </a:r>
            <a:r>
              <a:rPr sz="1100" spc="-80" dirty="0"/>
              <a:t>analogous</a:t>
            </a:r>
            <a:r>
              <a:rPr sz="1100" spc="25" dirty="0"/>
              <a:t> </a:t>
            </a:r>
            <a:r>
              <a:rPr sz="1100" dirty="0"/>
              <a:t>to</a:t>
            </a:r>
            <a:r>
              <a:rPr sz="1100" spc="25" dirty="0"/>
              <a:t> </a:t>
            </a:r>
            <a:r>
              <a:rPr sz="1100" dirty="0"/>
              <a:t>the</a:t>
            </a:r>
            <a:r>
              <a:rPr sz="1100" spc="25" dirty="0"/>
              <a:t> </a:t>
            </a:r>
            <a:r>
              <a:rPr sz="1100" spc="-55" dirty="0"/>
              <a:t>continuous-</a:t>
            </a:r>
            <a:r>
              <a:rPr sz="1100" spc="-20" dirty="0"/>
              <a:t>time</a:t>
            </a:r>
            <a:r>
              <a:rPr sz="1100" spc="20" dirty="0"/>
              <a:t> </a:t>
            </a:r>
            <a:r>
              <a:rPr sz="1100" spc="-35" dirty="0"/>
              <a:t>Luenberger </a:t>
            </a:r>
            <a:r>
              <a:rPr sz="1100" spc="-10" dirty="0"/>
              <a:t>observer</a:t>
            </a:r>
            <a:endParaRPr sz="1100">
              <a:latin typeface="Arial Unicode MS"/>
              <a:cs typeface="Arial Unicode MS"/>
            </a:endParaRPr>
          </a:p>
          <a:p>
            <a:pPr marL="358140">
              <a:lnSpc>
                <a:spcPts val="1195"/>
              </a:lnSpc>
            </a:pPr>
            <a:r>
              <a:rPr sz="1650" spc="262" baseline="7575" dirty="0">
                <a:solidFill>
                  <a:srgbClr val="7F7F7F"/>
                </a:solidFill>
                <a:latin typeface="Arial Unicode MS"/>
                <a:cs typeface="Arial Unicode MS"/>
              </a:rPr>
              <a:t>▶</a:t>
            </a:r>
            <a:r>
              <a:rPr sz="1650" spc="300" baseline="7575" dirty="0">
                <a:solidFill>
                  <a:srgbClr val="7F7F7F"/>
                </a:solidFill>
                <a:latin typeface="Arial Unicode MS"/>
                <a:cs typeface="Arial Unicode MS"/>
              </a:rPr>
              <a:t> </a:t>
            </a:r>
            <a:r>
              <a:rPr sz="1100" spc="-30" dirty="0"/>
              <a:t>predict</a:t>
            </a:r>
            <a:r>
              <a:rPr sz="1100" spc="15" dirty="0"/>
              <a:t> </a:t>
            </a:r>
            <a:r>
              <a:rPr sz="1100" spc="-55" dirty="0"/>
              <a:t>and</a:t>
            </a:r>
            <a:r>
              <a:rPr sz="1100" spc="10" dirty="0"/>
              <a:t> </a:t>
            </a:r>
            <a:r>
              <a:rPr sz="1100" spc="-35" dirty="0"/>
              <a:t>correct</a:t>
            </a:r>
            <a:r>
              <a:rPr sz="1100" spc="15" dirty="0"/>
              <a:t> </a:t>
            </a:r>
            <a:r>
              <a:rPr sz="1100" spc="-10" dirty="0"/>
              <a:t>form:</a:t>
            </a:r>
            <a:endParaRPr sz="1100">
              <a:latin typeface="Arial Unicode MS"/>
              <a:cs typeface="Arial Unicode MS"/>
            </a:endParaRPr>
          </a:p>
          <a:p>
            <a:pPr marL="664845">
              <a:lnSpc>
                <a:spcPts val="1200"/>
              </a:lnSpc>
              <a:spcBef>
                <a:spcPts val="175"/>
              </a:spcBef>
            </a:pPr>
            <a:r>
              <a:rPr sz="1500" spc="254" baseline="8333" dirty="0">
                <a:solidFill>
                  <a:srgbClr val="7F7F7F"/>
                </a:solidFill>
                <a:latin typeface="Arial Unicode MS"/>
                <a:cs typeface="Arial Unicode MS"/>
              </a:rPr>
              <a:t>▶</a:t>
            </a:r>
            <a:r>
              <a:rPr sz="1500" spc="450" baseline="8333" dirty="0">
                <a:solidFill>
                  <a:srgbClr val="7F7F7F"/>
                </a:solidFill>
                <a:latin typeface="Arial Unicode MS"/>
                <a:cs typeface="Arial Unicode MS"/>
              </a:rPr>
              <a:t> </a:t>
            </a:r>
            <a:r>
              <a:rPr sz="1000" spc="-10" dirty="0"/>
              <a:t>direct</a:t>
            </a:r>
            <a:r>
              <a:rPr sz="1000" spc="50" dirty="0"/>
              <a:t> </a:t>
            </a:r>
            <a:r>
              <a:rPr sz="1000" dirty="0"/>
              <a:t>DT</a:t>
            </a:r>
            <a:r>
              <a:rPr sz="1000" spc="55" dirty="0"/>
              <a:t> </a:t>
            </a:r>
            <a:r>
              <a:rPr sz="1000" spc="-10" dirty="0"/>
              <a:t>design</a:t>
            </a:r>
            <a:endParaRPr sz="1000">
              <a:latin typeface="Arial Unicode MS"/>
              <a:cs typeface="Arial Unicode MS"/>
            </a:endParaRPr>
          </a:p>
          <a:p>
            <a:pPr marL="664845">
              <a:lnSpc>
                <a:spcPts val="1200"/>
              </a:lnSpc>
            </a:pPr>
            <a:r>
              <a:rPr sz="1500" spc="254" baseline="8333" dirty="0">
                <a:solidFill>
                  <a:srgbClr val="7F7F7F"/>
                </a:solidFill>
                <a:latin typeface="Arial Unicode MS"/>
                <a:cs typeface="Arial Unicode MS"/>
              </a:rPr>
              <a:t>▶</a:t>
            </a:r>
            <a:r>
              <a:rPr sz="1500" spc="434" baseline="8333" dirty="0">
                <a:solidFill>
                  <a:srgbClr val="7F7F7F"/>
                </a:solidFill>
                <a:latin typeface="Arial Unicode MS"/>
                <a:cs typeface="Arial Unicode MS"/>
              </a:rPr>
              <a:t> </a:t>
            </a:r>
            <a:r>
              <a:rPr sz="1000" spc="-70" dirty="0"/>
              <a:t>leverages</a:t>
            </a:r>
            <a:r>
              <a:rPr sz="1000" spc="45" dirty="0"/>
              <a:t> </a:t>
            </a:r>
            <a:r>
              <a:rPr sz="1000" spc="-40" dirty="0"/>
              <a:t>discrete-</a:t>
            </a:r>
            <a:r>
              <a:rPr sz="1000" spc="-20" dirty="0"/>
              <a:t>time</a:t>
            </a:r>
            <a:r>
              <a:rPr sz="1000" spc="45" dirty="0"/>
              <a:t> </a:t>
            </a:r>
            <a:r>
              <a:rPr sz="1000" spc="-35" dirty="0"/>
              <a:t>signal</a:t>
            </a:r>
            <a:r>
              <a:rPr sz="1000" spc="45" dirty="0"/>
              <a:t> </a:t>
            </a:r>
            <a:r>
              <a:rPr sz="1000" spc="-10" dirty="0"/>
              <a:t>properties</a:t>
            </a:r>
            <a:endParaRPr sz="100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3346284"/>
            <a:ext cx="4608195" cy="109855"/>
          </a:xfrm>
          <a:custGeom>
            <a:avLst/>
            <a:gdLst/>
            <a:ahLst/>
            <a:cxnLst/>
            <a:rect l="l" t="t" r="r" b="b"/>
            <a:pathLst>
              <a:path w="4608195" h="109854">
                <a:moveTo>
                  <a:pt x="4607928" y="0"/>
                </a:moveTo>
                <a:lnTo>
                  <a:pt x="3071939" y="0"/>
                </a:lnTo>
                <a:lnTo>
                  <a:pt x="1535963" y="0"/>
                </a:lnTo>
                <a:lnTo>
                  <a:pt x="0" y="0"/>
                </a:lnTo>
                <a:lnTo>
                  <a:pt x="0" y="109715"/>
                </a:lnTo>
                <a:lnTo>
                  <a:pt x="1535963" y="109715"/>
                </a:lnTo>
                <a:lnTo>
                  <a:pt x="3071939" y="109715"/>
                </a:lnTo>
                <a:lnTo>
                  <a:pt x="4607928" y="109715"/>
                </a:lnTo>
                <a:lnTo>
                  <a:pt x="4607928" y="0"/>
                </a:lnTo>
                <a:close/>
              </a:path>
            </a:pathLst>
          </a:custGeom>
          <a:solidFill>
            <a:srgbClr val="1919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0" dirty="0"/>
              <a:t>Mod</a:t>
            </a:r>
            <a:r>
              <a:rPr spc="125" dirty="0"/>
              <a:t> </a:t>
            </a:r>
            <a:r>
              <a:rPr spc="10" dirty="0"/>
              <a:t>Ctrl</a:t>
            </a:r>
            <a:r>
              <a:rPr spc="130" dirty="0"/>
              <a:t> </a:t>
            </a:r>
            <a:r>
              <a:rPr spc="10" dirty="0"/>
              <a:t>Intro</a:t>
            </a:r>
            <a:r>
              <a:rPr spc="415" dirty="0"/>
              <a:t> </a:t>
            </a:r>
            <a:r>
              <a:rPr spc="50" dirty="0"/>
              <a:t>(w</a:t>
            </a:r>
            <a:r>
              <a:rPr spc="125" dirty="0"/>
              <a:t> </a:t>
            </a:r>
            <a:r>
              <a:rPr spc="10" dirty="0"/>
              <a:t>Matlab</a:t>
            </a:r>
            <a:r>
              <a:rPr spc="130" dirty="0"/>
              <a:t> </a:t>
            </a:r>
            <a:r>
              <a:rPr spc="125" dirty="0"/>
              <a:t>&amp;</a:t>
            </a:r>
            <a:r>
              <a:rPr spc="130" dirty="0"/>
              <a:t> </a:t>
            </a:r>
            <a:r>
              <a:rPr spc="-10" dirty="0"/>
              <a:t>Python)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665249" y="3338410"/>
            <a:ext cx="1277620" cy="1225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00" dirty="0">
                <a:solidFill>
                  <a:srgbClr val="BF447D"/>
                </a:solidFill>
                <a:latin typeface="Arial"/>
                <a:cs typeface="Arial"/>
                <a:hlinkClick r:id="rId2" action="ppaction://hlinksldjump"/>
              </a:rPr>
              <a:t>Observers</a:t>
            </a:r>
            <a:r>
              <a:rPr sz="600" spc="135" dirty="0">
                <a:solidFill>
                  <a:srgbClr val="BF447D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dirty="0">
                <a:solidFill>
                  <a:srgbClr val="BF447D"/>
                </a:solidFill>
                <a:latin typeface="Arial"/>
                <a:cs typeface="Arial"/>
                <a:hlinkClick r:id="rId2" action="ppaction://hlinksldjump"/>
              </a:rPr>
              <a:t>and</a:t>
            </a:r>
            <a:r>
              <a:rPr sz="600" spc="140" dirty="0">
                <a:solidFill>
                  <a:srgbClr val="BF447D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dirty="0">
                <a:solidFill>
                  <a:srgbClr val="BF447D"/>
                </a:solidFill>
                <a:latin typeface="Arial"/>
                <a:cs typeface="Arial"/>
                <a:hlinkClick r:id="rId2" action="ppaction://hlinksldjump"/>
              </a:rPr>
              <a:t>Observer</a:t>
            </a:r>
            <a:r>
              <a:rPr sz="600" spc="140" dirty="0">
                <a:solidFill>
                  <a:srgbClr val="BF447D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dirty="0">
                <a:solidFill>
                  <a:srgbClr val="BF447D"/>
                </a:solidFill>
                <a:latin typeface="Arial"/>
                <a:cs typeface="Arial"/>
                <a:hlinkClick r:id="rId2" action="ppaction://hlinksldjump"/>
              </a:rPr>
              <a:t>State</a:t>
            </a:r>
            <a:r>
              <a:rPr sz="600" spc="140" dirty="0">
                <a:solidFill>
                  <a:srgbClr val="BF447D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spc="30" dirty="0">
                <a:solidFill>
                  <a:srgbClr val="BF447D"/>
                </a:solidFill>
                <a:latin typeface="Arial"/>
                <a:cs typeface="Arial"/>
                <a:hlinkClick r:id="rId2" action="ppaction://hlinksldjump"/>
              </a:rPr>
              <a:t>FB</a:t>
            </a:r>
            <a:endParaRPr sz="6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275163" y="3338410"/>
            <a:ext cx="278130" cy="1225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00" dirty="0">
                <a:solidFill>
                  <a:srgbClr val="E5E5E5"/>
                </a:solidFill>
                <a:latin typeface="Arial"/>
                <a:cs typeface="Arial"/>
              </a:rPr>
              <a:t>18</a:t>
            </a:r>
            <a:r>
              <a:rPr sz="600" spc="-40" dirty="0">
                <a:solidFill>
                  <a:srgbClr val="E5E5E5"/>
                </a:solidFill>
                <a:latin typeface="Arial"/>
                <a:cs typeface="Arial"/>
              </a:rPr>
              <a:t> </a:t>
            </a:r>
            <a:r>
              <a:rPr sz="600" spc="185" dirty="0">
                <a:solidFill>
                  <a:srgbClr val="E5E5E5"/>
                </a:solidFill>
                <a:latin typeface="Arial"/>
                <a:cs typeface="Arial"/>
              </a:rPr>
              <a:t>/</a:t>
            </a:r>
            <a:r>
              <a:rPr sz="600" spc="-40" dirty="0">
                <a:solidFill>
                  <a:srgbClr val="E5E5E5"/>
                </a:solidFill>
                <a:latin typeface="Arial"/>
                <a:cs typeface="Arial"/>
              </a:rPr>
              <a:t> </a:t>
            </a:r>
            <a:r>
              <a:rPr sz="600" spc="-25" dirty="0">
                <a:solidFill>
                  <a:srgbClr val="E5E5E5"/>
                </a:solidFill>
                <a:latin typeface="Arial"/>
                <a:cs typeface="Arial"/>
              </a:rPr>
              <a:t>27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60916"/>
            <a:ext cx="2758440" cy="2882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95" dirty="0"/>
              <a:t>Discrete-</a:t>
            </a:r>
            <a:r>
              <a:rPr spc="-65" dirty="0"/>
              <a:t>time</a:t>
            </a:r>
            <a:r>
              <a:rPr spc="-15" dirty="0"/>
              <a:t> </a:t>
            </a:r>
            <a:r>
              <a:rPr dirty="0"/>
              <a:t>full</a:t>
            </a:r>
            <a:r>
              <a:rPr spc="-15" dirty="0"/>
              <a:t> </a:t>
            </a:r>
            <a:r>
              <a:rPr spc="-75" dirty="0"/>
              <a:t>state</a:t>
            </a:r>
            <a:r>
              <a:rPr spc="-15" dirty="0"/>
              <a:t> </a:t>
            </a:r>
            <a:r>
              <a:rPr spc="-110" dirty="0"/>
              <a:t>observer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15442" y="381826"/>
            <a:ext cx="3816985" cy="1630680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70"/>
              </a:spcBef>
            </a:pPr>
            <a:r>
              <a:rPr sz="1800" spc="300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▶</a:t>
            </a:r>
            <a:r>
              <a:rPr sz="1800" spc="352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 </a:t>
            </a:r>
            <a:r>
              <a:rPr sz="1200" spc="-65" dirty="0">
                <a:solidFill>
                  <a:srgbClr val="FFFFFF"/>
                </a:solidFill>
                <a:latin typeface="Arial"/>
                <a:cs typeface="Arial"/>
              </a:rPr>
              <a:t>standard</a:t>
            </a:r>
            <a:r>
              <a:rPr sz="1200" spc="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55" dirty="0">
                <a:solidFill>
                  <a:srgbClr val="FFFFFF"/>
                </a:solidFill>
                <a:latin typeface="Arial"/>
                <a:cs typeface="Arial"/>
              </a:rPr>
              <a:t>discrete-</a:t>
            </a:r>
            <a:r>
              <a:rPr sz="1200" spc="-25" dirty="0">
                <a:solidFill>
                  <a:srgbClr val="FFFFFF"/>
                </a:solidFill>
                <a:latin typeface="Arial"/>
                <a:cs typeface="Arial"/>
              </a:rPr>
              <a:t>time</a:t>
            </a:r>
            <a:r>
              <a:rPr sz="1200" spc="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Arial"/>
                <a:cs typeface="Arial"/>
              </a:rPr>
              <a:t>observer:</a:t>
            </a:r>
            <a:endParaRPr sz="1200">
              <a:latin typeface="Arial"/>
              <a:cs typeface="Arial"/>
            </a:endParaRPr>
          </a:p>
          <a:p>
            <a:pPr marL="695325">
              <a:lnSpc>
                <a:spcPct val="100000"/>
              </a:lnSpc>
              <a:spcBef>
                <a:spcPts val="575"/>
              </a:spcBef>
            </a:pPr>
            <a:r>
              <a:rPr sz="1200" i="1" spc="-70" dirty="0">
                <a:solidFill>
                  <a:srgbClr val="FFFFFF"/>
                </a:solidFill>
                <a:latin typeface="Arial"/>
                <a:cs typeface="Arial"/>
              </a:rPr>
              <a:t>x</a:t>
            </a:r>
            <a:r>
              <a:rPr sz="1200" i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(</a:t>
            </a:r>
            <a:r>
              <a:rPr sz="1200" i="1" dirty="0">
                <a:solidFill>
                  <a:srgbClr val="FFFFFF"/>
                </a:solidFill>
                <a:latin typeface="Arial"/>
                <a:cs typeface="Arial"/>
              </a:rPr>
              <a:t>k</a:t>
            </a:r>
            <a:r>
              <a:rPr sz="1200" i="1" spc="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200" dirty="0">
                <a:solidFill>
                  <a:srgbClr val="FFFFFF"/>
                </a:solidFill>
                <a:latin typeface="Arial"/>
                <a:cs typeface="Arial"/>
              </a:rPr>
              <a:t>+</a:t>
            </a:r>
            <a:r>
              <a:rPr sz="12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1)</a:t>
            </a:r>
            <a:r>
              <a:rPr sz="12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200" dirty="0">
                <a:solidFill>
                  <a:srgbClr val="FFFFFF"/>
                </a:solidFill>
                <a:latin typeface="Arial"/>
                <a:cs typeface="Arial"/>
              </a:rPr>
              <a:t>=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i="1" spc="-45" dirty="0">
                <a:solidFill>
                  <a:srgbClr val="FFFFFF"/>
                </a:solidFill>
                <a:latin typeface="Arial"/>
                <a:cs typeface="Arial"/>
              </a:rPr>
              <a:t>Ax</a:t>
            </a:r>
            <a:r>
              <a:rPr sz="1200" i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55" dirty="0">
                <a:solidFill>
                  <a:srgbClr val="FFFFFF"/>
                </a:solidFill>
                <a:latin typeface="Arial"/>
                <a:cs typeface="Arial"/>
              </a:rPr>
              <a:t>(</a:t>
            </a:r>
            <a:r>
              <a:rPr sz="1200" i="1" spc="55" dirty="0">
                <a:solidFill>
                  <a:srgbClr val="FFFFFF"/>
                </a:solidFill>
                <a:latin typeface="Arial"/>
                <a:cs typeface="Arial"/>
              </a:rPr>
              <a:t>k</a:t>
            </a:r>
            <a:r>
              <a:rPr sz="1200" spc="55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r>
              <a:rPr sz="12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200" dirty="0">
                <a:solidFill>
                  <a:srgbClr val="FFFFFF"/>
                </a:solidFill>
                <a:latin typeface="Arial"/>
                <a:cs typeface="Arial"/>
              </a:rPr>
              <a:t>+</a:t>
            </a:r>
            <a:r>
              <a:rPr sz="12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i="1" spc="-50" dirty="0">
                <a:solidFill>
                  <a:srgbClr val="FFFFFF"/>
                </a:solidFill>
                <a:latin typeface="Arial"/>
                <a:cs typeface="Arial"/>
              </a:rPr>
              <a:t>Bu</a:t>
            </a:r>
            <a:r>
              <a:rPr sz="1200" i="1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30" dirty="0">
                <a:solidFill>
                  <a:srgbClr val="FFFFFF"/>
                </a:solidFill>
                <a:latin typeface="Arial"/>
                <a:cs typeface="Arial"/>
              </a:rPr>
              <a:t>(</a:t>
            </a:r>
            <a:r>
              <a:rPr sz="1200" i="1" spc="30" dirty="0">
                <a:solidFill>
                  <a:srgbClr val="FFFFFF"/>
                </a:solidFill>
                <a:latin typeface="Arial"/>
                <a:cs typeface="Arial"/>
              </a:rPr>
              <a:t>k</a:t>
            </a:r>
            <a:r>
              <a:rPr sz="1200" spc="30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endParaRPr sz="1200">
              <a:latin typeface="Arial"/>
              <a:cs typeface="Arial"/>
            </a:endParaRPr>
          </a:p>
          <a:p>
            <a:pPr marL="695325">
              <a:lnSpc>
                <a:spcPct val="100000"/>
              </a:lnSpc>
              <a:spcBef>
                <a:spcPts val="305"/>
              </a:spcBef>
            </a:pPr>
            <a:r>
              <a:rPr sz="1200" i="1" spc="-455" dirty="0">
                <a:solidFill>
                  <a:srgbClr val="FFFFFF"/>
                </a:solidFill>
                <a:latin typeface="Arial"/>
                <a:cs typeface="Arial"/>
              </a:rPr>
              <a:t>x</a:t>
            </a:r>
            <a:r>
              <a:rPr sz="1200" spc="245" dirty="0">
                <a:solidFill>
                  <a:srgbClr val="FFFFFF"/>
                </a:solidFill>
                <a:latin typeface="Arial"/>
                <a:cs typeface="Arial"/>
              </a:rPr>
              <a:t>ˆ</a:t>
            </a:r>
            <a:r>
              <a:rPr sz="1200" spc="65" dirty="0">
                <a:solidFill>
                  <a:srgbClr val="FFFFFF"/>
                </a:solidFill>
                <a:latin typeface="Arial"/>
                <a:cs typeface="Arial"/>
              </a:rPr>
              <a:t>(</a:t>
            </a:r>
            <a:r>
              <a:rPr sz="1200" i="1" spc="65" dirty="0">
                <a:solidFill>
                  <a:srgbClr val="FFFFFF"/>
                </a:solidFill>
                <a:latin typeface="Arial"/>
                <a:cs typeface="Arial"/>
              </a:rPr>
              <a:t>k</a:t>
            </a:r>
            <a:r>
              <a:rPr sz="1200" i="1" spc="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200" dirty="0">
                <a:solidFill>
                  <a:srgbClr val="FFFFFF"/>
                </a:solidFill>
                <a:latin typeface="Arial"/>
                <a:cs typeface="Arial"/>
              </a:rPr>
              <a:t>+</a:t>
            </a:r>
            <a:r>
              <a:rPr sz="12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1)</a:t>
            </a:r>
            <a:r>
              <a:rPr sz="12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200" dirty="0">
                <a:solidFill>
                  <a:srgbClr val="FFFFFF"/>
                </a:solidFill>
                <a:latin typeface="Arial"/>
                <a:cs typeface="Arial"/>
              </a:rPr>
              <a:t>=</a:t>
            </a:r>
            <a:r>
              <a:rPr sz="12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i="1" spc="3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1200" i="1" spc="-490" dirty="0">
                <a:solidFill>
                  <a:srgbClr val="FFFFFF"/>
                </a:solidFill>
                <a:latin typeface="Arial"/>
                <a:cs typeface="Arial"/>
              </a:rPr>
              <a:t>x</a:t>
            </a:r>
            <a:r>
              <a:rPr sz="1200" spc="210" dirty="0">
                <a:solidFill>
                  <a:srgbClr val="FFFFFF"/>
                </a:solidFill>
                <a:latin typeface="Arial"/>
                <a:cs typeface="Arial"/>
              </a:rPr>
              <a:t>ˆ</a:t>
            </a:r>
            <a:r>
              <a:rPr sz="1200" spc="30" dirty="0">
                <a:solidFill>
                  <a:srgbClr val="FFFFFF"/>
                </a:solidFill>
                <a:latin typeface="Arial"/>
                <a:cs typeface="Arial"/>
              </a:rPr>
              <a:t>(</a:t>
            </a:r>
            <a:r>
              <a:rPr sz="1200" i="1" spc="130" dirty="0">
                <a:solidFill>
                  <a:srgbClr val="FFFFFF"/>
                </a:solidFill>
                <a:latin typeface="Arial"/>
                <a:cs typeface="Arial"/>
              </a:rPr>
              <a:t>k</a:t>
            </a:r>
            <a:r>
              <a:rPr sz="1200" spc="30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r>
              <a:rPr sz="12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200" dirty="0">
                <a:solidFill>
                  <a:srgbClr val="FFFFFF"/>
                </a:solidFill>
                <a:latin typeface="Arial"/>
                <a:cs typeface="Arial"/>
              </a:rPr>
              <a:t>+</a:t>
            </a:r>
            <a:r>
              <a:rPr sz="12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i="1" spc="-50" dirty="0">
                <a:solidFill>
                  <a:srgbClr val="FFFFFF"/>
                </a:solidFill>
                <a:latin typeface="Arial"/>
                <a:cs typeface="Arial"/>
              </a:rPr>
              <a:t>Bu</a:t>
            </a:r>
            <a:r>
              <a:rPr sz="1200" i="1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55" dirty="0">
                <a:solidFill>
                  <a:srgbClr val="FFFFFF"/>
                </a:solidFill>
                <a:latin typeface="Arial"/>
                <a:cs typeface="Arial"/>
              </a:rPr>
              <a:t>(</a:t>
            </a:r>
            <a:r>
              <a:rPr sz="1200" i="1" spc="55" dirty="0">
                <a:solidFill>
                  <a:srgbClr val="FFFFFF"/>
                </a:solidFill>
                <a:latin typeface="Arial"/>
                <a:cs typeface="Arial"/>
              </a:rPr>
              <a:t>k</a:t>
            </a:r>
            <a:r>
              <a:rPr sz="1200" spc="55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r>
              <a:rPr sz="12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200" dirty="0">
                <a:solidFill>
                  <a:srgbClr val="FFFFFF"/>
                </a:solidFill>
                <a:latin typeface="Arial"/>
                <a:cs typeface="Arial"/>
              </a:rPr>
              <a:t>+</a:t>
            </a:r>
            <a:r>
              <a:rPr sz="12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i="1" spc="-40" dirty="0">
                <a:solidFill>
                  <a:srgbClr val="FFFFFF"/>
                </a:solidFill>
                <a:latin typeface="Arial"/>
                <a:cs typeface="Arial"/>
              </a:rPr>
              <a:t>L</a:t>
            </a:r>
            <a:r>
              <a:rPr sz="1200" i="1" spc="-1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(</a:t>
            </a:r>
            <a:r>
              <a:rPr sz="1200" i="1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1200" i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55" dirty="0">
                <a:solidFill>
                  <a:srgbClr val="FFFFFF"/>
                </a:solidFill>
                <a:latin typeface="Arial"/>
                <a:cs typeface="Arial"/>
              </a:rPr>
              <a:t>(</a:t>
            </a:r>
            <a:r>
              <a:rPr sz="1200" i="1" spc="55" dirty="0">
                <a:solidFill>
                  <a:srgbClr val="FFFFFF"/>
                </a:solidFill>
                <a:latin typeface="Arial"/>
                <a:cs typeface="Arial"/>
              </a:rPr>
              <a:t>k</a:t>
            </a:r>
            <a:r>
              <a:rPr sz="1200" spc="55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r>
              <a:rPr sz="12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i="1" spc="200" dirty="0">
                <a:solidFill>
                  <a:srgbClr val="FFFFFF"/>
                </a:solidFill>
                <a:latin typeface="Menlo"/>
                <a:cs typeface="Menlo"/>
              </a:rPr>
              <a:t>−</a:t>
            </a:r>
            <a:r>
              <a:rPr sz="1200" i="1" spc="-459" dirty="0">
                <a:solidFill>
                  <a:srgbClr val="FFFFFF"/>
                </a:solidFill>
                <a:latin typeface="Menlo"/>
                <a:cs typeface="Menlo"/>
              </a:rPr>
              <a:t> </a:t>
            </a:r>
            <a:r>
              <a:rPr sz="1200" i="1" spc="-130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r>
              <a:rPr sz="1200" i="1" spc="-1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i="1" spc="-490" dirty="0">
                <a:solidFill>
                  <a:srgbClr val="FFFFFF"/>
                </a:solidFill>
                <a:latin typeface="Arial"/>
                <a:cs typeface="Arial"/>
              </a:rPr>
              <a:t>x</a:t>
            </a:r>
            <a:r>
              <a:rPr sz="1200" spc="210" dirty="0">
                <a:solidFill>
                  <a:srgbClr val="FFFFFF"/>
                </a:solidFill>
                <a:latin typeface="Arial"/>
                <a:cs typeface="Arial"/>
              </a:rPr>
              <a:t>ˆ</a:t>
            </a:r>
            <a:r>
              <a:rPr sz="1200" spc="30" dirty="0">
                <a:solidFill>
                  <a:srgbClr val="FFFFFF"/>
                </a:solidFill>
                <a:latin typeface="Arial"/>
                <a:cs typeface="Arial"/>
              </a:rPr>
              <a:t>(</a:t>
            </a:r>
            <a:r>
              <a:rPr sz="1200" i="1" spc="130" dirty="0">
                <a:solidFill>
                  <a:srgbClr val="FFFFFF"/>
                </a:solidFill>
                <a:latin typeface="Arial"/>
                <a:cs typeface="Arial"/>
              </a:rPr>
              <a:t>k</a:t>
            </a:r>
            <a:r>
              <a:rPr sz="1200" spc="30" dirty="0">
                <a:solidFill>
                  <a:srgbClr val="FFFFFF"/>
                </a:solidFill>
                <a:latin typeface="Arial"/>
                <a:cs typeface="Arial"/>
              </a:rPr>
              <a:t>))</a:t>
            </a:r>
            <a:endParaRPr sz="1200">
              <a:latin typeface="Arial"/>
              <a:cs typeface="Arial"/>
            </a:endParaRPr>
          </a:p>
          <a:p>
            <a:pPr marL="950594">
              <a:lnSpc>
                <a:spcPct val="100000"/>
              </a:lnSpc>
              <a:spcBef>
                <a:spcPts val="300"/>
              </a:spcBef>
            </a:pPr>
            <a:r>
              <a:rPr sz="1200" i="1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1200" i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55" dirty="0">
                <a:solidFill>
                  <a:srgbClr val="FFFFFF"/>
                </a:solidFill>
                <a:latin typeface="Arial"/>
                <a:cs typeface="Arial"/>
              </a:rPr>
              <a:t>(</a:t>
            </a:r>
            <a:r>
              <a:rPr sz="1200" i="1" spc="55" dirty="0">
                <a:solidFill>
                  <a:srgbClr val="FFFFFF"/>
                </a:solidFill>
                <a:latin typeface="Arial"/>
                <a:cs typeface="Arial"/>
              </a:rPr>
              <a:t>k</a:t>
            </a:r>
            <a:r>
              <a:rPr sz="1200" spc="55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r>
              <a:rPr sz="12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200" dirty="0">
                <a:solidFill>
                  <a:srgbClr val="FFFFFF"/>
                </a:solidFill>
                <a:latin typeface="Arial"/>
                <a:cs typeface="Arial"/>
              </a:rPr>
              <a:t>=</a:t>
            </a:r>
            <a:r>
              <a:rPr sz="12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i="1" spc="-105" dirty="0">
                <a:solidFill>
                  <a:srgbClr val="FFFFFF"/>
                </a:solidFill>
                <a:latin typeface="Arial"/>
                <a:cs typeface="Arial"/>
              </a:rPr>
              <a:t>Cx</a:t>
            </a:r>
            <a:r>
              <a:rPr sz="1200" i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30" dirty="0">
                <a:solidFill>
                  <a:srgbClr val="FFFFFF"/>
                </a:solidFill>
                <a:latin typeface="Arial"/>
                <a:cs typeface="Arial"/>
              </a:rPr>
              <a:t>(</a:t>
            </a:r>
            <a:r>
              <a:rPr sz="1200" i="1" spc="30" dirty="0">
                <a:solidFill>
                  <a:srgbClr val="FFFFFF"/>
                </a:solidFill>
                <a:latin typeface="Arial"/>
                <a:cs typeface="Arial"/>
              </a:rPr>
              <a:t>k</a:t>
            </a:r>
            <a:r>
              <a:rPr sz="1200" spc="30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endParaRPr sz="12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650"/>
              </a:spcBef>
            </a:pPr>
            <a:r>
              <a:rPr sz="1800" spc="300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▶</a:t>
            </a:r>
            <a:r>
              <a:rPr sz="1800" spc="359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 </a:t>
            </a:r>
            <a:r>
              <a:rPr sz="1200" spc="-35" dirty="0">
                <a:solidFill>
                  <a:srgbClr val="FFFFFF"/>
                </a:solidFill>
                <a:latin typeface="Arial"/>
                <a:cs typeface="Arial"/>
              </a:rPr>
              <a:t>error</a:t>
            </a:r>
            <a:r>
              <a:rPr sz="1200" spc="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90" dirty="0">
                <a:solidFill>
                  <a:srgbClr val="FFFFFF"/>
                </a:solidFill>
                <a:latin typeface="Arial"/>
                <a:cs typeface="Arial"/>
              </a:rPr>
              <a:t>dynamics:</a:t>
            </a:r>
            <a:r>
              <a:rPr sz="1200" i="1" spc="-90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1200" i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55" dirty="0">
                <a:solidFill>
                  <a:srgbClr val="FFFFFF"/>
                </a:solidFill>
                <a:latin typeface="Arial"/>
                <a:cs typeface="Arial"/>
              </a:rPr>
              <a:t>(</a:t>
            </a:r>
            <a:r>
              <a:rPr sz="1200" i="1" spc="55" dirty="0">
                <a:solidFill>
                  <a:srgbClr val="FFFFFF"/>
                </a:solidFill>
                <a:latin typeface="Arial"/>
                <a:cs typeface="Arial"/>
              </a:rPr>
              <a:t>k</a:t>
            </a:r>
            <a:r>
              <a:rPr sz="1200" spc="55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r>
              <a:rPr sz="12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200" dirty="0">
                <a:solidFill>
                  <a:srgbClr val="FFFFFF"/>
                </a:solidFill>
                <a:latin typeface="Arial"/>
                <a:cs typeface="Arial"/>
              </a:rPr>
              <a:t>=</a:t>
            </a:r>
            <a:r>
              <a:rPr sz="12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i="1" spc="-70" dirty="0">
                <a:solidFill>
                  <a:srgbClr val="FFFFFF"/>
                </a:solidFill>
                <a:latin typeface="Arial"/>
                <a:cs typeface="Arial"/>
              </a:rPr>
              <a:t>x</a:t>
            </a:r>
            <a:r>
              <a:rPr sz="1200" i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55" dirty="0">
                <a:solidFill>
                  <a:srgbClr val="FFFFFF"/>
                </a:solidFill>
                <a:latin typeface="Arial"/>
                <a:cs typeface="Arial"/>
              </a:rPr>
              <a:t>(</a:t>
            </a:r>
            <a:r>
              <a:rPr sz="1200" i="1" spc="55" dirty="0">
                <a:solidFill>
                  <a:srgbClr val="FFFFFF"/>
                </a:solidFill>
                <a:latin typeface="Arial"/>
                <a:cs typeface="Arial"/>
              </a:rPr>
              <a:t>k</a:t>
            </a:r>
            <a:r>
              <a:rPr sz="1200" spc="55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r>
              <a:rPr sz="12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i="1" spc="200" dirty="0">
                <a:solidFill>
                  <a:srgbClr val="FFFFFF"/>
                </a:solidFill>
                <a:latin typeface="Menlo"/>
                <a:cs typeface="Menlo"/>
              </a:rPr>
              <a:t>−</a:t>
            </a:r>
            <a:r>
              <a:rPr sz="1200" i="1" spc="-459" dirty="0">
                <a:solidFill>
                  <a:srgbClr val="FFFFFF"/>
                </a:solidFill>
                <a:latin typeface="Menlo"/>
                <a:cs typeface="Menlo"/>
              </a:rPr>
              <a:t> </a:t>
            </a:r>
            <a:r>
              <a:rPr sz="1200" i="1" spc="-490" dirty="0">
                <a:solidFill>
                  <a:srgbClr val="FFFFFF"/>
                </a:solidFill>
                <a:latin typeface="Arial"/>
                <a:cs typeface="Arial"/>
              </a:rPr>
              <a:t>x</a:t>
            </a:r>
            <a:r>
              <a:rPr sz="1200" spc="210" dirty="0">
                <a:solidFill>
                  <a:srgbClr val="FFFFFF"/>
                </a:solidFill>
                <a:latin typeface="Arial"/>
                <a:cs typeface="Arial"/>
              </a:rPr>
              <a:t>ˆ</a:t>
            </a:r>
            <a:r>
              <a:rPr sz="1200" spc="30" dirty="0">
                <a:solidFill>
                  <a:srgbClr val="FFFFFF"/>
                </a:solidFill>
                <a:latin typeface="Arial"/>
                <a:cs typeface="Arial"/>
              </a:rPr>
              <a:t>(</a:t>
            </a:r>
            <a:r>
              <a:rPr sz="1200" i="1" spc="130" dirty="0">
                <a:solidFill>
                  <a:srgbClr val="FFFFFF"/>
                </a:solidFill>
                <a:latin typeface="Arial"/>
                <a:cs typeface="Arial"/>
              </a:rPr>
              <a:t>k</a:t>
            </a:r>
            <a:r>
              <a:rPr sz="1200" spc="30" dirty="0">
                <a:solidFill>
                  <a:srgbClr val="FFFFFF"/>
                </a:solidFill>
                <a:latin typeface="Arial"/>
                <a:cs typeface="Arial"/>
              </a:rPr>
              <a:t>),</a:t>
            </a:r>
            <a:endParaRPr sz="1200">
              <a:latin typeface="Arial"/>
              <a:cs typeface="Arial"/>
            </a:endParaRPr>
          </a:p>
          <a:p>
            <a:pPr marL="230504">
              <a:lnSpc>
                <a:spcPct val="100000"/>
              </a:lnSpc>
              <a:spcBef>
                <a:spcPts val="5"/>
              </a:spcBef>
            </a:pPr>
            <a:r>
              <a:rPr sz="1200" i="1" spc="-155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1200" i="1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(</a:t>
            </a:r>
            <a:r>
              <a:rPr sz="1200" i="1" dirty="0">
                <a:solidFill>
                  <a:srgbClr val="FFFFFF"/>
                </a:solidFill>
                <a:latin typeface="Arial"/>
                <a:cs typeface="Arial"/>
              </a:rPr>
              <a:t>k</a:t>
            </a:r>
            <a:r>
              <a:rPr sz="1200" i="1" spc="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200" dirty="0">
                <a:solidFill>
                  <a:srgbClr val="FFFFFF"/>
                </a:solidFill>
                <a:latin typeface="Arial"/>
                <a:cs typeface="Arial"/>
              </a:rPr>
              <a:t>+</a:t>
            </a:r>
            <a:r>
              <a:rPr sz="1200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1) </a:t>
            </a:r>
            <a:r>
              <a:rPr sz="1200" spc="200" dirty="0">
                <a:solidFill>
                  <a:srgbClr val="FFFFFF"/>
                </a:solidFill>
                <a:latin typeface="Arial"/>
                <a:cs typeface="Arial"/>
              </a:rPr>
              <a:t>=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i="1" spc="-95" dirty="0">
                <a:solidFill>
                  <a:srgbClr val="FFFFFF"/>
                </a:solidFill>
                <a:latin typeface="Arial"/>
                <a:cs typeface="Arial"/>
              </a:rPr>
              <a:t>Ae</a:t>
            </a:r>
            <a:r>
              <a:rPr sz="1200" i="1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55" dirty="0">
                <a:solidFill>
                  <a:srgbClr val="FFFFFF"/>
                </a:solidFill>
                <a:latin typeface="Arial"/>
                <a:cs typeface="Arial"/>
              </a:rPr>
              <a:t>(</a:t>
            </a:r>
            <a:r>
              <a:rPr sz="1200" i="1" spc="55" dirty="0">
                <a:solidFill>
                  <a:srgbClr val="FFFFFF"/>
                </a:solidFill>
                <a:latin typeface="Arial"/>
                <a:cs typeface="Arial"/>
              </a:rPr>
              <a:t>k</a:t>
            </a:r>
            <a:r>
              <a:rPr sz="1200" spc="55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r>
              <a:rPr sz="1200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i="1" spc="200" dirty="0">
                <a:solidFill>
                  <a:srgbClr val="FFFFFF"/>
                </a:solidFill>
                <a:latin typeface="Menlo"/>
                <a:cs typeface="Menlo"/>
              </a:rPr>
              <a:t>−</a:t>
            </a:r>
            <a:r>
              <a:rPr sz="1200" i="1" spc="-455" dirty="0">
                <a:solidFill>
                  <a:srgbClr val="FFFFFF"/>
                </a:solidFill>
                <a:latin typeface="Menlo"/>
                <a:cs typeface="Menlo"/>
              </a:rPr>
              <a:t> </a:t>
            </a:r>
            <a:r>
              <a:rPr sz="1200" i="1" spc="-110" dirty="0">
                <a:solidFill>
                  <a:srgbClr val="FFFFFF"/>
                </a:solidFill>
                <a:latin typeface="Arial"/>
                <a:cs typeface="Arial"/>
              </a:rPr>
              <a:t>LCe</a:t>
            </a:r>
            <a:r>
              <a:rPr sz="1200" i="1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30" dirty="0">
                <a:solidFill>
                  <a:srgbClr val="FFFFFF"/>
                </a:solidFill>
                <a:latin typeface="Arial"/>
                <a:cs typeface="Arial"/>
              </a:rPr>
              <a:t>(</a:t>
            </a:r>
            <a:r>
              <a:rPr sz="1200" i="1" spc="30" dirty="0">
                <a:solidFill>
                  <a:srgbClr val="FFFFFF"/>
                </a:solidFill>
                <a:latin typeface="Arial"/>
                <a:cs typeface="Arial"/>
              </a:rPr>
              <a:t>k</a:t>
            </a:r>
            <a:r>
              <a:rPr sz="1200" spc="30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endParaRPr sz="12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155"/>
              </a:spcBef>
            </a:pPr>
            <a:r>
              <a:rPr sz="1800" spc="300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▶</a:t>
            </a:r>
            <a:r>
              <a:rPr sz="1800" spc="307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 </a:t>
            </a:r>
            <a:r>
              <a:rPr sz="1200" spc="-45" dirty="0">
                <a:solidFill>
                  <a:srgbClr val="FFFFFF"/>
                </a:solidFill>
                <a:latin typeface="Arial"/>
                <a:cs typeface="Arial"/>
              </a:rPr>
              <a:t>overall</a:t>
            </a:r>
            <a:r>
              <a:rPr sz="1200" spc="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Arial"/>
                <a:cs typeface="Arial"/>
              </a:rPr>
              <a:t>dynamics</a:t>
            </a:r>
            <a:endParaRPr sz="12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15442" y="2908653"/>
            <a:ext cx="4256405" cy="3911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30504" marR="30480" indent="-193040">
              <a:lnSpc>
                <a:spcPct val="100000"/>
              </a:lnSpc>
              <a:spcBef>
                <a:spcPts val="95"/>
              </a:spcBef>
            </a:pPr>
            <a:r>
              <a:rPr sz="1800" spc="300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▶</a:t>
            </a:r>
            <a:r>
              <a:rPr sz="1800" spc="247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 </a:t>
            </a:r>
            <a:r>
              <a:rPr sz="1200" b="1" spc="-25" dirty="0">
                <a:solidFill>
                  <a:srgbClr val="FFFFFF"/>
                </a:solidFill>
                <a:latin typeface="Arial"/>
                <a:cs typeface="Arial"/>
              </a:rPr>
              <a:t>Powerful</a:t>
            </a:r>
            <a:r>
              <a:rPr sz="1200" b="1" spc="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FFFFFF"/>
                </a:solidFill>
                <a:latin typeface="Arial"/>
                <a:cs typeface="Arial"/>
              </a:rPr>
              <a:t>fact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:</a:t>
            </a:r>
            <a:r>
              <a:rPr sz="1200" spc="1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2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35" dirty="0">
                <a:solidFill>
                  <a:srgbClr val="FFFFFF"/>
                </a:solidFill>
                <a:latin typeface="Arial"/>
                <a:cs typeface="Arial"/>
              </a:rPr>
              <a:t>error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75" dirty="0">
                <a:solidFill>
                  <a:srgbClr val="FFFFFF"/>
                </a:solidFill>
                <a:latin typeface="Arial"/>
                <a:cs typeface="Arial"/>
              </a:rPr>
              <a:t>dynamics</a:t>
            </a:r>
            <a:r>
              <a:rPr sz="12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65" dirty="0">
                <a:solidFill>
                  <a:srgbClr val="FFFFFF"/>
                </a:solidFill>
                <a:latin typeface="Arial"/>
                <a:cs typeface="Arial"/>
              </a:rPr>
              <a:t>can</a:t>
            </a:r>
            <a:r>
              <a:rPr sz="12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50" dirty="0">
                <a:solidFill>
                  <a:srgbClr val="FFFFFF"/>
                </a:solidFill>
                <a:latin typeface="Arial"/>
                <a:cs typeface="Arial"/>
              </a:rPr>
              <a:t>be</a:t>
            </a:r>
            <a:r>
              <a:rPr sz="12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Arial"/>
                <a:cs typeface="Arial"/>
              </a:rPr>
              <a:t>arbitrarily</a:t>
            </a:r>
            <a:r>
              <a:rPr sz="12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95" dirty="0">
                <a:solidFill>
                  <a:srgbClr val="FFFFFF"/>
                </a:solidFill>
                <a:latin typeface="Arial"/>
                <a:cs typeface="Arial"/>
              </a:rPr>
              <a:t>assigned</a:t>
            </a:r>
            <a:r>
              <a:rPr sz="1200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Arial"/>
                <a:cs typeface="Arial"/>
              </a:rPr>
              <a:t>if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2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85" dirty="0">
                <a:solidFill>
                  <a:srgbClr val="FFFFFF"/>
                </a:solidFill>
                <a:latin typeface="Arial"/>
                <a:cs typeface="Arial"/>
              </a:rPr>
              <a:t>system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sz="12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Arial"/>
                <a:cs typeface="Arial"/>
              </a:rPr>
              <a:t>observable.</a:t>
            </a:r>
            <a:endParaRPr sz="12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0" y="3346272"/>
            <a:ext cx="4608195" cy="109855"/>
          </a:xfrm>
          <a:custGeom>
            <a:avLst/>
            <a:gdLst/>
            <a:ahLst/>
            <a:cxnLst/>
            <a:rect l="l" t="t" r="r" b="b"/>
            <a:pathLst>
              <a:path w="4608195" h="109854">
                <a:moveTo>
                  <a:pt x="4607928" y="0"/>
                </a:moveTo>
                <a:lnTo>
                  <a:pt x="3071939" y="0"/>
                </a:lnTo>
                <a:lnTo>
                  <a:pt x="1535963" y="0"/>
                </a:lnTo>
                <a:lnTo>
                  <a:pt x="0" y="0"/>
                </a:lnTo>
                <a:lnTo>
                  <a:pt x="0" y="109728"/>
                </a:lnTo>
                <a:lnTo>
                  <a:pt x="1535963" y="109728"/>
                </a:lnTo>
                <a:lnTo>
                  <a:pt x="3071939" y="109728"/>
                </a:lnTo>
                <a:lnTo>
                  <a:pt x="4607928" y="109728"/>
                </a:lnTo>
                <a:lnTo>
                  <a:pt x="4607928" y="0"/>
                </a:lnTo>
                <a:close/>
              </a:path>
            </a:pathLst>
          </a:custGeom>
          <a:solidFill>
            <a:srgbClr val="1919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0" dirty="0"/>
              <a:t>Mod</a:t>
            </a:r>
            <a:r>
              <a:rPr spc="125" dirty="0"/>
              <a:t> </a:t>
            </a:r>
            <a:r>
              <a:rPr spc="10" dirty="0"/>
              <a:t>Ctrl</a:t>
            </a:r>
            <a:r>
              <a:rPr spc="130" dirty="0"/>
              <a:t> </a:t>
            </a:r>
            <a:r>
              <a:rPr spc="10" dirty="0"/>
              <a:t>Intro</a:t>
            </a:r>
            <a:r>
              <a:rPr spc="415" dirty="0"/>
              <a:t> </a:t>
            </a:r>
            <a:r>
              <a:rPr spc="50" dirty="0"/>
              <a:t>(w</a:t>
            </a:r>
            <a:r>
              <a:rPr spc="125" dirty="0"/>
              <a:t> </a:t>
            </a:r>
            <a:r>
              <a:rPr spc="10" dirty="0"/>
              <a:t>Matlab</a:t>
            </a:r>
            <a:r>
              <a:rPr spc="130" dirty="0"/>
              <a:t> </a:t>
            </a:r>
            <a:r>
              <a:rPr spc="125" dirty="0"/>
              <a:t>&amp;</a:t>
            </a:r>
            <a:r>
              <a:rPr spc="130" dirty="0"/>
              <a:t> </a:t>
            </a:r>
            <a:r>
              <a:rPr spc="-10" dirty="0"/>
              <a:t>Python)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1665249" y="3338410"/>
            <a:ext cx="1277620" cy="1225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00" dirty="0">
                <a:solidFill>
                  <a:srgbClr val="BF447D"/>
                </a:solidFill>
                <a:latin typeface="Arial"/>
                <a:cs typeface="Arial"/>
                <a:hlinkClick r:id="rId2" action="ppaction://hlinksldjump"/>
              </a:rPr>
              <a:t>Observers</a:t>
            </a:r>
            <a:r>
              <a:rPr sz="600" spc="135" dirty="0">
                <a:solidFill>
                  <a:srgbClr val="BF447D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dirty="0">
                <a:solidFill>
                  <a:srgbClr val="BF447D"/>
                </a:solidFill>
                <a:latin typeface="Arial"/>
                <a:cs typeface="Arial"/>
                <a:hlinkClick r:id="rId2" action="ppaction://hlinksldjump"/>
              </a:rPr>
              <a:t>and</a:t>
            </a:r>
            <a:r>
              <a:rPr sz="600" spc="140" dirty="0">
                <a:solidFill>
                  <a:srgbClr val="BF447D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dirty="0">
                <a:solidFill>
                  <a:srgbClr val="BF447D"/>
                </a:solidFill>
                <a:latin typeface="Arial"/>
                <a:cs typeface="Arial"/>
                <a:hlinkClick r:id="rId2" action="ppaction://hlinksldjump"/>
              </a:rPr>
              <a:t>Observer</a:t>
            </a:r>
            <a:r>
              <a:rPr sz="600" spc="140" dirty="0">
                <a:solidFill>
                  <a:srgbClr val="BF447D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dirty="0">
                <a:solidFill>
                  <a:srgbClr val="BF447D"/>
                </a:solidFill>
                <a:latin typeface="Arial"/>
                <a:cs typeface="Arial"/>
                <a:hlinkClick r:id="rId2" action="ppaction://hlinksldjump"/>
              </a:rPr>
              <a:t>State</a:t>
            </a:r>
            <a:r>
              <a:rPr sz="600" spc="140" dirty="0">
                <a:solidFill>
                  <a:srgbClr val="BF447D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spc="30" dirty="0">
                <a:solidFill>
                  <a:srgbClr val="BF447D"/>
                </a:solidFill>
                <a:latin typeface="Arial"/>
                <a:cs typeface="Arial"/>
                <a:hlinkClick r:id="rId2" action="ppaction://hlinksldjump"/>
              </a:rPr>
              <a:t>FB</a:t>
            </a:r>
            <a:endParaRPr sz="6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275163" y="3338410"/>
            <a:ext cx="278130" cy="1225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00" dirty="0">
                <a:solidFill>
                  <a:srgbClr val="E5E5E5"/>
                </a:solidFill>
                <a:latin typeface="Arial"/>
                <a:cs typeface="Arial"/>
              </a:rPr>
              <a:t>19</a:t>
            </a:r>
            <a:r>
              <a:rPr sz="600" spc="-40" dirty="0">
                <a:solidFill>
                  <a:srgbClr val="E5E5E5"/>
                </a:solidFill>
                <a:latin typeface="Arial"/>
                <a:cs typeface="Arial"/>
              </a:rPr>
              <a:t> </a:t>
            </a:r>
            <a:r>
              <a:rPr sz="600" spc="185" dirty="0">
                <a:solidFill>
                  <a:srgbClr val="E5E5E5"/>
                </a:solidFill>
                <a:latin typeface="Arial"/>
                <a:cs typeface="Arial"/>
              </a:rPr>
              <a:t>/</a:t>
            </a:r>
            <a:r>
              <a:rPr sz="600" spc="-40" dirty="0">
                <a:solidFill>
                  <a:srgbClr val="E5E5E5"/>
                </a:solidFill>
                <a:latin typeface="Arial"/>
                <a:cs typeface="Arial"/>
              </a:rPr>
              <a:t> </a:t>
            </a:r>
            <a:r>
              <a:rPr sz="600" spc="-25" dirty="0">
                <a:solidFill>
                  <a:srgbClr val="E5E5E5"/>
                </a:solidFill>
                <a:latin typeface="Arial"/>
                <a:cs typeface="Arial"/>
              </a:rPr>
              <a:t>27</a:t>
            </a:r>
            <a:endParaRPr sz="600">
              <a:latin typeface="Arial"/>
              <a:cs typeface="Arial"/>
            </a:endParaRPr>
          </a:p>
        </p:txBody>
      </p:sp>
      <p:sp>
        <p:nvSpPr>
          <p:cNvPr id="20" name="object 4">
            <a:extLst>
              <a:ext uri="{FF2B5EF4-FFF2-40B4-BE49-F238E27FC236}">
                <a16:creationId xmlns:a16="http://schemas.microsoft.com/office/drawing/2014/main" id="{F6B94CEF-FFB0-77FD-8F5F-16ABDCB4DE17}"/>
              </a:ext>
            </a:extLst>
          </p:cNvPr>
          <p:cNvSpPr txBox="1"/>
          <p:nvPr/>
        </p:nvSpPr>
        <p:spPr>
          <a:xfrm>
            <a:off x="795375" y="2047593"/>
            <a:ext cx="590550" cy="391160"/>
          </a:xfrm>
          <a:prstGeom prst="rect">
            <a:avLst/>
          </a:prstGeom>
          <a:ln>
            <a:noFill/>
          </a:ln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i="1" spc="-70" dirty="0">
                <a:solidFill>
                  <a:schemeClr val="bg1"/>
                </a:solidFill>
                <a:latin typeface="Arial"/>
                <a:cs typeface="Arial"/>
              </a:rPr>
              <a:t>x</a:t>
            </a:r>
            <a:r>
              <a:rPr sz="1200" i="1" spc="-2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chemeClr val="bg1"/>
                </a:solidFill>
                <a:latin typeface="Arial"/>
                <a:cs typeface="Arial"/>
              </a:rPr>
              <a:t>(</a:t>
            </a:r>
            <a:r>
              <a:rPr sz="1200" i="1" dirty="0">
                <a:solidFill>
                  <a:schemeClr val="bg1"/>
                </a:solidFill>
                <a:latin typeface="Arial"/>
                <a:cs typeface="Arial"/>
              </a:rPr>
              <a:t>k</a:t>
            </a:r>
            <a:r>
              <a:rPr sz="1200" i="1" spc="4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200" spc="200" dirty="0">
                <a:solidFill>
                  <a:schemeClr val="bg1"/>
                </a:solidFill>
                <a:latin typeface="Arial"/>
                <a:cs typeface="Arial"/>
              </a:rPr>
              <a:t>+</a:t>
            </a:r>
            <a:r>
              <a:rPr sz="1200" spc="-6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200" spc="-25" dirty="0">
                <a:solidFill>
                  <a:schemeClr val="bg1"/>
                </a:solidFill>
                <a:latin typeface="Arial"/>
                <a:cs typeface="Arial"/>
              </a:rPr>
              <a:t>1)</a:t>
            </a:r>
            <a:endParaRPr sz="1200" dirty="0">
              <a:solidFill>
                <a:schemeClr val="bg1"/>
              </a:solidFill>
              <a:latin typeface="Arial"/>
              <a:cs typeface="Arial"/>
            </a:endParaRPr>
          </a:p>
          <a:p>
            <a:pPr marL="15240">
              <a:lnSpc>
                <a:spcPct val="100000"/>
              </a:lnSpc>
              <a:spcBef>
                <a:spcPts val="5"/>
              </a:spcBef>
            </a:pPr>
            <a:r>
              <a:rPr sz="1200" i="1" spc="-155" dirty="0">
                <a:solidFill>
                  <a:schemeClr val="bg1"/>
                </a:solidFill>
                <a:latin typeface="Arial"/>
                <a:cs typeface="Arial"/>
              </a:rPr>
              <a:t>e</a:t>
            </a:r>
            <a:r>
              <a:rPr sz="1200" i="1" spc="-5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chemeClr val="bg1"/>
                </a:solidFill>
                <a:latin typeface="Arial"/>
                <a:cs typeface="Arial"/>
              </a:rPr>
              <a:t>(</a:t>
            </a:r>
            <a:r>
              <a:rPr sz="1200" i="1" dirty="0">
                <a:solidFill>
                  <a:schemeClr val="bg1"/>
                </a:solidFill>
                <a:latin typeface="Arial"/>
                <a:cs typeface="Arial"/>
              </a:rPr>
              <a:t>k</a:t>
            </a:r>
            <a:r>
              <a:rPr sz="1200" i="1" spc="4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200" spc="200" dirty="0">
                <a:solidFill>
                  <a:schemeClr val="bg1"/>
                </a:solidFill>
                <a:latin typeface="Arial"/>
                <a:cs typeface="Arial"/>
              </a:rPr>
              <a:t>+</a:t>
            </a:r>
            <a:r>
              <a:rPr sz="1200" spc="-6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200" spc="-25" dirty="0">
                <a:solidFill>
                  <a:schemeClr val="bg1"/>
                </a:solidFill>
                <a:latin typeface="Arial"/>
                <a:cs typeface="Arial"/>
              </a:rPr>
              <a:t>1)</a:t>
            </a:r>
            <a:endParaRPr sz="1200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21" name="object 5">
            <a:extLst>
              <a:ext uri="{FF2B5EF4-FFF2-40B4-BE49-F238E27FC236}">
                <a16:creationId xmlns:a16="http://schemas.microsoft.com/office/drawing/2014/main" id="{2F467978-5299-CD9F-6453-FFD5DA677AD7}"/>
              </a:ext>
            </a:extLst>
          </p:cNvPr>
          <p:cNvSpPr txBox="1"/>
          <p:nvPr/>
        </p:nvSpPr>
        <p:spPr>
          <a:xfrm>
            <a:off x="1502321" y="2140595"/>
            <a:ext cx="140970" cy="196849"/>
          </a:xfrm>
          <a:prstGeom prst="rect">
            <a:avLst/>
          </a:prstGeom>
          <a:ln>
            <a:noFill/>
          </a:ln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150" dirty="0">
                <a:solidFill>
                  <a:schemeClr val="bg1"/>
                </a:solidFill>
                <a:latin typeface="Arial"/>
                <a:cs typeface="Arial"/>
              </a:rPr>
              <a:t>=</a:t>
            </a:r>
            <a:endParaRPr sz="120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22" name="object 6">
            <a:extLst>
              <a:ext uri="{FF2B5EF4-FFF2-40B4-BE49-F238E27FC236}">
                <a16:creationId xmlns:a16="http://schemas.microsoft.com/office/drawing/2014/main" id="{2BDD909E-F16B-91DE-54ED-E21BEB9F77FE}"/>
              </a:ext>
            </a:extLst>
          </p:cNvPr>
          <p:cNvSpPr txBox="1"/>
          <p:nvPr/>
        </p:nvSpPr>
        <p:spPr>
          <a:xfrm>
            <a:off x="1727327" y="2047593"/>
            <a:ext cx="709295" cy="391160"/>
          </a:xfrm>
          <a:prstGeom prst="rect">
            <a:avLst/>
          </a:prstGeom>
          <a:ln>
            <a:noFill/>
          </a:ln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38784" algn="l"/>
              </a:tabLst>
            </a:pPr>
            <a:r>
              <a:rPr sz="1200" i="1" spc="-50" dirty="0">
                <a:solidFill>
                  <a:schemeClr val="bg1"/>
                </a:solidFill>
                <a:latin typeface="Arial"/>
                <a:cs typeface="Arial"/>
              </a:rPr>
              <a:t>A</a:t>
            </a:r>
            <a:r>
              <a:rPr sz="1200" i="1" dirty="0">
                <a:solidFill>
                  <a:schemeClr val="bg1"/>
                </a:solidFill>
                <a:latin typeface="Arial"/>
                <a:cs typeface="Arial"/>
              </a:rPr>
              <a:t>	</a:t>
            </a:r>
            <a:r>
              <a:rPr sz="1200" spc="-50" dirty="0">
                <a:solidFill>
                  <a:schemeClr val="bg1"/>
                </a:solidFill>
                <a:latin typeface="Arial"/>
                <a:cs typeface="Arial"/>
              </a:rPr>
              <a:t>0</a:t>
            </a:r>
            <a:endParaRPr sz="1200" dirty="0">
              <a:solidFill>
                <a:schemeClr val="bg1"/>
              </a:solidFill>
              <a:latin typeface="Arial"/>
              <a:cs typeface="Arial"/>
            </a:endParaRPr>
          </a:p>
          <a:p>
            <a:pPr marL="24130">
              <a:lnSpc>
                <a:spcPct val="100000"/>
              </a:lnSpc>
              <a:spcBef>
                <a:spcPts val="5"/>
              </a:spcBef>
              <a:tabLst>
                <a:tab pos="236854" algn="l"/>
              </a:tabLst>
            </a:pPr>
            <a:r>
              <a:rPr sz="1200" spc="-50" dirty="0">
                <a:solidFill>
                  <a:schemeClr val="bg1"/>
                </a:solidFill>
                <a:latin typeface="Arial"/>
                <a:cs typeface="Arial"/>
              </a:rPr>
              <a:t>0</a:t>
            </a:r>
            <a:r>
              <a:rPr sz="1200" dirty="0">
                <a:solidFill>
                  <a:schemeClr val="bg1"/>
                </a:solidFill>
                <a:latin typeface="Arial"/>
                <a:cs typeface="Arial"/>
              </a:rPr>
              <a:t>	</a:t>
            </a:r>
            <a:r>
              <a:rPr sz="1200" i="1" spc="-40" dirty="0">
                <a:solidFill>
                  <a:schemeClr val="bg1"/>
                </a:solidFill>
                <a:latin typeface="Arial"/>
                <a:cs typeface="Arial"/>
              </a:rPr>
              <a:t>A</a:t>
            </a:r>
            <a:r>
              <a:rPr sz="1200" i="1" spc="-6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200" i="1" spc="200" dirty="0">
                <a:solidFill>
                  <a:schemeClr val="bg1"/>
                </a:solidFill>
                <a:latin typeface="Menlo"/>
                <a:cs typeface="Menlo"/>
              </a:rPr>
              <a:t>−</a:t>
            </a:r>
            <a:r>
              <a:rPr sz="1200" i="1" spc="-455" dirty="0">
                <a:solidFill>
                  <a:schemeClr val="bg1"/>
                </a:solidFill>
                <a:latin typeface="Menlo"/>
                <a:cs typeface="Menlo"/>
              </a:rPr>
              <a:t> </a:t>
            </a:r>
            <a:r>
              <a:rPr sz="1200" i="1" spc="-50" dirty="0">
                <a:solidFill>
                  <a:schemeClr val="bg1"/>
                </a:solidFill>
                <a:latin typeface="Arial"/>
                <a:cs typeface="Arial"/>
              </a:rPr>
              <a:t>LC</a:t>
            </a:r>
            <a:endParaRPr sz="1200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23" name="object 7">
            <a:extLst>
              <a:ext uri="{FF2B5EF4-FFF2-40B4-BE49-F238E27FC236}">
                <a16:creationId xmlns:a16="http://schemas.microsoft.com/office/drawing/2014/main" id="{EF38CC00-E251-B888-ED81-9841E4FC55F7}"/>
              </a:ext>
            </a:extLst>
          </p:cNvPr>
          <p:cNvSpPr txBox="1"/>
          <p:nvPr/>
        </p:nvSpPr>
        <p:spPr>
          <a:xfrm>
            <a:off x="2990850" y="2157387"/>
            <a:ext cx="140970" cy="196849"/>
          </a:xfrm>
          <a:prstGeom prst="rect">
            <a:avLst/>
          </a:prstGeom>
          <a:ln>
            <a:noFill/>
          </a:ln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150" dirty="0">
                <a:solidFill>
                  <a:schemeClr val="bg1"/>
                </a:solidFill>
                <a:latin typeface="Arial"/>
                <a:cs typeface="Arial"/>
              </a:rPr>
              <a:t>+</a:t>
            </a:r>
            <a:endParaRPr sz="120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24" name="object 8">
            <a:extLst>
              <a:ext uri="{FF2B5EF4-FFF2-40B4-BE49-F238E27FC236}">
                <a16:creationId xmlns:a16="http://schemas.microsoft.com/office/drawing/2014/main" id="{050B88E6-AB92-5E9E-99E5-80970B9C7D26}"/>
              </a:ext>
            </a:extLst>
          </p:cNvPr>
          <p:cNvSpPr txBox="1"/>
          <p:nvPr/>
        </p:nvSpPr>
        <p:spPr>
          <a:xfrm>
            <a:off x="3200907" y="2064385"/>
            <a:ext cx="124460" cy="391160"/>
          </a:xfrm>
          <a:prstGeom prst="rect">
            <a:avLst/>
          </a:prstGeom>
          <a:ln>
            <a:noFill/>
          </a:ln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i="1" spc="-50" dirty="0">
                <a:solidFill>
                  <a:schemeClr val="bg1"/>
                </a:solidFill>
                <a:latin typeface="Arial"/>
                <a:cs typeface="Arial"/>
              </a:rPr>
              <a:t>B</a:t>
            </a:r>
            <a:endParaRPr sz="1200">
              <a:solidFill>
                <a:schemeClr val="bg1"/>
              </a:solidFill>
              <a:latin typeface="Arial"/>
              <a:cs typeface="Arial"/>
            </a:endParaRPr>
          </a:p>
          <a:p>
            <a:pPr marL="31115">
              <a:lnSpc>
                <a:spcPct val="100000"/>
              </a:lnSpc>
              <a:spcBef>
                <a:spcPts val="5"/>
              </a:spcBef>
            </a:pPr>
            <a:r>
              <a:rPr sz="1200" spc="-50" dirty="0">
                <a:solidFill>
                  <a:schemeClr val="bg1"/>
                </a:solidFill>
                <a:latin typeface="Arial"/>
                <a:cs typeface="Arial"/>
              </a:rPr>
              <a:t>0</a:t>
            </a:r>
            <a:endParaRPr sz="120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25" name="object 10">
            <a:extLst>
              <a:ext uri="{FF2B5EF4-FFF2-40B4-BE49-F238E27FC236}">
                <a16:creationId xmlns:a16="http://schemas.microsoft.com/office/drawing/2014/main" id="{0249E2ED-5117-DD37-4AE1-313FD13E1F8A}"/>
              </a:ext>
            </a:extLst>
          </p:cNvPr>
          <p:cNvSpPr txBox="1"/>
          <p:nvPr/>
        </p:nvSpPr>
        <p:spPr>
          <a:xfrm>
            <a:off x="3448050" y="2157387"/>
            <a:ext cx="334645" cy="196849"/>
          </a:xfrm>
          <a:prstGeom prst="rect">
            <a:avLst/>
          </a:prstGeom>
          <a:ln>
            <a:noFill/>
          </a:ln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i="1" spc="-75" dirty="0">
                <a:solidFill>
                  <a:schemeClr val="bg1"/>
                </a:solidFill>
                <a:latin typeface="Arial"/>
                <a:cs typeface="Arial"/>
              </a:rPr>
              <a:t>u</a:t>
            </a:r>
            <a:r>
              <a:rPr sz="1200" i="1" spc="-8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200" spc="30" dirty="0">
                <a:solidFill>
                  <a:schemeClr val="bg1"/>
                </a:solidFill>
                <a:latin typeface="Arial"/>
                <a:cs typeface="Arial"/>
              </a:rPr>
              <a:t>(</a:t>
            </a:r>
            <a:r>
              <a:rPr sz="1200" i="1" spc="30" dirty="0">
                <a:solidFill>
                  <a:schemeClr val="bg1"/>
                </a:solidFill>
                <a:latin typeface="Arial"/>
                <a:cs typeface="Arial"/>
              </a:rPr>
              <a:t>k</a:t>
            </a:r>
            <a:r>
              <a:rPr sz="1200" spc="30" dirty="0">
                <a:solidFill>
                  <a:schemeClr val="bg1"/>
                </a:solidFill>
                <a:latin typeface="Arial"/>
                <a:cs typeface="Arial"/>
              </a:rPr>
              <a:t>)</a:t>
            </a:r>
            <a:endParaRPr sz="120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26" name="object 11">
            <a:extLst>
              <a:ext uri="{FF2B5EF4-FFF2-40B4-BE49-F238E27FC236}">
                <a16:creationId xmlns:a16="http://schemas.microsoft.com/office/drawing/2014/main" id="{1E120AE1-98E4-5371-3C40-3F3E50E30973}"/>
              </a:ext>
            </a:extLst>
          </p:cNvPr>
          <p:cNvSpPr txBox="1"/>
          <p:nvPr/>
        </p:nvSpPr>
        <p:spPr>
          <a:xfrm>
            <a:off x="936294" y="2585364"/>
            <a:ext cx="1183005" cy="196849"/>
          </a:xfrm>
          <a:prstGeom prst="rect">
            <a:avLst/>
          </a:prstGeom>
          <a:ln>
            <a:noFill/>
          </a:ln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i="1" dirty="0">
                <a:solidFill>
                  <a:schemeClr val="bg1"/>
                </a:solidFill>
                <a:latin typeface="Arial"/>
                <a:cs typeface="Arial"/>
              </a:rPr>
              <a:t>y</a:t>
            </a:r>
            <a:r>
              <a:rPr sz="1200" i="1" spc="-1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chemeClr val="bg1"/>
                </a:solidFill>
                <a:latin typeface="Arial"/>
                <a:cs typeface="Arial"/>
              </a:rPr>
              <a:t>(</a:t>
            </a:r>
            <a:r>
              <a:rPr sz="1200" i="1" dirty="0">
                <a:solidFill>
                  <a:schemeClr val="bg1"/>
                </a:solidFill>
                <a:latin typeface="Arial"/>
                <a:cs typeface="Arial"/>
              </a:rPr>
              <a:t>k</a:t>
            </a:r>
            <a:r>
              <a:rPr sz="1200" i="1" spc="2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200" spc="200" dirty="0">
                <a:solidFill>
                  <a:schemeClr val="bg1"/>
                </a:solidFill>
                <a:latin typeface="Arial"/>
                <a:cs typeface="Arial"/>
              </a:rPr>
              <a:t>+</a:t>
            </a:r>
            <a:r>
              <a:rPr sz="1200" spc="-7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chemeClr val="bg1"/>
                </a:solidFill>
                <a:latin typeface="Arial"/>
                <a:cs typeface="Arial"/>
              </a:rPr>
              <a:t>1)</a:t>
            </a:r>
            <a:r>
              <a:rPr sz="1200" spc="-1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200" spc="200" dirty="0">
                <a:solidFill>
                  <a:schemeClr val="bg1"/>
                </a:solidFill>
                <a:latin typeface="Arial"/>
                <a:cs typeface="Arial"/>
              </a:rPr>
              <a:t>=</a:t>
            </a:r>
            <a:r>
              <a:rPr sz="1200" spc="-1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chemeClr val="bg1"/>
                </a:solidFill>
                <a:latin typeface="Arial"/>
                <a:cs typeface="Arial"/>
              </a:rPr>
              <a:t>[</a:t>
            </a:r>
            <a:r>
              <a:rPr sz="1200" i="1" dirty="0">
                <a:solidFill>
                  <a:schemeClr val="bg1"/>
                </a:solidFill>
                <a:latin typeface="Arial"/>
                <a:cs typeface="Arial"/>
              </a:rPr>
              <a:t>C</a:t>
            </a:r>
            <a:r>
              <a:rPr sz="1200" i="1" dirty="0">
                <a:solidFill>
                  <a:schemeClr val="bg1"/>
                </a:solidFill>
                <a:latin typeface="Times New Roman"/>
                <a:cs typeface="Times New Roman"/>
              </a:rPr>
              <a:t>,</a:t>
            </a:r>
            <a:r>
              <a:rPr sz="1200" i="1" spc="285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chemeClr val="bg1"/>
                </a:solidFill>
                <a:latin typeface="Arial"/>
                <a:cs typeface="Arial"/>
              </a:rPr>
              <a:t>0]</a:t>
            </a:r>
            <a:endParaRPr sz="120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27" name="object 13">
            <a:extLst>
              <a:ext uri="{FF2B5EF4-FFF2-40B4-BE49-F238E27FC236}">
                <a16:creationId xmlns:a16="http://schemas.microsoft.com/office/drawing/2014/main" id="{608C49E5-5689-1263-6102-6952AF1184C6}"/>
              </a:ext>
            </a:extLst>
          </p:cNvPr>
          <p:cNvSpPr txBox="1"/>
          <p:nvPr/>
        </p:nvSpPr>
        <p:spPr>
          <a:xfrm>
            <a:off x="2589149" y="2064385"/>
            <a:ext cx="333375" cy="504190"/>
          </a:xfrm>
          <a:prstGeom prst="rect">
            <a:avLst/>
          </a:prstGeom>
          <a:ln>
            <a:noFill/>
          </a:ln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i="1" spc="-70" dirty="0">
                <a:solidFill>
                  <a:schemeClr val="bg1"/>
                </a:solidFill>
                <a:latin typeface="Arial"/>
                <a:cs typeface="Arial"/>
              </a:rPr>
              <a:t>x</a:t>
            </a:r>
            <a:r>
              <a:rPr sz="1200" i="1" spc="-2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200" spc="30" dirty="0">
                <a:solidFill>
                  <a:schemeClr val="bg1"/>
                </a:solidFill>
                <a:latin typeface="Arial"/>
                <a:cs typeface="Arial"/>
              </a:rPr>
              <a:t>(</a:t>
            </a:r>
            <a:r>
              <a:rPr sz="1200" i="1" spc="30" dirty="0">
                <a:solidFill>
                  <a:schemeClr val="bg1"/>
                </a:solidFill>
                <a:latin typeface="Arial"/>
                <a:cs typeface="Arial"/>
              </a:rPr>
              <a:t>k</a:t>
            </a:r>
            <a:r>
              <a:rPr sz="1200" spc="30" dirty="0">
                <a:solidFill>
                  <a:schemeClr val="bg1"/>
                </a:solidFill>
                <a:latin typeface="Arial"/>
                <a:cs typeface="Arial"/>
              </a:rPr>
              <a:t>)</a:t>
            </a:r>
            <a:endParaRPr sz="1200" dirty="0">
              <a:solidFill>
                <a:schemeClr val="bg1"/>
              </a:solidFill>
              <a:latin typeface="Arial"/>
              <a:cs typeface="Arial"/>
            </a:endParaRPr>
          </a:p>
          <a:p>
            <a:pPr marL="15240">
              <a:lnSpc>
                <a:spcPts val="1165"/>
              </a:lnSpc>
              <a:spcBef>
                <a:spcPts val="5"/>
              </a:spcBef>
            </a:pPr>
            <a:r>
              <a:rPr sz="1200" i="1" spc="-155" dirty="0">
                <a:solidFill>
                  <a:schemeClr val="bg1"/>
                </a:solidFill>
                <a:latin typeface="Arial"/>
                <a:cs typeface="Arial"/>
              </a:rPr>
              <a:t>e</a:t>
            </a:r>
            <a:r>
              <a:rPr sz="1200" i="1" spc="-5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200" spc="30" dirty="0">
                <a:solidFill>
                  <a:schemeClr val="bg1"/>
                </a:solidFill>
                <a:latin typeface="Arial"/>
                <a:cs typeface="Arial"/>
              </a:rPr>
              <a:t>(</a:t>
            </a:r>
            <a:r>
              <a:rPr sz="1200" i="1" spc="30" dirty="0">
                <a:solidFill>
                  <a:schemeClr val="bg1"/>
                </a:solidFill>
                <a:latin typeface="Arial"/>
                <a:cs typeface="Arial"/>
              </a:rPr>
              <a:t>k</a:t>
            </a:r>
            <a:r>
              <a:rPr sz="1200" spc="30" dirty="0">
                <a:solidFill>
                  <a:schemeClr val="bg1"/>
                </a:solidFill>
                <a:latin typeface="Arial"/>
                <a:cs typeface="Arial"/>
              </a:rPr>
              <a:t>)</a:t>
            </a:r>
            <a:endParaRPr sz="1200" dirty="0">
              <a:solidFill>
                <a:schemeClr val="bg1"/>
              </a:solidFill>
              <a:latin typeface="Arial"/>
              <a:cs typeface="Arial"/>
            </a:endParaRPr>
          </a:p>
          <a:p>
            <a:pPr marL="41275">
              <a:lnSpc>
                <a:spcPts val="1165"/>
              </a:lnSpc>
            </a:pPr>
            <a:r>
              <a:rPr sz="120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</a:p>
        </p:txBody>
      </p:sp>
      <p:sp>
        <p:nvSpPr>
          <p:cNvPr id="28" name="object 14">
            <a:extLst>
              <a:ext uri="{FF2B5EF4-FFF2-40B4-BE49-F238E27FC236}">
                <a16:creationId xmlns:a16="http://schemas.microsoft.com/office/drawing/2014/main" id="{EDAF7028-02CF-B1A2-B182-0521DC373C0D}"/>
              </a:ext>
            </a:extLst>
          </p:cNvPr>
          <p:cNvSpPr txBox="1"/>
          <p:nvPr/>
        </p:nvSpPr>
        <p:spPr>
          <a:xfrm>
            <a:off x="2202181" y="2492375"/>
            <a:ext cx="590550" cy="391160"/>
          </a:xfrm>
          <a:prstGeom prst="rect">
            <a:avLst/>
          </a:prstGeom>
          <a:ln>
            <a:noFill/>
          </a:ln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i="1" spc="-70" dirty="0">
                <a:solidFill>
                  <a:schemeClr val="bg1"/>
                </a:solidFill>
                <a:latin typeface="Arial"/>
                <a:cs typeface="Arial"/>
              </a:rPr>
              <a:t>x</a:t>
            </a:r>
            <a:r>
              <a:rPr sz="1200" i="1" spc="-2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chemeClr val="bg1"/>
                </a:solidFill>
                <a:latin typeface="Arial"/>
                <a:cs typeface="Arial"/>
              </a:rPr>
              <a:t>(</a:t>
            </a:r>
            <a:r>
              <a:rPr sz="1200" i="1" dirty="0">
                <a:solidFill>
                  <a:schemeClr val="bg1"/>
                </a:solidFill>
                <a:latin typeface="Arial"/>
                <a:cs typeface="Arial"/>
              </a:rPr>
              <a:t>k</a:t>
            </a:r>
            <a:r>
              <a:rPr sz="1200" i="1" spc="4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200" spc="200" dirty="0">
                <a:solidFill>
                  <a:schemeClr val="bg1"/>
                </a:solidFill>
                <a:latin typeface="Arial"/>
                <a:cs typeface="Arial"/>
              </a:rPr>
              <a:t>+</a:t>
            </a:r>
            <a:r>
              <a:rPr sz="1200" spc="-6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200" spc="-25" dirty="0">
                <a:solidFill>
                  <a:schemeClr val="bg1"/>
                </a:solidFill>
                <a:latin typeface="Arial"/>
                <a:cs typeface="Arial"/>
              </a:rPr>
              <a:t>1)</a:t>
            </a:r>
            <a:endParaRPr sz="1200">
              <a:solidFill>
                <a:schemeClr val="bg1"/>
              </a:solidFill>
              <a:latin typeface="Arial"/>
              <a:cs typeface="Arial"/>
            </a:endParaRPr>
          </a:p>
          <a:p>
            <a:pPr marL="15240">
              <a:lnSpc>
                <a:spcPct val="100000"/>
              </a:lnSpc>
              <a:spcBef>
                <a:spcPts val="5"/>
              </a:spcBef>
            </a:pPr>
            <a:r>
              <a:rPr sz="1200" i="1" spc="-155" dirty="0">
                <a:solidFill>
                  <a:schemeClr val="bg1"/>
                </a:solidFill>
                <a:latin typeface="Arial"/>
                <a:cs typeface="Arial"/>
              </a:rPr>
              <a:t>e</a:t>
            </a:r>
            <a:r>
              <a:rPr sz="1200" i="1" spc="-5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chemeClr val="bg1"/>
                </a:solidFill>
                <a:latin typeface="Arial"/>
                <a:cs typeface="Arial"/>
              </a:rPr>
              <a:t>(</a:t>
            </a:r>
            <a:r>
              <a:rPr sz="1200" i="1" dirty="0">
                <a:solidFill>
                  <a:schemeClr val="bg1"/>
                </a:solidFill>
                <a:latin typeface="Arial"/>
                <a:cs typeface="Arial"/>
              </a:rPr>
              <a:t>k</a:t>
            </a:r>
            <a:r>
              <a:rPr sz="1200" i="1" spc="4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200" spc="200" dirty="0">
                <a:solidFill>
                  <a:schemeClr val="bg1"/>
                </a:solidFill>
                <a:latin typeface="Arial"/>
                <a:cs typeface="Arial"/>
              </a:rPr>
              <a:t>+</a:t>
            </a:r>
            <a:r>
              <a:rPr sz="1200" spc="-6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200" spc="-25" dirty="0">
                <a:solidFill>
                  <a:schemeClr val="bg1"/>
                </a:solidFill>
                <a:latin typeface="Arial"/>
                <a:cs typeface="Arial"/>
              </a:rPr>
              <a:t>1)</a:t>
            </a:r>
            <a:endParaRPr sz="120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29" name="左中括号 28">
            <a:extLst>
              <a:ext uri="{FF2B5EF4-FFF2-40B4-BE49-F238E27FC236}">
                <a16:creationId xmlns:a16="http://schemas.microsoft.com/office/drawing/2014/main" id="{16A3C611-9372-B6A2-A4C3-42395619435A}"/>
              </a:ext>
            </a:extLst>
          </p:cNvPr>
          <p:cNvSpPr/>
          <p:nvPr/>
        </p:nvSpPr>
        <p:spPr>
          <a:xfrm>
            <a:off x="749656" y="2066892"/>
            <a:ext cx="45719" cy="391160"/>
          </a:xfrm>
          <a:prstGeom prst="leftBracket">
            <a:avLst/>
          </a:prstGeom>
          <a:ln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0" name="左中括号 29">
            <a:extLst>
              <a:ext uri="{FF2B5EF4-FFF2-40B4-BE49-F238E27FC236}">
                <a16:creationId xmlns:a16="http://schemas.microsoft.com/office/drawing/2014/main" id="{36FCED01-8890-9A5A-A5A3-92A63F000141}"/>
              </a:ext>
            </a:extLst>
          </p:cNvPr>
          <p:cNvSpPr/>
          <p:nvPr/>
        </p:nvSpPr>
        <p:spPr>
          <a:xfrm rot="10800000">
            <a:off x="1387328" y="2066892"/>
            <a:ext cx="45719" cy="391160"/>
          </a:xfrm>
          <a:prstGeom prst="leftBracket">
            <a:avLst/>
          </a:prstGeom>
          <a:ln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1" name="左中括号 30">
            <a:extLst>
              <a:ext uri="{FF2B5EF4-FFF2-40B4-BE49-F238E27FC236}">
                <a16:creationId xmlns:a16="http://schemas.microsoft.com/office/drawing/2014/main" id="{B86C8B05-2F5C-79AF-DA67-C8B94CCC9C0C}"/>
              </a:ext>
            </a:extLst>
          </p:cNvPr>
          <p:cNvSpPr/>
          <p:nvPr/>
        </p:nvSpPr>
        <p:spPr>
          <a:xfrm>
            <a:off x="1686287" y="2066892"/>
            <a:ext cx="45719" cy="391160"/>
          </a:xfrm>
          <a:prstGeom prst="leftBracket">
            <a:avLst/>
          </a:prstGeom>
          <a:ln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2" name="左中括号 31">
            <a:extLst>
              <a:ext uri="{FF2B5EF4-FFF2-40B4-BE49-F238E27FC236}">
                <a16:creationId xmlns:a16="http://schemas.microsoft.com/office/drawing/2014/main" id="{03AC0B36-8B12-B37D-F479-A1BAE5ACAF96}"/>
              </a:ext>
            </a:extLst>
          </p:cNvPr>
          <p:cNvSpPr/>
          <p:nvPr/>
        </p:nvSpPr>
        <p:spPr>
          <a:xfrm rot="10800000">
            <a:off x="2395259" y="2070101"/>
            <a:ext cx="45719" cy="391160"/>
          </a:xfrm>
          <a:prstGeom prst="leftBracket">
            <a:avLst/>
          </a:prstGeom>
          <a:ln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3" name="左中括号 32">
            <a:extLst>
              <a:ext uri="{FF2B5EF4-FFF2-40B4-BE49-F238E27FC236}">
                <a16:creationId xmlns:a16="http://schemas.microsoft.com/office/drawing/2014/main" id="{7BB80299-F5E1-D116-2880-E6CEF95FB031}"/>
              </a:ext>
            </a:extLst>
          </p:cNvPr>
          <p:cNvSpPr/>
          <p:nvPr/>
        </p:nvSpPr>
        <p:spPr>
          <a:xfrm>
            <a:off x="2543919" y="2067895"/>
            <a:ext cx="45719" cy="391160"/>
          </a:xfrm>
          <a:prstGeom prst="leftBracket">
            <a:avLst/>
          </a:prstGeom>
          <a:ln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4" name="左中括号 33">
            <a:extLst>
              <a:ext uri="{FF2B5EF4-FFF2-40B4-BE49-F238E27FC236}">
                <a16:creationId xmlns:a16="http://schemas.microsoft.com/office/drawing/2014/main" id="{0B2B3415-D9EE-4568-2372-A4F01272CAE2}"/>
              </a:ext>
            </a:extLst>
          </p:cNvPr>
          <p:cNvSpPr/>
          <p:nvPr/>
        </p:nvSpPr>
        <p:spPr>
          <a:xfrm rot="10800000">
            <a:off x="2908376" y="2067895"/>
            <a:ext cx="45719" cy="391160"/>
          </a:xfrm>
          <a:prstGeom prst="leftBracket">
            <a:avLst/>
          </a:prstGeom>
          <a:ln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5" name="左中括号 34">
            <a:extLst>
              <a:ext uri="{FF2B5EF4-FFF2-40B4-BE49-F238E27FC236}">
                <a16:creationId xmlns:a16="http://schemas.microsoft.com/office/drawing/2014/main" id="{2CDEA352-8630-6F9A-F3FF-8F887F42DBAB}"/>
              </a:ext>
            </a:extLst>
          </p:cNvPr>
          <p:cNvSpPr/>
          <p:nvPr/>
        </p:nvSpPr>
        <p:spPr>
          <a:xfrm>
            <a:off x="3143250" y="2067895"/>
            <a:ext cx="45719" cy="391160"/>
          </a:xfrm>
          <a:prstGeom prst="leftBracket">
            <a:avLst/>
          </a:prstGeom>
          <a:ln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6" name="左中括号 35">
            <a:extLst>
              <a:ext uri="{FF2B5EF4-FFF2-40B4-BE49-F238E27FC236}">
                <a16:creationId xmlns:a16="http://schemas.microsoft.com/office/drawing/2014/main" id="{5BE43A68-2FD2-A960-16C8-E7AF41104281}"/>
              </a:ext>
            </a:extLst>
          </p:cNvPr>
          <p:cNvSpPr/>
          <p:nvPr/>
        </p:nvSpPr>
        <p:spPr>
          <a:xfrm rot="10800000">
            <a:off x="3353689" y="2070462"/>
            <a:ext cx="45719" cy="391160"/>
          </a:xfrm>
          <a:prstGeom prst="leftBracket">
            <a:avLst/>
          </a:prstGeom>
          <a:ln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7" name="左中括号 36">
            <a:extLst>
              <a:ext uri="{FF2B5EF4-FFF2-40B4-BE49-F238E27FC236}">
                <a16:creationId xmlns:a16="http://schemas.microsoft.com/office/drawing/2014/main" id="{A67C2F53-0F26-45C6-15EC-D6CB6F71555F}"/>
              </a:ext>
            </a:extLst>
          </p:cNvPr>
          <p:cNvSpPr/>
          <p:nvPr/>
        </p:nvSpPr>
        <p:spPr>
          <a:xfrm>
            <a:off x="2155059" y="2508104"/>
            <a:ext cx="45719" cy="391160"/>
          </a:xfrm>
          <a:prstGeom prst="leftBracket">
            <a:avLst/>
          </a:prstGeom>
          <a:ln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8" name="左中括号 37">
            <a:extLst>
              <a:ext uri="{FF2B5EF4-FFF2-40B4-BE49-F238E27FC236}">
                <a16:creationId xmlns:a16="http://schemas.microsoft.com/office/drawing/2014/main" id="{827EADB4-2400-E234-4433-C7874D2DCA19}"/>
              </a:ext>
            </a:extLst>
          </p:cNvPr>
          <p:cNvSpPr/>
          <p:nvPr/>
        </p:nvSpPr>
        <p:spPr>
          <a:xfrm rot="10800000">
            <a:off x="2792731" y="2508104"/>
            <a:ext cx="45719" cy="391160"/>
          </a:xfrm>
          <a:prstGeom prst="leftBracket">
            <a:avLst/>
          </a:prstGeom>
          <a:ln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cut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60916"/>
            <a:ext cx="3161665" cy="2882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DT</a:t>
            </a:r>
            <a:r>
              <a:rPr spc="-25" dirty="0"/>
              <a:t> </a:t>
            </a:r>
            <a:r>
              <a:rPr dirty="0"/>
              <a:t>full</a:t>
            </a:r>
            <a:r>
              <a:rPr spc="-5" dirty="0"/>
              <a:t> </a:t>
            </a:r>
            <a:r>
              <a:rPr spc="-75" dirty="0"/>
              <a:t>state</a:t>
            </a:r>
            <a:r>
              <a:rPr dirty="0"/>
              <a:t> </a:t>
            </a:r>
            <a:r>
              <a:rPr spc="-140" dirty="0"/>
              <a:t>observer</a:t>
            </a:r>
            <a:r>
              <a:rPr spc="20" dirty="0"/>
              <a:t> </a:t>
            </a:r>
            <a:r>
              <a:rPr dirty="0"/>
              <a:t>with </a:t>
            </a:r>
            <a:r>
              <a:rPr spc="-65" dirty="0"/>
              <a:t>predictor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3550" y="461972"/>
            <a:ext cx="4566920" cy="27355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327025" algn="r">
              <a:lnSpc>
                <a:spcPct val="100000"/>
              </a:lnSpc>
              <a:spcBef>
                <a:spcPts val="95"/>
              </a:spcBef>
            </a:pPr>
            <a:r>
              <a:rPr sz="1800" spc="300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▶</a:t>
            </a:r>
            <a:r>
              <a:rPr sz="1800" spc="307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Arial"/>
                <a:cs typeface="Arial"/>
              </a:rPr>
              <a:t>motivation:</a:t>
            </a:r>
            <a:r>
              <a:rPr sz="1200" spc="1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i="1" spc="-455" dirty="0">
                <a:solidFill>
                  <a:srgbClr val="FFFFFF"/>
                </a:solidFill>
                <a:latin typeface="Arial"/>
                <a:cs typeface="Arial"/>
              </a:rPr>
              <a:t>x</a:t>
            </a:r>
            <a:r>
              <a:rPr sz="1200" spc="245" dirty="0">
                <a:solidFill>
                  <a:srgbClr val="FFFFFF"/>
                </a:solidFill>
                <a:latin typeface="Arial"/>
                <a:cs typeface="Arial"/>
              </a:rPr>
              <a:t>ˆ</a:t>
            </a:r>
            <a:r>
              <a:rPr sz="1200" spc="65" dirty="0">
                <a:solidFill>
                  <a:srgbClr val="FFFFFF"/>
                </a:solidFill>
                <a:latin typeface="Arial"/>
                <a:cs typeface="Arial"/>
              </a:rPr>
              <a:t>(</a:t>
            </a:r>
            <a:r>
              <a:rPr sz="1200" i="1" spc="65" dirty="0">
                <a:solidFill>
                  <a:srgbClr val="FFFFFF"/>
                </a:solidFill>
                <a:latin typeface="Arial"/>
                <a:cs typeface="Arial"/>
              </a:rPr>
              <a:t>k</a:t>
            </a:r>
            <a:r>
              <a:rPr sz="1200" i="1" spc="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200" dirty="0">
                <a:solidFill>
                  <a:srgbClr val="FFFFFF"/>
                </a:solidFill>
                <a:latin typeface="Arial"/>
                <a:cs typeface="Arial"/>
              </a:rPr>
              <a:t>+</a:t>
            </a:r>
            <a:r>
              <a:rPr sz="1200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1)</a:t>
            </a:r>
            <a:r>
              <a:rPr sz="12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200" dirty="0">
                <a:solidFill>
                  <a:srgbClr val="FFFFFF"/>
                </a:solidFill>
                <a:latin typeface="Arial"/>
                <a:cs typeface="Arial"/>
              </a:rPr>
              <a:t>=</a:t>
            </a:r>
            <a:r>
              <a:rPr sz="12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i="1" spc="2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1200" i="1" spc="-490" dirty="0">
                <a:solidFill>
                  <a:srgbClr val="FFFFFF"/>
                </a:solidFill>
                <a:latin typeface="Arial"/>
                <a:cs typeface="Arial"/>
              </a:rPr>
              <a:t>x</a:t>
            </a:r>
            <a:r>
              <a:rPr sz="1200" spc="210" dirty="0">
                <a:solidFill>
                  <a:srgbClr val="FFFFFF"/>
                </a:solidFill>
                <a:latin typeface="Arial"/>
                <a:cs typeface="Arial"/>
              </a:rPr>
              <a:t>ˆ</a:t>
            </a:r>
            <a:r>
              <a:rPr sz="1200" spc="30" dirty="0">
                <a:solidFill>
                  <a:srgbClr val="FFFFFF"/>
                </a:solidFill>
                <a:latin typeface="Arial"/>
                <a:cs typeface="Arial"/>
              </a:rPr>
              <a:t>(</a:t>
            </a:r>
            <a:r>
              <a:rPr sz="1200" i="1" spc="130" dirty="0">
                <a:solidFill>
                  <a:srgbClr val="FFFFFF"/>
                </a:solidFill>
                <a:latin typeface="Arial"/>
                <a:cs typeface="Arial"/>
              </a:rPr>
              <a:t>k</a:t>
            </a:r>
            <a:r>
              <a:rPr sz="1200" spc="30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r>
              <a:rPr sz="12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200" dirty="0">
                <a:solidFill>
                  <a:srgbClr val="FFFFFF"/>
                </a:solidFill>
                <a:latin typeface="Arial"/>
                <a:cs typeface="Arial"/>
              </a:rPr>
              <a:t>+</a:t>
            </a:r>
            <a:r>
              <a:rPr sz="1200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i="1" spc="-50" dirty="0">
                <a:solidFill>
                  <a:srgbClr val="FFFFFF"/>
                </a:solidFill>
                <a:latin typeface="Arial"/>
                <a:cs typeface="Arial"/>
              </a:rPr>
              <a:t>Bu</a:t>
            </a:r>
            <a:r>
              <a:rPr sz="1200" i="1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55" dirty="0">
                <a:solidFill>
                  <a:srgbClr val="FFFFFF"/>
                </a:solidFill>
                <a:latin typeface="Arial"/>
                <a:cs typeface="Arial"/>
              </a:rPr>
              <a:t>(</a:t>
            </a:r>
            <a:r>
              <a:rPr sz="1200" i="1" spc="55" dirty="0">
                <a:solidFill>
                  <a:srgbClr val="FFFFFF"/>
                </a:solidFill>
                <a:latin typeface="Arial"/>
                <a:cs typeface="Arial"/>
              </a:rPr>
              <a:t>k</a:t>
            </a:r>
            <a:r>
              <a:rPr sz="1200" spc="55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r>
              <a:rPr sz="1200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200" dirty="0">
                <a:solidFill>
                  <a:srgbClr val="FFFFFF"/>
                </a:solidFill>
                <a:latin typeface="Arial"/>
                <a:cs typeface="Arial"/>
              </a:rPr>
              <a:t>+</a:t>
            </a:r>
            <a:r>
              <a:rPr sz="12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i="1" spc="-40" dirty="0">
                <a:solidFill>
                  <a:srgbClr val="FFFFFF"/>
                </a:solidFill>
                <a:latin typeface="Arial"/>
                <a:cs typeface="Arial"/>
              </a:rPr>
              <a:t>L</a:t>
            </a:r>
            <a:r>
              <a:rPr sz="1200" i="1" spc="-1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(</a:t>
            </a:r>
            <a:r>
              <a:rPr sz="1200" i="1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1200" i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55" dirty="0">
                <a:solidFill>
                  <a:srgbClr val="FFFFFF"/>
                </a:solidFill>
                <a:latin typeface="Arial"/>
                <a:cs typeface="Arial"/>
              </a:rPr>
              <a:t>(</a:t>
            </a:r>
            <a:r>
              <a:rPr sz="1200" i="1" spc="55" dirty="0">
                <a:solidFill>
                  <a:srgbClr val="FFFFFF"/>
                </a:solidFill>
                <a:latin typeface="Arial"/>
                <a:cs typeface="Arial"/>
              </a:rPr>
              <a:t>k</a:t>
            </a:r>
            <a:r>
              <a:rPr sz="1200" spc="55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r>
              <a:rPr sz="1200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i="1" spc="200" dirty="0">
                <a:solidFill>
                  <a:srgbClr val="FFFFFF"/>
                </a:solidFill>
                <a:latin typeface="Menlo"/>
                <a:cs typeface="Menlo"/>
              </a:rPr>
              <a:t>−</a:t>
            </a:r>
            <a:r>
              <a:rPr sz="1200" i="1" spc="-459" dirty="0">
                <a:solidFill>
                  <a:srgbClr val="FFFFFF"/>
                </a:solidFill>
                <a:latin typeface="Menlo"/>
                <a:cs typeface="Menlo"/>
              </a:rPr>
              <a:t> </a:t>
            </a:r>
            <a:r>
              <a:rPr sz="1200" i="1" spc="-130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r>
              <a:rPr sz="1200" i="1" spc="-1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i="1" spc="-490" dirty="0">
                <a:solidFill>
                  <a:srgbClr val="FFFFFF"/>
                </a:solidFill>
                <a:latin typeface="Arial"/>
                <a:cs typeface="Arial"/>
              </a:rPr>
              <a:t>x</a:t>
            </a:r>
            <a:r>
              <a:rPr sz="1200" spc="210" dirty="0">
                <a:solidFill>
                  <a:srgbClr val="FFFFFF"/>
                </a:solidFill>
                <a:latin typeface="Arial"/>
                <a:cs typeface="Arial"/>
              </a:rPr>
              <a:t>ˆ</a:t>
            </a:r>
            <a:r>
              <a:rPr sz="1200" spc="30" dirty="0">
                <a:solidFill>
                  <a:srgbClr val="FFFFFF"/>
                </a:solidFill>
                <a:latin typeface="Arial"/>
                <a:cs typeface="Arial"/>
              </a:rPr>
              <a:t>(</a:t>
            </a:r>
            <a:r>
              <a:rPr sz="1200" i="1" spc="130" dirty="0">
                <a:solidFill>
                  <a:srgbClr val="FFFFFF"/>
                </a:solidFill>
                <a:latin typeface="Arial"/>
                <a:cs typeface="Arial"/>
              </a:rPr>
              <a:t>k</a:t>
            </a:r>
            <a:r>
              <a:rPr sz="1200" spc="30" dirty="0">
                <a:solidFill>
                  <a:srgbClr val="FFFFFF"/>
                </a:solidFill>
                <a:latin typeface="Arial"/>
                <a:cs typeface="Arial"/>
              </a:rPr>
              <a:t>))</a:t>
            </a:r>
            <a:endParaRPr sz="1200" dirty="0">
              <a:latin typeface="Arial"/>
              <a:cs typeface="Arial"/>
            </a:endParaRPr>
          </a:p>
          <a:p>
            <a:pPr marR="379095" algn="r">
              <a:lnSpc>
                <a:spcPct val="100000"/>
              </a:lnSpc>
              <a:spcBef>
                <a:spcPts val="5"/>
              </a:spcBef>
            </a:pPr>
            <a:r>
              <a:rPr sz="1200" spc="-40" dirty="0">
                <a:solidFill>
                  <a:srgbClr val="FFFFFF"/>
                </a:solidFill>
                <a:latin typeface="Arial"/>
                <a:cs typeface="Arial"/>
              </a:rPr>
              <a:t>doesn’t</a:t>
            </a:r>
            <a:r>
              <a:rPr sz="1200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120" dirty="0">
                <a:solidFill>
                  <a:srgbClr val="FFFFFF"/>
                </a:solidFill>
                <a:latin typeface="Arial"/>
                <a:cs typeface="Arial"/>
              </a:rPr>
              <a:t>use</a:t>
            </a:r>
            <a:r>
              <a:rPr sz="1200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45" dirty="0">
                <a:solidFill>
                  <a:srgbClr val="FFFFFF"/>
                </a:solidFill>
                <a:latin typeface="Arial"/>
                <a:cs typeface="Arial"/>
              </a:rPr>
              <a:t>most</a:t>
            </a:r>
            <a:r>
              <a:rPr sz="1200" spc="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60" dirty="0">
                <a:solidFill>
                  <a:srgbClr val="FFFFFF"/>
                </a:solidFill>
                <a:latin typeface="Arial"/>
                <a:cs typeface="Arial"/>
              </a:rPr>
              <a:t>recent</a:t>
            </a:r>
            <a:r>
              <a:rPr sz="1200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80" dirty="0">
                <a:solidFill>
                  <a:srgbClr val="FFFFFF"/>
                </a:solidFill>
                <a:latin typeface="Arial"/>
                <a:cs typeface="Arial"/>
              </a:rPr>
              <a:t>measurement</a:t>
            </a:r>
            <a:r>
              <a:rPr sz="1200" spc="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i="1" spc="-75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1200" i="1" spc="-20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(</a:t>
            </a:r>
            <a:r>
              <a:rPr sz="1200" i="1" dirty="0">
                <a:solidFill>
                  <a:srgbClr val="FFFFFF"/>
                </a:solidFill>
                <a:latin typeface="Arial"/>
                <a:cs typeface="Arial"/>
              </a:rPr>
              <a:t>k</a:t>
            </a:r>
            <a:r>
              <a:rPr sz="1200" i="1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200" dirty="0">
                <a:solidFill>
                  <a:srgbClr val="FFFFFF"/>
                </a:solidFill>
                <a:latin typeface="Arial"/>
                <a:cs typeface="Arial"/>
              </a:rPr>
              <a:t>+</a:t>
            </a:r>
            <a:r>
              <a:rPr sz="1200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1)</a:t>
            </a:r>
            <a:r>
              <a:rPr sz="12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200" dirty="0">
                <a:solidFill>
                  <a:srgbClr val="FFFFFF"/>
                </a:solidFill>
                <a:latin typeface="Arial"/>
                <a:cs typeface="Arial"/>
              </a:rPr>
              <a:t>=</a:t>
            </a:r>
            <a:r>
              <a:rPr sz="12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i="1" spc="-105" dirty="0">
                <a:solidFill>
                  <a:srgbClr val="FFFFFF"/>
                </a:solidFill>
                <a:latin typeface="Arial"/>
                <a:cs typeface="Arial"/>
              </a:rPr>
              <a:t>Cx</a:t>
            </a:r>
            <a:r>
              <a:rPr sz="1200" i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(</a:t>
            </a:r>
            <a:r>
              <a:rPr sz="1200" i="1" dirty="0">
                <a:solidFill>
                  <a:srgbClr val="FFFFFF"/>
                </a:solidFill>
                <a:latin typeface="Arial"/>
                <a:cs typeface="Arial"/>
              </a:rPr>
              <a:t>k</a:t>
            </a:r>
            <a:r>
              <a:rPr sz="1200" i="1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200" dirty="0">
                <a:solidFill>
                  <a:srgbClr val="FFFFFF"/>
                </a:solidFill>
                <a:latin typeface="Arial"/>
                <a:cs typeface="Arial"/>
              </a:rPr>
              <a:t>+</a:t>
            </a:r>
            <a:r>
              <a:rPr sz="1200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Arial"/>
                <a:cs typeface="Arial"/>
              </a:rPr>
              <a:t>1)</a:t>
            </a:r>
            <a:endParaRPr sz="1200" dirty="0">
              <a:latin typeface="Arial"/>
              <a:cs typeface="Arial"/>
            </a:endParaRPr>
          </a:p>
          <a:p>
            <a:pPr marR="1743710" algn="r">
              <a:lnSpc>
                <a:spcPct val="100000"/>
              </a:lnSpc>
              <a:spcBef>
                <a:spcPts val="170"/>
              </a:spcBef>
            </a:pPr>
            <a:r>
              <a:rPr sz="1800" spc="300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▶</a:t>
            </a:r>
            <a:r>
              <a:rPr sz="1800" spc="337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 </a:t>
            </a:r>
            <a:r>
              <a:rPr sz="1200" spc="-55" dirty="0">
                <a:solidFill>
                  <a:srgbClr val="FFFFFF"/>
                </a:solidFill>
                <a:latin typeface="Arial"/>
                <a:cs typeface="Arial"/>
              </a:rPr>
              <a:t>discrete-</a:t>
            </a:r>
            <a:r>
              <a:rPr sz="1200" spc="-25" dirty="0">
                <a:solidFill>
                  <a:srgbClr val="FFFFFF"/>
                </a:solidFill>
                <a:latin typeface="Arial"/>
                <a:cs typeface="Arial"/>
              </a:rPr>
              <a:t>time</a:t>
            </a:r>
            <a:r>
              <a:rPr sz="1200" spc="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85" dirty="0">
                <a:solidFill>
                  <a:srgbClr val="FFFFFF"/>
                </a:solidFill>
                <a:latin typeface="Arial"/>
                <a:cs typeface="Arial"/>
              </a:rPr>
              <a:t>observer</a:t>
            </a:r>
            <a:r>
              <a:rPr sz="1200" spc="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FFFFFF"/>
                </a:solidFill>
                <a:latin typeface="Arial"/>
                <a:cs typeface="Arial"/>
              </a:rPr>
              <a:t>with</a:t>
            </a:r>
            <a:r>
              <a:rPr sz="1200" b="1" spc="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spc="-10" dirty="0">
                <a:solidFill>
                  <a:srgbClr val="FFFFFF"/>
                </a:solidFill>
                <a:latin typeface="Arial"/>
                <a:cs typeface="Arial"/>
              </a:rPr>
              <a:t>predictor</a:t>
            </a:r>
            <a:r>
              <a:rPr sz="1200" spc="-10" dirty="0">
                <a:solidFill>
                  <a:srgbClr val="FFFFFF"/>
                </a:solidFill>
                <a:latin typeface="Arial"/>
                <a:cs typeface="Arial"/>
              </a:rPr>
              <a:t>:</a:t>
            </a:r>
            <a:endParaRPr sz="1200" dirty="0">
              <a:latin typeface="Arial"/>
              <a:cs typeface="Arial"/>
            </a:endParaRPr>
          </a:p>
          <a:p>
            <a:pPr marR="1699895" algn="r">
              <a:lnSpc>
                <a:spcPct val="100000"/>
              </a:lnSpc>
              <a:spcBef>
                <a:spcPts val="700"/>
              </a:spcBef>
            </a:pPr>
            <a:r>
              <a:rPr lang="en-US" altLang="zh-CN" sz="1100" spc="-30" dirty="0">
                <a:solidFill>
                  <a:schemeClr val="bg1"/>
                </a:solidFill>
                <a:latin typeface="Arial"/>
                <a:cs typeface="Arial"/>
              </a:rPr>
              <a:t>predictor:</a:t>
            </a:r>
            <a:r>
              <a:rPr lang="en-US" altLang="zh-CN" sz="1100" spc="14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altLang="zh-CN" sz="1100" i="1" spc="-405" dirty="0">
                <a:solidFill>
                  <a:schemeClr val="bg1"/>
                </a:solidFill>
                <a:latin typeface="Arial"/>
                <a:cs typeface="Arial"/>
              </a:rPr>
              <a:t>x</a:t>
            </a:r>
            <a:r>
              <a:rPr lang="en-US" altLang="zh-CN" sz="1100" spc="240" dirty="0">
                <a:solidFill>
                  <a:schemeClr val="bg1"/>
                </a:solidFill>
                <a:latin typeface="Arial"/>
                <a:cs typeface="Arial"/>
              </a:rPr>
              <a:t>ˆ</a:t>
            </a:r>
            <a:r>
              <a:rPr lang="en-US" altLang="zh-CN" sz="1100" spc="75" dirty="0">
                <a:solidFill>
                  <a:schemeClr val="bg1"/>
                </a:solidFill>
                <a:latin typeface="Arial"/>
                <a:cs typeface="Arial"/>
              </a:rPr>
              <a:t>(</a:t>
            </a:r>
            <a:r>
              <a:rPr lang="en-US" altLang="zh-CN" sz="1100" i="1" spc="75" dirty="0">
                <a:solidFill>
                  <a:schemeClr val="bg1"/>
                </a:solidFill>
                <a:latin typeface="Arial"/>
                <a:cs typeface="Arial"/>
              </a:rPr>
              <a:t>k</a:t>
            </a:r>
            <a:r>
              <a:rPr lang="en-US" altLang="zh-CN" sz="1100" i="1" spc="2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altLang="zh-CN" sz="1100" spc="200" dirty="0">
                <a:solidFill>
                  <a:schemeClr val="bg1"/>
                </a:solidFill>
                <a:latin typeface="Arial"/>
                <a:cs typeface="Arial"/>
              </a:rPr>
              <a:t>+</a:t>
            </a:r>
            <a:r>
              <a:rPr lang="en-US" altLang="zh-CN" sz="1100" spc="-7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altLang="zh-CN" sz="1100" spc="-85" dirty="0">
                <a:solidFill>
                  <a:schemeClr val="bg1"/>
                </a:solidFill>
                <a:latin typeface="Arial"/>
                <a:cs typeface="Arial"/>
              </a:rPr>
              <a:t>1</a:t>
            </a:r>
            <a:r>
              <a:rPr lang="en-US" altLang="zh-CN" sz="1100" spc="-85" dirty="0">
                <a:solidFill>
                  <a:schemeClr val="bg1"/>
                </a:solidFill>
                <a:latin typeface="Menlo"/>
                <a:cs typeface="Menlo"/>
              </a:rPr>
              <a:t>|</a:t>
            </a:r>
            <a:r>
              <a:rPr lang="en-US" altLang="zh-CN" sz="1100" i="1" spc="-85" dirty="0">
                <a:solidFill>
                  <a:schemeClr val="bg1"/>
                </a:solidFill>
                <a:latin typeface="Arial"/>
                <a:cs typeface="Arial"/>
              </a:rPr>
              <a:t>k</a:t>
            </a:r>
            <a:r>
              <a:rPr lang="en-US" altLang="zh-CN" sz="1100" spc="-85" dirty="0">
                <a:solidFill>
                  <a:schemeClr val="bg1"/>
                </a:solidFill>
                <a:latin typeface="Arial"/>
                <a:cs typeface="Arial"/>
              </a:rPr>
              <a:t>)</a:t>
            </a:r>
            <a:r>
              <a:rPr lang="en-US" altLang="zh-CN" sz="1100" spc="-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altLang="zh-CN" sz="1100" spc="200" dirty="0">
                <a:solidFill>
                  <a:schemeClr val="bg1"/>
                </a:solidFill>
                <a:latin typeface="Arial"/>
                <a:cs typeface="Arial"/>
              </a:rPr>
              <a:t>=</a:t>
            </a:r>
            <a:r>
              <a:rPr lang="en-US" altLang="zh-CN" sz="1100" spc="-1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altLang="zh-CN" sz="1100" i="1" spc="-25" dirty="0">
                <a:solidFill>
                  <a:schemeClr val="bg1"/>
                </a:solidFill>
                <a:latin typeface="Arial"/>
                <a:cs typeface="Arial"/>
              </a:rPr>
              <a:t>A</a:t>
            </a:r>
            <a:r>
              <a:rPr lang="en-US" altLang="zh-CN" sz="1100" i="1" spc="-50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altLang="zh-CN" sz="1100" i="1" spc="-405" dirty="0">
                <a:solidFill>
                  <a:schemeClr val="bg1"/>
                </a:solidFill>
                <a:latin typeface="Arial"/>
                <a:cs typeface="Arial"/>
              </a:rPr>
              <a:t>x</a:t>
            </a:r>
            <a:r>
              <a:rPr lang="en-US" altLang="zh-CN" sz="1100" spc="240" dirty="0">
                <a:solidFill>
                  <a:schemeClr val="bg1"/>
                </a:solidFill>
                <a:latin typeface="Arial"/>
                <a:cs typeface="Arial"/>
              </a:rPr>
              <a:t>ˆ</a:t>
            </a:r>
            <a:r>
              <a:rPr lang="en-US" altLang="zh-CN" sz="1100" spc="-25" dirty="0">
                <a:solidFill>
                  <a:schemeClr val="bg1"/>
                </a:solidFill>
                <a:latin typeface="Arial"/>
                <a:cs typeface="Arial"/>
              </a:rPr>
              <a:t>(</a:t>
            </a:r>
            <a:r>
              <a:rPr lang="en-US" altLang="zh-CN" sz="1100" i="1" spc="65" dirty="0" err="1">
                <a:solidFill>
                  <a:schemeClr val="bg1"/>
                </a:solidFill>
                <a:latin typeface="Arial"/>
                <a:cs typeface="Arial"/>
              </a:rPr>
              <a:t>k</a:t>
            </a:r>
            <a:r>
              <a:rPr lang="en-US" altLang="zh-CN" sz="1100" spc="-25" dirty="0" err="1">
                <a:solidFill>
                  <a:schemeClr val="bg1"/>
                </a:solidFill>
                <a:latin typeface="Menlo"/>
                <a:cs typeface="Menlo"/>
              </a:rPr>
              <a:t>|</a:t>
            </a:r>
            <a:r>
              <a:rPr lang="en-US" altLang="zh-CN" sz="1100" i="1" spc="65" dirty="0" err="1">
                <a:solidFill>
                  <a:schemeClr val="bg1"/>
                </a:solidFill>
                <a:latin typeface="Arial"/>
                <a:cs typeface="Arial"/>
              </a:rPr>
              <a:t>k</a:t>
            </a:r>
            <a:r>
              <a:rPr lang="en-US" altLang="zh-CN" sz="1100" spc="-25" dirty="0">
                <a:solidFill>
                  <a:schemeClr val="bg1"/>
                </a:solidFill>
                <a:latin typeface="Arial"/>
                <a:cs typeface="Arial"/>
              </a:rPr>
              <a:t>)</a:t>
            </a:r>
            <a:r>
              <a:rPr lang="en-US" altLang="zh-CN" sz="1100" spc="-6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altLang="zh-CN" sz="1100" spc="200" dirty="0">
                <a:solidFill>
                  <a:schemeClr val="bg1"/>
                </a:solidFill>
                <a:latin typeface="Arial"/>
                <a:cs typeface="Arial"/>
              </a:rPr>
              <a:t>+</a:t>
            </a:r>
            <a:r>
              <a:rPr lang="en-US" altLang="zh-CN" sz="1100" spc="-7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altLang="zh-CN" sz="1100" i="1" spc="-40" dirty="0">
                <a:solidFill>
                  <a:schemeClr val="bg1"/>
                </a:solidFill>
                <a:latin typeface="Arial"/>
                <a:cs typeface="Arial"/>
              </a:rPr>
              <a:t>Bu</a:t>
            </a:r>
            <a:r>
              <a:rPr lang="en-US" altLang="zh-CN" sz="1100" i="1" spc="-8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altLang="zh-CN" sz="1100" spc="35" dirty="0">
                <a:solidFill>
                  <a:schemeClr val="bg1"/>
                </a:solidFill>
                <a:latin typeface="Arial"/>
                <a:cs typeface="Arial"/>
              </a:rPr>
              <a:t>(</a:t>
            </a:r>
            <a:r>
              <a:rPr lang="en-US" altLang="zh-CN" sz="1100" i="1" spc="35" dirty="0">
                <a:solidFill>
                  <a:schemeClr val="bg1"/>
                </a:solidFill>
                <a:latin typeface="Arial"/>
                <a:cs typeface="Arial"/>
              </a:rPr>
              <a:t>k</a:t>
            </a:r>
            <a:r>
              <a:rPr lang="en-US" altLang="zh-CN" sz="1100" spc="35" dirty="0">
                <a:solidFill>
                  <a:schemeClr val="bg1"/>
                </a:solidFill>
                <a:latin typeface="Arial"/>
                <a:cs typeface="Arial"/>
              </a:rPr>
              <a:t>)</a:t>
            </a:r>
            <a:endParaRPr lang="en-US" altLang="zh-CN" sz="1100" dirty="0">
              <a:solidFill>
                <a:schemeClr val="bg1"/>
              </a:solidFill>
              <a:latin typeface="Arial"/>
              <a:cs typeface="Arial"/>
            </a:endParaRPr>
          </a:p>
          <a:p>
            <a:pPr marL="382270">
              <a:lnSpc>
                <a:spcPct val="100000"/>
              </a:lnSpc>
              <a:spcBef>
                <a:spcPts val="334"/>
              </a:spcBef>
            </a:pPr>
            <a:r>
              <a:rPr lang="en-US" altLang="zh-CN" sz="1100" spc="-30" dirty="0">
                <a:solidFill>
                  <a:schemeClr val="bg1"/>
                </a:solidFill>
                <a:latin typeface="Arial"/>
                <a:cs typeface="Arial"/>
              </a:rPr>
              <a:t>corrector:</a:t>
            </a:r>
            <a:r>
              <a:rPr lang="en-US" altLang="zh-CN" sz="1100" spc="8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altLang="zh-CN" sz="1100" i="1" spc="-405" dirty="0">
                <a:solidFill>
                  <a:schemeClr val="bg1"/>
                </a:solidFill>
                <a:latin typeface="Arial"/>
                <a:cs typeface="Arial"/>
              </a:rPr>
              <a:t>x</a:t>
            </a:r>
            <a:r>
              <a:rPr lang="en-US" altLang="zh-CN" sz="1100" spc="240" dirty="0">
                <a:solidFill>
                  <a:schemeClr val="bg1"/>
                </a:solidFill>
                <a:latin typeface="Arial"/>
                <a:cs typeface="Arial"/>
              </a:rPr>
              <a:t>ˆ</a:t>
            </a:r>
            <a:r>
              <a:rPr lang="en-US" altLang="zh-CN" sz="1100" spc="75" dirty="0">
                <a:solidFill>
                  <a:schemeClr val="bg1"/>
                </a:solidFill>
                <a:latin typeface="Arial"/>
                <a:cs typeface="Arial"/>
              </a:rPr>
              <a:t>(</a:t>
            </a:r>
            <a:r>
              <a:rPr lang="en-US" altLang="zh-CN" sz="1100" i="1" spc="75" dirty="0">
                <a:solidFill>
                  <a:schemeClr val="bg1"/>
                </a:solidFill>
                <a:latin typeface="Arial"/>
                <a:cs typeface="Arial"/>
              </a:rPr>
              <a:t>k</a:t>
            </a:r>
            <a:r>
              <a:rPr lang="en-US" altLang="zh-CN" sz="1100" i="1" spc="1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altLang="zh-CN" sz="1100" spc="200" dirty="0">
                <a:solidFill>
                  <a:schemeClr val="bg1"/>
                </a:solidFill>
                <a:latin typeface="Arial"/>
                <a:cs typeface="Arial"/>
              </a:rPr>
              <a:t>+</a:t>
            </a:r>
            <a:r>
              <a:rPr lang="en-US" altLang="zh-CN" sz="1100" spc="-7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altLang="zh-CN" sz="1100" spc="-155" dirty="0">
                <a:solidFill>
                  <a:schemeClr val="bg1"/>
                </a:solidFill>
                <a:latin typeface="Arial"/>
                <a:cs typeface="Arial"/>
              </a:rPr>
              <a:t>1</a:t>
            </a:r>
            <a:r>
              <a:rPr lang="en-US" altLang="zh-CN" sz="1100" spc="-155" dirty="0">
                <a:solidFill>
                  <a:schemeClr val="bg1"/>
                </a:solidFill>
                <a:latin typeface="Menlo"/>
                <a:cs typeface="Menlo"/>
              </a:rPr>
              <a:t>|</a:t>
            </a:r>
            <a:r>
              <a:rPr lang="en-US" altLang="zh-CN" sz="1100" i="1" spc="-155" dirty="0">
                <a:solidFill>
                  <a:schemeClr val="bg1"/>
                </a:solidFill>
                <a:latin typeface="Arial"/>
                <a:cs typeface="Arial"/>
              </a:rPr>
              <a:t>k</a:t>
            </a:r>
            <a:r>
              <a:rPr lang="en-US" altLang="zh-CN" sz="1100" i="1" spc="2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altLang="zh-CN" sz="1100" spc="200" dirty="0">
                <a:solidFill>
                  <a:schemeClr val="bg1"/>
                </a:solidFill>
                <a:latin typeface="Arial"/>
                <a:cs typeface="Arial"/>
              </a:rPr>
              <a:t>+</a:t>
            </a:r>
            <a:r>
              <a:rPr lang="en-US" altLang="zh-CN" sz="1100" spc="-7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altLang="zh-CN" sz="1100" dirty="0">
                <a:solidFill>
                  <a:schemeClr val="bg1"/>
                </a:solidFill>
                <a:latin typeface="Arial"/>
                <a:cs typeface="Arial"/>
              </a:rPr>
              <a:t>1)</a:t>
            </a:r>
            <a:r>
              <a:rPr lang="en-US" altLang="zh-CN" sz="1100" spc="-2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altLang="zh-CN" sz="1100" spc="200" dirty="0">
                <a:solidFill>
                  <a:schemeClr val="bg1"/>
                </a:solidFill>
                <a:latin typeface="Arial"/>
                <a:cs typeface="Arial"/>
              </a:rPr>
              <a:t>=</a:t>
            </a:r>
            <a:r>
              <a:rPr lang="en-US" altLang="zh-CN" sz="1100" spc="-1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altLang="zh-CN" sz="1100" i="1" spc="-405" dirty="0">
                <a:solidFill>
                  <a:schemeClr val="bg1"/>
                </a:solidFill>
                <a:latin typeface="Arial"/>
                <a:cs typeface="Arial"/>
              </a:rPr>
              <a:t>x</a:t>
            </a:r>
            <a:r>
              <a:rPr lang="en-US" altLang="zh-CN" sz="1100" spc="240" dirty="0">
                <a:solidFill>
                  <a:schemeClr val="bg1"/>
                </a:solidFill>
                <a:latin typeface="Arial"/>
                <a:cs typeface="Arial"/>
              </a:rPr>
              <a:t>ˆ</a:t>
            </a:r>
            <a:r>
              <a:rPr lang="en-US" altLang="zh-CN" sz="1100" spc="75" dirty="0">
                <a:solidFill>
                  <a:schemeClr val="bg1"/>
                </a:solidFill>
                <a:latin typeface="Arial"/>
                <a:cs typeface="Arial"/>
              </a:rPr>
              <a:t>(</a:t>
            </a:r>
            <a:r>
              <a:rPr lang="en-US" altLang="zh-CN" sz="1100" i="1" spc="75" dirty="0">
                <a:solidFill>
                  <a:schemeClr val="bg1"/>
                </a:solidFill>
                <a:latin typeface="Arial"/>
                <a:cs typeface="Arial"/>
              </a:rPr>
              <a:t>k</a:t>
            </a:r>
            <a:r>
              <a:rPr lang="en-US" altLang="zh-CN" sz="1100" i="1" spc="1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altLang="zh-CN" sz="1100" spc="200" dirty="0">
                <a:solidFill>
                  <a:schemeClr val="bg1"/>
                </a:solidFill>
                <a:latin typeface="Arial"/>
                <a:cs typeface="Arial"/>
              </a:rPr>
              <a:t>+</a:t>
            </a:r>
            <a:r>
              <a:rPr lang="en-US" altLang="zh-CN" sz="1100" spc="-7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altLang="zh-CN" sz="1100" spc="-85" dirty="0">
                <a:solidFill>
                  <a:schemeClr val="bg1"/>
                </a:solidFill>
                <a:latin typeface="Arial"/>
                <a:cs typeface="Arial"/>
              </a:rPr>
              <a:t>1</a:t>
            </a:r>
            <a:r>
              <a:rPr lang="en-US" altLang="zh-CN" sz="1100" spc="-85" dirty="0">
                <a:solidFill>
                  <a:schemeClr val="bg1"/>
                </a:solidFill>
                <a:latin typeface="Menlo"/>
                <a:cs typeface="Menlo"/>
              </a:rPr>
              <a:t>|</a:t>
            </a:r>
            <a:r>
              <a:rPr lang="en-US" altLang="zh-CN" sz="1100" i="1" spc="-85" dirty="0">
                <a:solidFill>
                  <a:schemeClr val="bg1"/>
                </a:solidFill>
                <a:latin typeface="Arial"/>
                <a:cs typeface="Arial"/>
              </a:rPr>
              <a:t>k</a:t>
            </a:r>
            <a:r>
              <a:rPr lang="en-US" altLang="zh-CN" sz="1100" spc="-85" dirty="0">
                <a:solidFill>
                  <a:schemeClr val="bg1"/>
                </a:solidFill>
                <a:latin typeface="Arial"/>
                <a:cs typeface="Arial"/>
              </a:rPr>
              <a:t>)</a:t>
            </a:r>
            <a:r>
              <a:rPr lang="en-US" altLang="zh-CN" sz="1100" spc="-6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altLang="zh-CN" sz="1100" spc="200" dirty="0">
                <a:solidFill>
                  <a:schemeClr val="bg1"/>
                </a:solidFill>
                <a:latin typeface="Arial"/>
                <a:cs typeface="Arial"/>
              </a:rPr>
              <a:t>+</a:t>
            </a:r>
            <a:r>
              <a:rPr lang="en-US" altLang="zh-CN" sz="1100" spc="-7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altLang="zh-CN" sz="1100" i="1" spc="-30" dirty="0">
                <a:solidFill>
                  <a:schemeClr val="bg1"/>
                </a:solidFill>
                <a:latin typeface="Arial"/>
                <a:cs typeface="Arial"/>
              </a:rPr>
              <a:t>L</a:t>
            </a:r>
            <a:r>
              <a:rPr lang="en-US" altLang="zh-CN" sz="1100" i="1" spc="-12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altLang="zh-CN" sz="1100" dirty="0">
                <a:solidFill>
                  <a:schemeClr val="bg1"/>
                </a:solidFill>
                <a:latin typeface="Arial"/>
                <a:cs typeface="Arial"/>
              </a:rPr>
              <a:t>(</a:t>
            </a:r>
            <a:r>
              <a:rPr lang="en-US" altLang="zh-CN" sz="1100" i="1" dirty="0">
                <a:solidFill>
                  <a:schemeClr val="bg1"/>
                </a:solidFill>
                <a:latin typeface="Arial"/>
                <a:cs typeface="Arial"/>
              </a:rPr>
              <a:t>y</a:t>
            </a:r>
            <a:r>
              <a:rPr lang="en-US" altLang="zh-CN" sz="1100" i="1" spc="-2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altLang="zh-CN" sz="1100" dirty="0">
                <a:solidFill>
                  <a:schemeClr val="bg1"/>
                </a:solidFill>
                <a:latin typeface="Arial"/>
                <a:cs typeface="Arial"/>
              </a:rPr>
              <a:t>(</a:t>
            </a:r>
            <a:r>
              <a:rPr lang="en-US" altLang="zh-CN" sz="1100" i="1" dirty="0">
                <a:solidFill>
                  <a:schemeClr val="bg1"/>
                </a:solidFill>
                <a:latin typeface="Arial"/>
                <a:cs typeface="Arial"/>
              </a:rPr>
              <a:t>k</a:t>
            </a:r>
            <a:r>
              <a:rPr lang="en-US" altLang="zh-CN" sz="1100" i="1" spc="1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altLang="zh-CN" sz="1100" spc="200" dirty="0">
                <a:solidFill>
                  <a:schemeClr val="bg1"/>
                </a:solidFill>
                <a:latin typeface="Arial"/>
                <a:cs typeface="Arial"/>
              </a:rPr>
              <a:t>+</a:t>
            </a:r>
            <a:r>
              <a:rPr lang="en-US" altLang="zh-CN" sz="1100" spc="-7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altLang="zh-CN" sz="1100" spc="-20" dirty="0">
                <a:solidFill>
                  <a:schemeClr val="bg1"/>
                </a:solidFill>
                <a:latin typeface="Arial"/>
                <a:cs typeface="Arial"/>
              </a:rPr>
              <a:t>1)</a:t>
            </a:r>
            <a:r>
              <a:rPr lang="en-US" altLang="zh-CN" sz="1100" spc="-6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altLang="zh-CN" sz="1100" i="1" spc="175" dirty="0">
                <a:solidFill>
                  <a:schemeClr val="bg1"/>
                </a:solidFill>
                <a:latin typeface="Menlo"/>
                <a:cs typeface="Menlo"/>
              </a:rPr>
              <a:t>−</a:t>
            </a:r>
            <a:r>
              <a:rPr lang="en-US" altLang="zh-CN" sz="1100" i="1" spc="-420" dirty="0">
                <a:solidFill>
                  <a:schemeClr val="bg1"/>
                </a:solidFill>
                <a:latin typeface="Menlo"/>
                <a:cs typeface="Menlo"/>
              </a:rPr>
              <a:t> </a:t>
            </a:r>
            <a:r>
              <a:rPr lang="en-US" altLang="zh-CN" sz="1100" i="1" spc="-110" dirty="0">
                <a:solidFill>
                  <a:schemeClr val="bg1"/>
                </a:solidFill>
                <a:latin typeface="Arial"/>
                <a:cs typeface="Arial"/>
              </a:rPr>
              <a:t>C</a:t>
            </a:r>
            <a:r>
              <a:rPr lang="en-US" altLang="zh-CN" sz="1100" i="1" spc="-17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altLang="zh-CN" sz="1100" i="1" spc="-405" dirty="0">
                <a:solidFill>
                  <a:schemeClr val="bg1"/>
                </a:solidFill>
                <a:latin typeface="Arial"/>
                <a:cs typeface="Arial"/>
              </a:rPr>
              <a:t>x</a:t>
            </a:r>
            <a:r>
              <a:rPr lang="en-US" altLang="zh-CN" sz="1100" spc="240" dirty="0">
                <a:solidFill>
                  <a:schemeClr val="bg1"/>
                </a:solidFill>
                <a:latin typeface="Arial"/>
                <a:cs typeface="Arial"/>
              </a:rPr>
              <a:t>ˆ</a:t>
            </a:r>
            <a:r>
              <a:rPr lang="en-US" altLang="zh-CN" sz="1100" spc="75" dirty="0">
                <a:solidFill>
                  <a:schemeClr val="bg1"/>
                </a:solidFill>
                <a:latin typeface="Arial"/>
                <a:cs typeface="Arial"/>
              </a:rPr>
              <a:t>(</a:t>
            </a:r>
            <a:r>
              <a:rPr lang="en-US" altLang="zh-CN" sz="1100" i="1" spc="75" dirty="0">
                <a:solidFill>
                  <a:schemeClr val="bg1"/>
                </a:solidFill>
                <a:latin typeface="Arial"/>
                <a:cs typeface="Arial"/>
              </a:rPr>
              <a:t>k</a:t>
            </a:r>
            <a:r>
              <a:rPr lang="en-US" altLang="zh-CN" sz="1100" i="1" spc="1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altLang="zh-CN" sz="1100" spc="200" dirty="0">
                <a:solidFill>
                  <a:schemeClr val="bg1"/>
                </a:solidFill>
                <a:latin typeface="Arial"/>
                <a:cs typeface="Arial"/>
              </a:rPr>
              <a:t>+</a:t>
            </a:r>
            <a:r>
              <a:rPr lang="en-US" altLang="zh-CN" sz="1100" spc="-7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altLang="zh-CN" sz="1100" spc="-10" dirty="0">
                <a:solidFill>
                  <a:schemeClr val="bg1"/>
                </a:solidFill>
                <a:latin typeface="Arial"/>
                <a:cs typeface="Arial"/>
              </a:rPr>
              <a:t>1</a:t>
            </a:r>
            <a:r>
              <a:rPr lang="en-US" altLang="zh-CN" sz="1100" spc="-10" dirty="0">
                <a:solidFill>
                  <a:schemeClr val="bg1"/>
                </a:solidFill>
                <a:latin typeface="Menlo"/>
                <a:cs typeface="Menlo"/>
              </a:rPr>
              <a:t>|</a:t>
            </a:r>
            <a:r>
              <a:rPr lang="en-US" altLang="zh-CN" sz="1100" i="1" spc="-10" dirty="0">
                <a:solidFill>
                  <a:schemeClr val="bg1"/>
                </a:solidFill>
                <a:latin typeface="Arial"/>
                <a:cs typeface="Arial"/>
              </a:rPr>
              <a:t>k</a:t>
            </a:r>
            <a:r>
              <a:rPr lang="en-US" altLang="zh-CN" sz="1100" spc="-10" dirty="0">
                <a:solidFill>
                  <a:schemeClr val="bg1"/>
                </a:solidFill>
                <a:latin typeface="Arial"/>
                <a:cs typeface="Arial"/>
              </a:rPr>
              <a:t>))</a:t>
            </a:r>
            <a:endParaRPr lang="en-US" altLang="zh-CN" sz="1100" dirty="0">
              <a:solidFill>
                <a:schemeClr val="bg1"/>
              </a:solidFill>
              <a:latin typeface="Arial"/>
              <a:cs typeface="Arial"/>
            </a:endParaRPr>
          </a:p>
          <a:p>
            <a:pPr marL="497205">
              <a:lnSpc>
                <a:spcPct val="100000"/>
              </a:lnSpc>
              <a:spcBef>
                <a:spcPts val="695"/>
              </a:spcBef>
            </a:pPr>
            <a:r>
              <a:rPr sz="1650" spc="262" baseline="7575" dirty="0">
                <a:solidFill>
                  <a:srgbClr val="7F7F7F"/>
                </a:solidFill>
                <a:latin typeface="Arial Unicode MS"/>
                <a:cs typeface="Arial Unicode MS"/>
              </a:rPr>
              <a:t>▶</a:t>
            </a:r>
            <a:r>
              <a:rPr sz="1650" spc="240" baseline="7575" dirty="0">
                <a:solidFill>
                  <a:srgbClr val="7F7F7F"/>
                </a:solidFill>
                <a:latin typeface="Arial Unicode MS"/>
                <a:cs typeface="Arial Unicode MS"/>
              </a:rPr>
              <a:t> </a:t>
            </a:r>
            <a:r>
              <a:rPr lang="en-US" altLang="zh-CN" sz="1100" i="1" spc="-405" dirty="0">
                <a:solidFill>
                  <a:schemeClr val="bg1"/>
                </a:solidFill>
                <a:latin typeface="Arial"/>
                <a:cs typeface="Arial"/>
              </a:rPr>
              <a:t>x</a:t>
            </a:r>
            <a:r>
              <a:rPr lang="en-US" altLang="zh-CN" sz="1100" spc="240" dirty="0">
                <a:solidFill>
                  <a:schemeClr val="bg1"/>
                </a:solidFill>
                <a:latin typeface="Arial"/>
                <a:cs typeface="Arial"/>
              </a:rPr>
              <a:t>ˆ</a:t>
            </a:r>
            <a:r>
              <a:rPr lang="en-US" altLang="zh-CN" sz="1100" dirty="0">
                <a:solidFill>
                  <a:schemeClr val="bg1"/>
                </a:solidFill>
                <a:latin typeface="Arial"/>
                <a:cs typeface="Arial"/>
              </a:rPr>
              <a:t>(</a:t>
            </a:r>
            <a:r>
              <a:rPr lang="en-US" altLang="zh-CN" sz="1100" i="1" spc="90" dirty="0" err="1">
                <a:solidFill>
                  <a:schemeClr val="bg1"/>
                </a:solidFill>
                <a:latin typeface="Arial"/>
                <a:cs typeface="Arial"/>
              </a:rPr>
              <a:t>k</a:t>
            </a:r>
            <a:r>
              <a:rPr lang="en-US" altLang="zh-CN" sz="1100" dirty="0" err="1">
                <a:solidFill>
                  <a:schemeClr val="bg1"/>
                </a:solidFill>
                <a:latin typeface="Menlo"/>
                <a:cs typeface="Menlo"/>
              </a:rPr>
              <a:t>|</a:t>
            </a:r>
            <a:r>
              <a:rPr lang="en-US" altLang="zh-CN" sz="1100" i="1" spc="90" dirty="0" err="1">
                <a:solidFill>
                  <a:schemeClr val="bg1"/>
                </a:solidFill>
                <a:latin typeface="Arial"/>
                <a:cs typeface="Arial"/>
              </a:rPr>
              <a:t>k</a:t>
            </a:r>
            <a:r>
              <a:rPr lang="en-US" altLang="zh-CN" sz="1100" dirty="0">
                <a:solidFill>
                  <a:schemeClr val="bg1"/>
                </a:solidFill>
                <a:latin typeface="Arial"/>
                <a:cs typeface="Arial"/>
              </a:rPr>
              <a:t>):</a:t>
            </a:r>
            <a:r>
              <a:rPr lang="en-US" altLang="zh-CN" sz="1100" spc="10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100" spc="-45" dirty="0">
                <a:solidFill>
                  <a:schemeClr val="bg1"/>
                </a:solidFill>
                <a:latin typeface="Arial"/>
                <a:cs typeface="Arial"/>
              </a:rPr>
              <a:t>estimate</a:t>
            </a:r>
            <a:r>
              <a:rPr sz="1100" spc="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chemeClr val="bg1"/>
                </a:solidFill>
                <a:latin typeface="Arial"/>
                <a:cs typeface="Arial"/>
              </a:rPr>
              <a:t>of</a:t>
            </a:r>
            <a:r>
              <a:rPr sz="1100" spc="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100" i="1" spc="-55" dirty="0">
                <a:solidFill>
                  <a:schemeClr val="bg1"/>
                </a:solidFill>
                <a:latin typeface="Arial"/>
                <a:cs typeface="Arial"/>
              </a:rPr>
              <a:t>x</a:t>
            </a:r>
            <a:r>
              <a:rPr sz="1100" i="1" spc="-21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100" spc="60" dirty="0">
                <a:solidFill>
                  <a:schemeClr val="bg1"/>
                </a:solidFill>
                <a:latin typeface="Arial"/>
                <a:cs typeface="Arial"/>
              </a:rPr>
              <a:t>(</a:t>
            </a:r>
            <a:r>
              <a:rPr sz="1100" i="1" spc="60" dirty="0">
                <a:solidFill>
                  <a:schemeClr val="bg1"/>
                </a:solidFill>
                <a:latin typeface="Arial"/>
                <a:cs typeface="Arial"/>
              </a:rPr>
              <a:t>k</a:t>
            </a:r>
            <a:r>
              <a:rPr sz="1100" spc="60" dirty="0">
                <a:solidFill>
                  <a:schemeClr val="bg1"/>
                </a:solidFill>
                <a:latin typeface="Arial"/>
                <a:cs typeface="Arial"/>
              </a:rPr>
              <a:t>)</a:t>
            </a:r>
            <a:r>
              <a:rPr sz="1100" spc="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100" spc="-95" dirty="0">
                <a:solidFill>
                  <a:schemeClr val="bg1"/>
                </a:solidFill>
                <a:latin typeface="Arial"/>
                <a:cs typeface="Arial"/>
              </a:rPr>
              <a:t>based</a:t>
            </a:r>
            <a:r>
              <a:rPr sz="1100" spc="2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on</a:t>
            </a:r>
            <a:r>
              <a:rPr sz="11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80" dirty="0">
                <a:solidFill>
                  <a:srgbClr val="FFFFFF"/>
                </a:solidFill>
                <a:latin typeface="Arial"/>
                <a:cs typeface="Arial"/>
              </a:rPr>
              <a:t>measurements</a:t>
            </a:r>
            <a:r>
              <a:rPr sz="11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up</a:t>
            </a:r>
            <a:r>
              <a:rPr sz="11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11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time </a:t>
            </a:r>
            <a:r>
              <a:rPr sz="1100" i="1" spc="-50" dirty="0">
                <a:solidFill>
                  <a:srgbClr val="FFFFFF"/>
                </a:solidFill>
                <a:latin typeface="Arial"/>
                <a:cs typeface="Arial"/>
              </a:rPr>
              <a:t>k</a:t>
            </a:r>
            <a:endParaRPr sz="1100" dirty="0">
              <a:latin typeface="Arial"/>
              <a:cs typeface="Arial"/>
            </a:endParaRPr>
          </a:p>
          <a:p>
            <a:pPr marL="497205">
              <a:lnSpc>
                <a:spcPct val="100000"/>
              </a:lnSpc>
              <a:spcBef>
                <a:spcPts val="35"/>
              </a:spcBef>
            </a:pPr>
            <a:r>
              <a:rPr sz="1650" spc="262" baseline="7575" dirty="0">
                <a:solidFill>
                  <a:srgbClr val="7F7F7F"/>
                </a:solidFill>
                <a:latin typeface="Arial Unicode MS"/>
                <a:cs typeface="Arial Unicode MS"/>
              </a:rPr>
              <a:t>▶</a:t>
            </a:r>
            <a:r>
              <a:rPr sz="1650" spc="202" baseline="7575" dirty="0">
                <a:solidFill>
                  <a:srgbClr val="7F7F7F"/>
                </a:solidFill>
                <a:latin typeface="Arial Unicode MS"/>
                <a:cs typeface="Arial Unicode MS"/>
              </a:rPr>
              <a:t> </a:t>
            </a:r>
            <a:r>
              <a:rPr lang="en-US" altLang="zh-CN" sz="1100" i="1" spc="-405" dirty="0">
                <a:solidFill>
                  <a:schemeClr val="bg1"/>
                </a:solidFill>
                <a:latin typeface="Arial"/>
                <a:cs typeface="Arial"/>
              </a:rPr>
              <a:t>x</a:t>
            </a:r>
            <a:r>
              <a:rPr lang="en-US" altLang="zh-CN" sz="1100" spc="240" dirty="0">
                <a:solidFill>
                  <a:schemeClr val="bg1"/>
                </a:solidFill>
                <a:latin typeface="Arial"/>
                <a:cs typeface="Arial"/>
              </a:rPr>
              <a:t>ˆ</a:t>
            </a:r>
            <a:r>
              <a:rPr lang="en-US" altLang="zh-CN" sz="1100" spc="-35" dirty="0">
                <a:solidFill>
                  <a:schemeClr val="bg1"/>
                </a:solidFill>
                <a:latin typeface="Arial"/>
                <a:cs typeface="Arial"/>
              </a:rPr>
              <a:t>(</a:t>
            </a:r>
            <a:r>
              <a:rPr lang="en-US" altLang="zh-CN" sz="1100" i="1" spc="55" dirty="0" err="1">
                <a:solidFill>
                  <a:schemeClr val="bg1"/>
                </a:solidFill>
                <a:latin typeface="Arial"/>
                <a:cs typeface="Arial"/>
              </a:rPr>
              <a:t>k</a:t>
            </a:r>
            <a:r>
              <a:rPr lang="en-US" altLang="zh-CN" sz="1100" spc="-35" dirty="0" err="1">
                <a:solidFill>
                  <a:schemeClr val="bg1"/>
                </a:solidFill>
                <a:latin typeface="Menlo"/>
                <a:cs typeface="Menlo"/>
              </a:rPr>
              <a:t>|</a:t>
            </a:r>
            <a:r>
              <a:rPr lang="en-US" altLang="zh-CN" sz="1100" i="1" spc="-35" dirty="0" err="1">
                <a:solidFill>
                  <a:schemeClr val="bg1"/>
                </a:solidFill>
                <a:latin typeface="Arial"/>
                <a:cs typeface="Arial"/>
              </a:rPr>
              <a:t>k</a:t>
            </a:r>
            <a:r>
              <a:rPr lang="en-US" altLang="zh-CN" sz="1100" i="1" spc="2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altLang="zh-CN" sz="1100" i="1" spc="175" dirty="0">
                <a:solidFill>
                  <a:schemeClr val="bg1"/>
                </a:solidFill>
                <a:latin typeface="Menlo"/>
                <a:cs typeface="Menlo"/>
              </a:rPr>
              <a:t>−</a:t>
            </a:r>
            <a:r>
              <a:rPr lang="en-US" altLang="zh-CN" sz="1100" i="1" spc="-420" dirty="0">
                <a:solidFill>
                  <a:schemeClr val="bg1"/>
                </a:solidFill>
                <a:latin typeface="Menlo"/>
                <a:cs typeface="Menlo"/>
              </a:rPr>
              <a:t> </a:t>
            </a:r>
            <a:r>
              <a:rPr lang="en-US" altLang="zh-CN" sz="1100" dirty="0">
                <a:solidFill>
                  <a:schemeClr val="bg1"/>
                </a:solidFill>
                <a:latin typeface="Arial"/>
                <a:cs typeface="Arial"/>
              </a:rPr>
              <a:t>1):</a:t>
            </a:r>
            <a:r>
              <a:rPr lang="en-US" altLang="zh-CN" sz="1100" spc="12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100" spc="-45" dirty="0">
                <a:solidFill>
                  <a:schemeClr val="bg1"/>
                </a:solidFill>
                <a:latin typeface="Arial"/>
                <a:cs typeface="Arial"/>
              </a:rPr>
              <a:t>estimate</a:t>
            </a:r>
            <a:r>
              <a:rPr sz="1100" spc="2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100" spc="-95" dirty="0">
                <a:solidFill>
                  <a:srgbClr val="FFFFFF"/>
                </a:solidFill>
                <a:latin typeface="Arial"/>
                <a:cs typeface="Arial"/>
              </a:rPr>
              <a:t>based</a:t>
            </a:r>
            <a:r>
              <a:rPr sz="1100" spc="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on</a:t>
            </a:r>
            <a:r>
              <a:rPr sz="1100" spc="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80" dirty="0">
                <a:solidFill>
                  <a:srgbClr val="FFFFFF"/>
                </a:solidFill>
                <a:latin typeface="Arial"/>
                <a:cs typeface="Arial"/>
              </a:rPr>
              <a:t>measurements</a:t>
            </a:r>
            <a:r>
              <a:rPr sz="1100" spc="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up</a:t>
            </a:r>
            <a:r>
              <a:rPr sz="1100" spc="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1100" spc="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time</a:t>
            </a:r>
            <a:r>
              <a:rPr sz="1100" spc="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FFFFFF"/>
                </a:solidFill>
                <a:latin typeface="Arial"/>
                <a:cs typeface="Arial"/>
              </a:rPr>
              <a:t>k</a:t>
            </a:r>
            <a:r>
              <a:rPr sz="1100" i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i="1" spc="175" dirty="0">
                <a:solidFill>
                  <a:srgbClr val="FFFFFF"/>
                </a:solidFill>
                <a:latin typeface="Menlo"/>
                <a:cs typeface="Menlo"/>
              </a:rPr>
              <a:t>−</a:t>
            </a:r>
            <a:r>
              <a:rPr sz="1100" i="1" spc="-420" dirty="0">
                <a:solidFill>
                  <a:srgbClr val="FFFFFF"/>
                </a:solidFill>
                <a:latin typeface="Menlo"/>
                <a:cs typeface="Menlo"/>
              </a:rPr>
              <a:t> </a:t>
            </a:r>
            <a:r>
              <a:rPr sz="1100" spc="-50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100" dirty="0">
              <a:latin typeface="Arial"/>
              <a:cs typeface="Arial"/>
            </a:endParaRPr>
          </a:p>
          <a:p>
            <a:pPr marL="497205">
              <a:lnSpc>
                <a:spcPct val="100000"/>
              </a:lnSpc>
              <a:spcBef>
                <a:spcPts val="35"/>
              </a:spcBef>
            </a:pPr>
            <a:r>
              <a:rPr sz="1650" spc="262" baseline="7575" dirty="0">
                <a:solidFill>
                  <a:srgbClr val="7F7F7F"/>
                </a:solidFill>
                <a:latin typeface="Arial Unicode MS"/>
                <a:cs typeface="Arial Unicode MS"/>
              </a:rPr>
              <a:t>▶</a:t>
            </a:r>
            <a:r>
              <a:rPr sz="1650" spc="352" baseline="7575" dirty="0">
                <a:solidFill>
                  <a:srgbClr val="7F7F7F"/>
                </a:solidFill>
                <a:latin typeface="Arial Unicode MS"/>
                <a:cs typeface="Arial Unicode MS"/>
              </a:rPr>
              <a:t> </a:t>
            </a:r>
            <a:r>
              <a:rPr sz="1100" i="1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(</a:t>
            </a:r>
            <a:r>
              <a:rPr sz="1100" i="1" dirty="0">
                <a:solidFill>
                  <a:srgbClr val="FFFFFF"/>
                </a:solidFill>
                <a:latin typeface="Arial"/>
                <a:cs typeface="Arial"/>
              </a:rPr>
              <a:t>k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r>
              <a:rPr sz="11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200" dirty="0">
                <a:solidFill>
                  <a:srgbClr val="FFFFFF"/>
                </a:solidFill>
                <a:latin typeface="Arial Unicode MS"/>
                <a:cs typeface="Arial Unicode MS"/>
              </a:rPr>
              <a:t>≜</a:t>
            </a:r>
            <a:r>
              <a:rPr sz="1100" spc="-20" dirty="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sz="1100" i="1" dirty="0">
                <a:solidFill>
                  <a:srgbClr val="FFFFFF"/>
                </a:solidFill>
                <a:latin typeface="Arial"/>
                <a:cs typeface="Arial"/>
              </a:rPr>
              <a:t>x</a:t>
            </a:r>
            <a:r>
              <a:rPr sz="1100" i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60" dirty="0">
                <a:solidFill>
                  <a:srgbClr val="FFFFFF"/>
                </a:solidFill>
                <a:latin typeface="Arial"/>
                <a:cs typeface="Arial"/>
              </a:rPr>
              <a:t>(</a:t>
            </a:r>
            <a:r>
              <a:rPr sz="1100" i="1" spc="60" dirty="0">
                <a:solidFill>
                  <a:srgbClr val="FFFFFF"/>
                </a:solidFill>
                <a:latin typeface="Arial"/>
                <a:cs typeface="Arial"/>
              </a:rPr>
              <a:t>k</a:t>
            </a:r>
            <a:r>
              <a:rPr sz="1100" spc="60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r>
              <a:rPr sz="11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i="1" spc="175" dirty="0">
                <a:solidFill>
                  <a:schemeClr val="bg1"/>
                </a:solidFill>
                <a:latin typeface="Menlo"/>
                <a:cs typeface="Menlo"/>
              </a:rPr>
              <a:t>−</a:t>
            </a:r>
            <a:r>
              <a:rPr sz="1100" i="1" spc="-420" dirty="0">
                <a:solidFill>
                  <a:schemeClr val="bg1"/>
                </a:solidFill>
                <a:latin typeface="Menlo"/>
                <a:cs typeface="Menlo"/>
              </a:rPr>
              <a:t> </a:t>
            </a:r>
            <a:r>
              <a:rPr lang="en-US" altLang="zh-CN" sz="1100" i="1" spc="-405" dirty="0">
                <a:solidFill>
                  <a:schemeClr val="bg1"/>
                </a:solidFill>
                <a:latin typeface="Arial"/>
                <a:cs typeface="Arial"/>
              </a:rPr>
              <a:t>x</a:t>
            </a:r>
            <a:r>
              <a:rPr lang="en-US" altLang="zh-CN" sz="1100" spc="240" dirty="0">
                <a:solidFill>
                  <a:schemeClr val="bg1"/>
                </a:solidFill>
                <a:latin typeface="Arial"/>
                <a:cs typeface="Arial"/>
              </a:rPr>
              <a:t>ˆ</a:t>
            </a:r>
            <a:r>
              <a:rPr sz="1100" spc="5" dirty="0">
                <a:solidFill>
                  <a:srgbClr val="FFFFFF"/>
                </a:solidFill>
                <a:latin typeface="Arial"/>
                <a:cs typeface="Arial"/>
              </a:rPr>
              <a:t>(</a:t>
            </a:r>
            <a:r>
              <a:rPr sz="1100" i="1" spc="95" dirty="0">
                <a:solidFill>
                  <a:srgbClr val="FFFFFF"/>
                </a:solidFill>
                <a:latin typeface="Arial"/>
                <a:cs typeface="Arial"/>
              </a:rPr>
              <a:t>k</a:t>
            </a:r>
            <a:r>
              <a:rPr sz="1100" spc="5" dirty="0">
                <a:solidFill>
                  <a:srgbClr val="FFFFFF"/>
                </a:solidFill>
                <a:latin typeface="Menlo"/>
                <a:cs typeface="Menlo"/>
              </a:rPr>
              <a:t>|</a:t>
            </a:r>
            <a:r>
              <a:rPr sz="1100" i="1" spc="95" dirty="0">
                <a:solidFill>
                  <a:srgbClr val="FFFFFF"/>
                </a:solidFill>
                <a:latin typeface="Arial"/>
                <a:cs typeface="Arial"/>
              </a:rPr>
              <a:t>k</a:t>
            </a:r>
            <a:r>
              <a:rPr sz="1100" spc="5" dirty="0">
                <a:solidFill>
                  <a:srgbClr val="FFFFFF"/>
                </a:solidFill>
                <a:latin typeface="Arial"/>
                <a:cs typeface="Arial"/>
              </a:rPr>
              <a:t>):</a:t>
            </a:r>
            <a:r>
              <a:rPr sz="1100" spc="1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35" dirty="0">
                <a:solidFill>
                  <a:srgbClr val="FFFFFF"/>
                </a:solidFill>
                <a:latin typeface="Arial"/>
                <a:cs typeface="Arial"/>
              </a:rPr>
              <a:t>estimation</a:t>
            </a:r>
            <a:r>
              <a:rPr sz="1100" spc="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error</a:t>
            </a:r>
            <a:endParaRPr sz="1100" dirty="0">
              <a:latin typeface="Arial"/>
              <a:cs typeface="Arial"/>
            </a:endParaRPr>
          </a:p>
          <a:p>
            <a:pPr marL="189865">
              <a:lnSpc>
                <a:spcPct val="100000"/>
              </a:lnSpc>
              <a:spcBef>
                <a:spcPts val="30"/>
              </a:spcBef>
            </a:pPr>
            <a:r>
              <a:rPr sz="1800" spc="300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▶</a:t>
            </a:r>
            <a:r>
              <a:rPr sz="1800" spc="284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 </a:t>
            </a:r>
            <a:r>
              <a:rPr sz="1200" spc="-35" dirty="0">
                <a:solidFill>
                  <a:srgbClr val="FFFFFF"/>
                </a:solidFill>
                <a:latin typeface="Arial"/>
                <a:cs typeface="Arial"/>
              </a:rPr>
              <a:t>error</a:t>
            </a:r>
            <a:r>
              <a:rPr sz="1200" spc="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Arial"/>
                <a:cs typeface="Arial"/>
              </a:rPr>
              <a:t>dynamics</a:t>
            </a:r>
            <a:endParaRPr sz="1200" dirty="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700"/>
              </a:spcBef>
            </a:pPr>
            <a:r>
              <a:rPr lang="en-US" altLang="zh-CN" sz="1100" i="1" spc="-405" dirty="0">
                <a:solidFill>
                  <a:schemeClr val="bg1"/>
                </a:solidFill>
                <a:latin typeface="Arial"/>
                <a:cs typeface="Arial"/>
              </a:rPr>
              <a:t>x</a:t>
            </a:r>
            <a:r>
              <a:rPr lang="en-US" altLang="zh-CN" sz="1100" spc="240" dirty="0">
                <a:solidFill>
                  <a:schemeClr val="bg1"/>
                </a:solidFill>
                <a:latin typeface="Arial"/>
                <a:cs typeface="Arial"/>
              </a:rPr>
              <a:t>ˆ(</a:t>
            </a:r>
            <a:r>
              <a:rPr lang="en-US" altLang="zh-CN" sz="1100" i="1" spc="-65" dirty="0">
                <a:solidFill>
                  <a:schemeClr val="bg1"/>
                </a:solidFill>
                <a:latin typeface="Arial"/>
                <a:cs typeface="Arial"/>
              </a:rPr>
              <a:t>k</a:t>
            </a:r>
            <a:r>
              <a:rPr lang="en-US" altLang="zh-CN" sz="1100" i="1" spc="1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altLang="zh-CN" sz="1100" spc="200" dirty="0">
                <a:solidFill>
                  <a:schemeClr val="bg1"/>
                </a:solidFill>
                <a:latin typeface="Arial"/>
                <a:cs typeface="Arial"/>
              </a:rPr>
              <a:t>+</a:t>
            </a:r>
            <a:r>
              <a:rPr lang="en-US" altLang="zh-CN" sz="1100" spc="-6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altLang="zh-CN" sz="1100" spc="-155" dirty="0">
                <a:solidFill>
                  <a:schemeClr val="bg1"/>
                </a:solidFill>
                <a:latin typeface="Arial"/>
                <a:cs typeface="Arial"/>
              </a:rPr>
              <a:t>1</a:t>
            </a:r>
            <a:r>
              <a:rPr lang="en-US" altLang="zh-CN" sz="1100" spc="-155" dirty="0">
                <a:solidFill>
                  <a:schemeClr val="bg1"/>
                </a:solidFill>
                <a:latin typeface="Menlo"/>
                <a:cs typeface="Menlo"/>
              </a:rPr>
              <a:t>|</a:t>
            </a:r>
            <a:r>
              <a:rPr lang="en-US" altLang="zh-CN" sz="1100" i="1" spc="-155" dirty="0">
                <a:solidFill>
                  <a:schemeClr val="bg1"/>
                </a:solidFill>
                <a:latin typeface="Arial"/>
                <a:cs typeface="Arial"/>
              </a:rPr>
              <a:t>k</a:t>
            </a:r>
            <a:r>
              <a:rPr lang="en-US" altLang="zh-CN" sz="1100" i="1" spc="2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altLang="zh-CN" sz="1100" spc="200" dirty="0">
                <a:solidFill>
                  <a:schemeClr val="bg1"/>
                </a:solidFill>
                <a:latin typeface="Arial"/>
                <a:cs typeface="Arial"/>
              </a:rPr>
              <a:t>+</a:t>
            </a:r>
            <a:r>
              <a:rPr lang="en-US" altLang="zh-CN" sz="1100" spc="-6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altLang="zh-CN" sz="1100" dirty="0">
                <a:solidFill>
                  <a:schemeClr val="bg1"/>
                </a:solidFill>
                <a:latin typeface="Arial"/>
                <a:cs typeface="Arial"/>
              </a:rPr>
              <a:t>1)</a:t>
            </a:r>
            <a:r>
              <a:rPr lang="en-US" altLang="zh-CN" sz="1100" spc="-1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altLang="zh-CN" sz="1100" spc="200" dirty="0">
                <a:solidFill>
                  <a:schemeClr val="bg1"/>
                </a:solidFill>
                <a:latin typeface="Arial"/>
                <a:cs typeface="Arial"/>
              </a:rPr>
              <a:t>=</a:t>
            </a:r>
            <a:r>
              <a:rPr lang="en-US" altLang="zh-CN" sz="1100" spc="-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altLang="zh-CN" sz="1100" dirty="0">
                <a:solidFill>
                  <a:schemeClr val="bg1"/>
                </a:solidFill>
                <a:latin typeface="Arial"/>
                <a:cs typeface="Arial"/>
              </a:rPr>
              <a:t>(</a:t>
            </a:r>
            <a:r>
              <a:rPr lang="en-US" altLang="zh-CN" sz="1100" i="1" dirty="0">
                <a:solidFill>
                  <a:schemeClr val="bg1"/>
                </a:solidFill>
                <a:latin typeface="Arial"/>
                <a:cs typeface="Arial"/>
              </a:rPr>
              <a:t>I</a:t>
            </a:r>
            <a:r>
              <a:rPr lang="en-US" altLang="zh-CN" sz="1100" i="1" spc="7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altLang="zh-CN" sz="1100" i="1" spc="175" dirty="0">
                <a:solidFill>
                  <a:schemeClr val="bg1"/>
                </a:solidFill>
                <a:latin typeface="Menlo"/>
                <a:cs typeface="Menlo"/>
              </a:rPr>
              <a:t>−</a:t>
            </a:r>
            <a:r>
              <a:rPr lang="en-US" altLang="zh-CN" sz="1100" i="1" spc="-420" dirty="0">
                <a:solidFill>
                  <a:schemeClr val="bg1"/>
                </a:solidFill>
                <a:latin typeface="Menlo"/>
                <a:cs typeface="Menlo"/>
              </a:rPr>
              <a:t> </a:t>
            </a:r>
            <a:r>
              <a:rPr lang="en-US" altLang="zh-CN" sz="1100" i="1" spc="-75" dirty="0">
                <a:solidFill>
                  <a:schemeClr val="bg1"/>
                </a:solidFill>
                <a:latin typeface="Arial"/>
                <a:cs typeface="Arial"/>
              </a:rPr>
              <a:t>LC</a:t>
            </a:r>
            <a:r>
              <a:rPr lang="en-US" altLang="zh-CN" sz="1100" i="1" spc="-17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altLang="zh-CN" sz="1100" spc="55" dirty="0">
                <a:solidFill>
                  <a:schemeClr val="bg1"/>
                </a:solidFill>
                <a:latin typeface="Arial"/>
                <a:cs typeface="Arial"/>
              </a:rPr>
              <a:t>)</a:t>
            </a:r>
            <a:r>
              <a:rPr lang="en-US" altLang="zh-CN" sz="1100" spc="-12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altLang="zh-CN" sz="1100" i="1" spc="-405" dirty="0">
                <a:solidFill>
                  <a:schemeClr val="bg1"/>
                </a:solidFill>
                <a:latin typeface="Arial"/>
                <a:cs typeface="Arial"/>
              </a:rPr>
              <a:t>x</a:t>
            </a:r>
            <a:r>
              <a:rPr lang="en-US" altLang="zh-CN" sz="1100" spc="240" dirty="0">
                <a:solidFill>
                  <a:schemeClr val="bg1"/>
                </a:solidFill>
                <a:latin typeface="Arial"/>
                <a:cs typeface="Arial"/>
              </a:rPr>
              <a:t>ˆ</a:t>
            </a:r>
            <a:r>
              <a:rPr lang="en-US" altLang="zh-CN" sz="1100" spc="75" dirty="0">
                <a:solidFill>
                  <a:schemeClr val="bg1"/>
                </a:solidFill>
                <a:latin typeface="Arial"/>
                <a:cs typeface="Arial"/>
              </a:rPr>
              <a:t>(</a:t>
            </a:r>
            <a:r>
              <a:rPr lang="en-US" altLang="zh-CN" sz="1100" i="1" spc="75" dirty="0">
                <a:solidFill>
                  <a:schemeClr val="bg1"/>
                </a:solidFill>
                <a:latin typeface="Arial"/>
                <a:cs typeface="Arial"/>
              </a:rPr>
              <a:t>k</a:t>
            </a:r>
            <a:r>
              <a:rPr lang="en-US" altLang="zh-CN" sz="1100" i="1" spc="2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altLang="zh-CN" sz="1100" spc="200" dirty="0">
                <a:solidFill>
                  <a:schemeClr val="bg1"/>
                </a:solidFill>
                <a:latin typeface="Arial"/>
                <a:cs typeface="Arial"/>
              </a:rPr>
              <a:t>+</a:t>
            </a:r>
            <a:r>
              <a:rPr lang="en-US" altLang="zh-CN" sz="1100" spc="-7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altLang="zh-CN" sz="1100" spc="-85" dirty="0">
                <a:solidFill>
                  <a:schemeClr val="bg1"/>
                </a:solidFill>
                <a:latin typeface="Arial"/>
                <a:cs typeface="Arial"/>
              </a:rPr>
              <a:t>1</a:t>
            </a:r>
            <a:r>
              <a:rPr lang="en-US" altLang="zh-CN" sz="1100" spc="-85" dirty="0">
                <a:solidFill>
                  <a:schemeClr val="bg1"/>
                </a:solidFill>
                <a:latin typeface="Menlo"/>
                <a:cs typeface="Menlo"/>
              </a:rPr>
              <a:t>|</a:t>
            </a:r>
            <a:r>
              <a:rPr lang="en-US" altLang="zh-CN" sz="1100" i="1" spc="-85" dirty="0">
                <a:solidFill>
                  <a:schemeClr val="bg1"/>
                </a:solidFill>
                <a:latin typeface="Arial"/>
                <a:cs typeface="Arial"/>
              </a:rPr>
              <a:t>k</a:t>
            </a:r>
            <a:r>
              <a:rPr lang="en-US" altLang="zh-CN" sz="1100" spc="-85" dirty="0">
                <a:solidFill>
                  <a:schemeClr val="bg1"/>
                </a:solidFill>
                <a:latin typeface="Arial"/>
                <a:cs typeface="Arial"/>
              </a:rPr>
              <a:t>)</a:t>
            </a:r>
            <a:r>
              <a:rPr lang="en-US" altLang="zh-CN" sz="1100" spc="-6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altLang="zh-CN" sz="1100" spc="200" dirty="0">
                <a:solidFill>
                  <a:schemeClr val="bg1"/>
                </a:solidFill>
                <a:latin typeface="Arial"/>
                <a:cs typeface="Arial"/>
              </a:rPr>
              <a:t>+</a:t>
            </a:r>
            <a:r>
              <a:rPr lang="en-US" altLang="zh-CN" sz="1100" spc="-6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altLang="zh-CN" sz="1100" i="1" dirty="0">
                <a:solidFill>
                  <a:schemeClr val="bg1"/>
                </a:solidFill>
                <a:latin typeface="Arial"/>
                <a:cs typeface="Arial"/>
              </a:rPr>
              <a:t>Ly</a:t>
            </a:r>
            <a:r>
              <a:rPr lang="en-US" altLang="zh-CN" sz="1100" i="1" spc="-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altLang="zh-CN" sz="1100" dirty="0">
                <a:solidFill>
                  <a:schemeClr val="bg1"/>
                </a:solidFill>
                <a:latin typeface="Arial"/>
                <a:cs typeface="Arial"/>
              </a:rPr>
              <a:t>(</a:t>
            </a:r>
            <a:r>
              <a:rPr lang="en-US" altLang="zh-CN" sz="1100" i="1" dirty="0">
                <a:solidFill>
                  <a:schemeClr val="bg1"/>
                </a:solidFill>
                <a:latin typeface="Arial"/>
                <a:cs typeface="Arial"/>
              </a:rPr>
              <a:t>k</a:t>
            </a:r>
            <a:r>
              <a:rPr lang="en-US" altLang="zh-CN" sz="1100" i="1" spc="2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altLang="zh-CN" sz="1100" spc="200" dirty="0">
                <a:solidFill>
                  <a:schemeClr val="bg1"/>
                </a:solidFill>
                <a:latin typeface="Arial"/>
                <a:cs typeface="Arial"/>
              </a:rPr>
              <a:t>+</a:t>
            </a:r>
            <a:r>
              <a:rPr lang="en-US" altLang="zh-CN" sz="1100" spc="-6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altLang="zh-CN" sz="1100" spc="-25" dirty="0">
                <a:solidFill>
                  <a:schemeClr val="bg1"/>
                </a:solidFill>
                <a:latin typeface="Arial"/>
                <a:cs typeface="Arial"/>
              </a:rPr>
              <a:t>1)</a:t>
            </a:r>
            <a:endParaRPr lang="en-US" altLang="zh-CN" sz="1100" dirty="0">
              <a:solidFill>
                <a:schemeClr val="bg1"/>
              </a:solidFill>
              <a:latin typeface="Arial"/>
              <a:cs typeface="Arial"/>
            </a:endParaRPr>
          </a:p>
          <a:p>
            <a:pPr marL="934085">
              <a:lnSpc>
                <a:spcPct val="100000"/>
              </a:lnSpc>
              <a:spcBef>
                <a:spcPts val="330"/>
              </a:spcBef>
            </a:pPr>
            <a:r>
              <a:rPr lang="en-US" altLang="zh-CN" sz="1100" spc="200" dirty="0">
                <a:solidFill>
                  <a:schemeClr val="bg1"/>
                </a:solidFill>
                <a:latin typeface="Arial"/>
                <a:cs typeface="Arial"/>
              </a:rPr>
              <a:t>=</a:t>
            </a:r>
            <a:r>
              <a:rPr lang="en-US" altLang="zh-CN" sz="1100" spc="1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altLang="zh-CN" sz="1100" dirty="0">
                <a:solidFill>
                  <a:schemeClr val="bg1"/>
                </a:solidFill>
                <a:latin typeface="Arial"/>
                <a:cs typeface="Arial"/>
              </a:rPr>
              <a:t>(</a:t>
            </a:r>
            <a:r>
              <a:rPr lang="en-US" altLang="zh-CN" sz="1100" i="1" dirty="0">
                <a:solidFill>
                  <a:schemeClr val="bg1"/>
                </a:solidFill>
                <a:latin typeface="Arial"/>
                <a:cs typeface="Arial"/>
              </a:rPr>
              <a:t>I</a:t>
            </a:r>
            <a:r>
              <a:rPr lang="en-US" altLang="zh-CN" sz="1100" i="1" spc="10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altLang="zh-CN" sz="1100" i="1" spc="175" dirty="0">
                <a:solidFill>
                  <a:schemeClr val="bg1"/>
                </a:solidFill>
                <a:latin typeface="Menlo"/>
                <a:cs typeface="Menlo"/>
              </a:rPr>
              <a:t>−</a:t>
            </a:r>
            <a:r>
              <a:rPr lang="en-US" altLang="zh-CN" sz="1100" i="1" spc="-405" dirty="0">
                <a:solidFill>
                  <a:schemeClr val="bg1"/>
                </a:solidFill>
                <a:latin typeface="Menlo"/>
                <a:cs typeface="Menlo"/>
              </a:rPr>
              <a:t> </a:t>
            </a:r>
            <a:r>
              <a:rPr lang="en-US" altLang="zh-CN" sz="1100" i="1" spc="-75" dirty="0">
                <a:solidFill>
                  <a:schemeClr val="bg1"/>
                </a:solidFill>
                <a:latin typeface="Arial"/>
                <a:cs typeface="Arial"/>
              </a:rPr>
              <a:t>LC</a:t>
            </a:r>
            <a:r>
              <a:rPr lang="en-US" altLang="zh-CN" sz="1100" i="1" spc="-17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altLang="zh-CN" sz="1100" spc="55" dirty="0">
                <a:solidFill>
                  <a:schemeClr val="bg1"/>
                </a:solidFill>
                <a:latin typeface="Arial"/>
                <a:cs typeface="Arial"/>
              </a:rPr>
              <a:t>)</a:t>
            </a:r>
            <a:r>
              <a:rPr lang="en-US" altLang="zh-CN" sz="1100" spc="-114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altLang="zh-CN" sz="1100" i="1" spc="-25" dirty="0">
                <a:solidFill>
                  <a:schemeClr val="bg1"/>
                </a:solidFill>
                <a:latin typeface="Arial"/>
                <a:cs typeface="Arial"/>
              </a:rPr>
              <a:t>A</a:t>
            </a:r>
            <a:r>
              <a:rPr lang="en-US" altLang="zh-CN" sz="1100" i="1" spc="-405" dirty="0">
                <a:solidFill>
                  <a:schemeClr val="bg1"/>
                </a:solidFill>
                <a:latin typeface="Arial"/>
                <a:cs typeface="Arial"/>
              </a:rPr>
              <a:t> x</a:t>
            </a:r>
            <a:r>
              <a:rPr lang="en-US" altLang="zh-CN" sz="1100" spc="240" dirty="0">
                <a:solidFill>
                  <a:schemeClr val="bg1"/>
                </a:solidFill>
                <a:latin typeface="Arial"/>
                <a:cs typeface="Arial"/>
              </a:rPr>
              <a:t>ˆ</a:t>
            </a:r>
            <a:r>
              <a:rPr lang="en-US" altLang="zh-CN" sz="1100" spc="-25" dirty="0">
                <a:solidFill>
                  <a:schemeClr val="bg1"/>
                </a:solidFill>
                <a:latin typeface="Arial"/>
                <a:cs typeface="Arial"/>
              </a:rPr>
              <a:t>(</a:t>
            </a:r>
            <a:r>
              <a:rPr lang="en-US" altLang="zh-CN" sz="1100" i="1" spc="65" dirty="0" err="1">
                <a:solidFill>
                  <a:schemeClr val="bg1"/>
                </a:solidFill>
                <a:latin typeface="Arial"/>
                <a:cs typeface="Arial"/>
              </a:rPr>
              <a:t>k</a:t>
            </a:r>
            <a:r>
              <a:rPr lang="en-US" altLang="zh-CN" sz="1100" spc="-25" dirty="0" err="1">
                <a:solidFill>
                  <a:schemeClr val="bg1"/>
                </a:solidFill>
                <a:latin typeface="Menlo"/>
                <a:cs typeface="Menlo"/>
              </a:rPr>
              <a:t>|</a:t>
            </a:r>
            <a:r>
              <a:rPr lang="en-US" altLang="zh-CN" sz="1100" i="1" spc="65" dirty="0" err="1">
                <a:solidFill>
                  <a:schemeClr val="bg1"/>
                </a:solidFill>
                <a:latin typeface="Arial"/>
                <a:cs typeface="Arial"/>
              </a:rPr>
              <a:t>k</a:t>
            </a:r>
            <a:r>
              <a:rPr lang="en-US" altLang="zh-CN" sz="1100" spc="-25" dirty="0">
                <a:solidFill>
                  <a:schemeClr val="bg1"/>
                </a:solidFill>
                <a:latin typeface="Arial"/>
                <a:cs typeface="Arial"/>
              </a:rPr>
              <a:t>)</a:t>
            </a:r>
            <a:r>
              <a:rPr lang="en-US" altLang="zh-CN" sz="1100" spc="-5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altLang="zh-CN" sz="1100" spc="200" dirty="0">
                <a:solidFill>
                  <a:schemeClr val="bg1"/>
                </a:solidFill>
                <a:latin typeface="Arial"/>
                <a:cs typeface="Arial"/>
              </a:rPr>
              <a:t>+</a:t>
            </a:r>
            <a:r>
              <a:rPr lang="en-US" altLang="zh-CN" sz="1100" spc="-5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altLang="zh-CN" sz="1100" dirty="0">
                <a:solidFill>
                  <a:schemeClr val="bg1"/>
                </a:solidFill>
                <a:latin typeface="Arial"/>
                <a:cs typeface="Arial"/>
              </a:rPr>
              <a:t>(</a:t>
            </a:r>
            <a:r>
              <a:rPr lang="en-US" altLang="zh-CN" sz="1100" i="1" dirty="0">
                <a:solidFill>
                  <a:schemeClr val="bg1"/>
                </a:solidFill>
                <a:latin typeface="Arial"/>
                <a:cs typeface="Arial"/>
              </a:rPr>
              <a:t>I</a:t>
            </a:r>
            <a:r>
              <a:rPr lang="en-US" altLang="zh-CN" sz="1100" i="1" spc="10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altLang="zh-CN" sz="1100" i="1" spc="175" dirty="0">
                <a:solidFill>
                  <a:schemeClr val="bg1"/>
                </a:solidFill>
                <a:latin typeface="Menlo"/>
                <a:cs typeface="Menlo"/>
              </a:rPr>
              <a:t>−</a:t>
            </a:r>
            <a:r>
              <a:rPr lang="en-US" altLang="zh-CN" sz="1100" i="1" spc="-405" dirty="0">
                <a:solidFill>
                  <a:schemeClr val="bg1"/>
                </a:solidFill>
                <a:latin typeface="Menlo"/>
                <a:cs typeface="Menlo"/>
              </a:rPr>
              <a:t> </a:t>
            </a:r>
            <a:r>
              <a:rPr lang="en-US" altLang="zh-CN" sz="1100" i="1" spc="-75" dirty="0">
                <a:solidFill>
                  <a:schemeClr val="bg1"/>
                </a:solidFill>
                <a:latin typeface="Arial"/>
                <a:cs typeface="Arial"/>
              </a:rPr>
              <a:t>LC</a:t>
            </a:r>
            <a:r>
              <a:rPr lang="en-US" altLang="zh-CN" sz="1100" i="1" spc="-17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altLang="zh-CN" sz="1100" spc="55" dirty="0">
                <a:solidFill>
                  <a:schemeClr val="bg1"/>
                </a:solidFill>
                <a:latin typeface="Arial"/>
                <a:cs typeface="Arial"/>
              </a:rPr>
              <a:t>)</a:t>
            </a:r>
            <a:r>
              <a:rPr lang="en-US" altLang="zh-CN" sz="1100" spc="-114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altLang="zh-CN" sz="1100" i="1" spc="-40" dirty="0">
                <a:solidFill>
                  <a:schemeClr val="bg1"/>
                </a:solidFill>
                <a:latin typeface="Arial"/>
                <a:cs typeface="Arial"/>
              </a:rPr>
              <a:t>Bu</a:t>
            </a:r>
            <a:r>
              <a:rPr lang="en-US" altLang="zh-CN" sz="1100" i="1" spc="-7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altLang="zh-CN" sz="1100" spc="60" dirty="0">
                <a:solidFill>
                  <a:schemeClr val="bg1"/>
                </a:solidFill>
                <a:latin typeface="Arial"/>
                <a:cs typeface="Arial"/>
              </a:rPr>
              <a:t>(</a:t>
            </a:r>
            <a:r>
              <a:rPr lang="en-US" altLang="zh-CN" sz="1100" i="1" spc="60" dirty="0">
                <a:solidFill>
                  <a:schemeClr val="bg1"/>
                </a:solidFill>
                <a:latin typeface="Arial"/>
                <a:cs typeface="Arial"/>
              </a:rPr>
              <a:t>k</a:t>
            </a:r>
            <a:r>
              <a:rPr lang="en-US" altLang="zh-CN" sz="1100" spc="60" dirty="0">
                <a:solidFill>
                  <a:schemeClr val="bg1"/>
                </a:solidFill>
                <a:latin typeface="Arial"/>
                <a:cs typeface="Arial"/>
              </a:rPr>
              <a:t>)</a:t>
            </a:r>
            <a:r>
              <a:rPr lang="en-US" altLang="zh-CN" sz="1100" spc="-5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altLang="zh-CN" sz="1100" spc="200" dirty="0">
                <a:solidFill>
                  <a:schemeClr val="bg1"/>
                </a:solidFill>
                <a:latin typeface="Arial"/>
                <a:cs typeface="Arial"/>
              </a:rPr>
              <a:t>+</a:t>
            </a:r>
            <a:r>
              <a:rPr lang="en-US" altLang="zh-CN" sz="1100" spc="-5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altLang="zh-CN" sz="1100" i="1" dirty="0">
                <a:solidFill>
                  <a:schemeClr val="bg1"/>
                </a:solidFill>
                <a:latin typeface="Arial"/>
                <a:cs typeface="Arial"/>
              </a:rPr>
              <a:t>Ly</a:t>
            </a:r>
            <a:r>
              <a:rPr lang="en-US" altLang="zh-CN" sz="1100" i="1" spc="1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altLang="zh-CN" sz="1100" dirty="0">
                <a:solidFill>
                  <a:schemeClr val="bg1"/>
                </a:solidFill>
                <a:latin typeface="Arial"/>
                <a:cs typeface="Arial"/>
              </a:rPr>
              <a:t>(</a:t>
            </a:r>
            <a:r>
              <a:rPr lang="en-US" altLang="zh-CN" sz="1100" i="1" dirty="0">
                <a:solidFill>
                  <a:schemeClr val="bg1"/>
                </a:solidFill>
                <a:latin typeface="Arial"/>
                <a:cs typeface="Arial"/>
              </a:rPr>
              <a:t>k</a:t>
            </a:r>
            <a:r>
              <a:rPr lang="en-US" altLang="zh-CN" sz="1100" i="1" spc="4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altLang="zh-CN" sz="1100" spc="200" dirty="0">
                <a:solidFill>
                  <a:schemeClr val="bg1"/>
                </a:solidFill>
                <a:latin typeface="Arial"/>
                <a:cs typeface="Arial"/>
              </a:rPr>
              <a:t>+</a:t>
            </a:r>
            <a:r>
              <a:rPr lang="en-US" altLang="zh-CN" sz="1100" spc="-5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altLang="zh-CN" sz="1100" spc="-25" dirty="0">
                <a:solidFill>
                  <a:schemeClr val="bg1"/>
                </a:solidFill>
                <a:latin typeface="Arial"/>
                <a:cs typeface="Arial"/>
              </a:rPr>
              <a:t>1)</a:t>
            </a:r>
            <a:endParaRPr lang="en-US" altLang="zh-CN" sz="1100" dirty="0">
              <a:solidFill>
                <a:schemeClr val="bg1"/>
              </a:solidFill>
              <a:latin typeface="Arial"/>
              <a:cs typeface="Arial"/>
            </a:endParaRPr>
          </a:p>
          <a:p>
            <a:pPr marL="199390">
              <a:lnSpc>
                <a:spcPct val="100000"/>
              </a:lnSpc>
              <a:spcBef>
                <a:spcPts val="335"/>
              </a:spcBef>
            </a:pPr>
            <a:r>
              <a:rPr lang="en-US" altLang="zh-CN" sz="1100" i="1" spc="420" dirty="0">
                <a:solidFill>
                  <a:schemeClr val="bg1"/>
                </a:solidFill>
                <a:latin typeface="Menlo"/>
                <a:cs typeface="Menlo"/>
              </a:rPr>
              <a:t>⇒</a:t>
            </a:r>
            <a:r>
              <a:rPr lang="en-US" altLang="zh-CN" sz="1100" i="1" spc="-340" dirty="0">
                <a:solidFill>
                  <a:schemeClr val="bg1"/>
                </a:solidFill>
                <a:latin typeface="Menlo"/>
                <a:cs typeface="Menlo"/>
              </a:rPr>
              <a:t> </a:t>
            </a:r>
            <a:r>
              <a:rPr lang="en-US" altLang="zh-CN" sz="1100" i="1" spc="-135" dirty="0">
                <a:solidFill>
                  <a:schemeClr val="bg1"/>
                </a:solidFill>
                <a:latin typeface="Arial"/>
                <a:cs typeface="Arial"/>
              </a:rPr>
              <a:t>e</a:t>
            </a:r>
            <a:r>
              <a:rPr lang="en-US" altLang="zh-CN" sz="1100" i="1" spc="-3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altLang="zh-CN" sz="1100" dirty="0">
                <a:solidFill>
                  <a:schemeClr val="bg1"/>
                </a:solidFill>
                <a:latin typeface="Arial"/>
                <a:cs typeface="Arial"/>
              </a:rPr>
              <a:t>(</a:t>
            </a:r>
            <a:r>
              <a:rPr lang="en-US" altLang="zh-CN" sz="1100" i="1" dirty="0">
                <a:solidFill>
                  <a:schemeClr val="bg1"/>
                </a:solidFill>
                <a:latin typeface="Arial"/>
                <a:cs typeface="Arial"/>
              </a:rPr>
              <a:t>k</a:t>
            </a:r>
            <a:r>
              <a:rPr lang="en-US" altLang="zh-CN" sz="1100" i="1" spc="4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altLang="zh-CN" sz="1100" spc="200" dirty="0">
                <a:solidFill>
                  <a:schemeClr val="bg1"/>
                </a:solidFill>
                <a:latin typeface="Arial"/>
                <a:cs typeface="Arial"/>
              </a:rPr>
              <a:t>+</a:t>
            </a:r>
            <a:r>
              <a:rPr lang="en-US" altLang="zh-CN" sz="1100" spc="-5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altLang="zh-CN" sz="1100" dirty="0">
                <a:solidFill>
                  <a:schemeClr val="bg1"/>
                </a:solidFill>
                <a:latin typeface="Arial"/>
                <a:cs typeface="Arial"/>
              </a:rPr>
              <a:t>1)</a:t>
            </a:r>
            <a:r>
              <a:rPr lang="en-US" altLang="zh-CN" sz="1100" spc="1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altLang="zh-CN" sz="1100" spc="200" dirty="0">
                <a:solidFill>
                  <a:schemeClr val="bg1"/>
                </a:solidFill>
                <a:latin typeface="Arial"/>
                <a:cs typeface="Arial"/>
              </a:rPr>
              <a:t>=</a:t>
            </a:r>
            <a:r>
              <a:rPr lang="en-US" altLang="zh-CN" sz="1100" spc="1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altLang="zh-CN" sz="1100" i="1" spc="-55" dirty="0">
                <a:solidFill>
                  <a:schemeClr val="bg1"/>
                </a:solidFill>
                <a:latin typeface="Arial"/>
                <a:cs typeface="Arial"/>
              </a:rPr>
              <a:t>x</a:t>
            </a:r>
            <a:r>
              <a:rPr lang="en-US" altLang="zh-CN" sz="1100" i="1" spc="-204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altLang="zh-CN" sz="1100" dirty="0">
                <a:solidFill>
                  <a:schemeClr val="bg1"/>
                </a:solidFill>
                <a:latin typeface="Arial"/>
                <a:cs typeface="Arial"/>
              </a:rPr>
              <a:t>(</a:t>
            </a:r>
            <a:r>
              <a:rPr lang="en-US" altLang="zh-CN" sz="1100" i="1" dirty="0">
                <a:solidFill>
                  <a:schemeClr val="bg1"/>
                </a:solidFill>
                <a:latin typeface="Arial"/>
                <a:cs typeface="Arial"/>
              </a:rPr>
              <a:t>k</a:t>
            </a:r>
            <a:r>
              <a:rPr lang="en-US" altLang="zh-CN" sz="1100" i="1" spc="5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altLang="zh-CN" sz="1100" spc="200" dirty="0">
                <a:solidFill>
                  <a:schemeClr val="bg1"/>
                </a:solidFill>
                <a:latin typeface="Arial"/>
                <a:cs typeface="Arial"/>
              </a:rPr>
              <a:t>+</a:t>
            </a:r>
            <a:r>
              <a:rPr lang="en-US" altLang="zh-CN" sz="1100" spc="-5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altLang="zh-CN" sz="1100" spc="-20" dirty="0">
                <a:solidFill>
                  <a:schemeClr val="bg1"/>
                </a:solidFill>
                <a:latin typeface="Arial"/>
                <a:cs typeface="Arial"/>
              </a:rPr>
              <a:t>1)</a:t>
            </a:r>
            <a:r>
              <a:rPr lang="en-US" altLang="zh-CN" sz="1100" spc="-5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altLang="zh-CN" sz="1100" i="1" spc="175" dirty="0">
                <a:solidFill>
                  <a:schemeClr val="bg1"/>
                </a:solidFill>
                <a:latin typeface="Menlo"/>
                <a:cs typeface="Menlo"/>
              </a:rPr>
              <a:t>−</a:t>
            </a:r>
            <a:r>
              <a:rPr lang="en-US" altLang="zh-CN" sz="1100" i="1" spc="-405" dirty="0">
                <a:solidFill>
                  <a:schemeClr val="bg1"/>
                </a:solidFill>
                <a:latin typeface="Menlo"/>
                <a:cs typeface="Menlo"/>
              </a:rPr>
              <a:t> </a:t>
            </a:r>
            <a:r>
              <a:rPr lang="en-US" altLang="zh-CN" sz="1100" i="1" spc="-40" dirty="0">
                <a:solidFill>
                  <a:schemeClr val="bg1"/>
                </a:solidFill>
                <a:latin typeface="Arial"/>
                <a:cs typeface="Arial"/>
              </a:rPr>
              <a:t>Ly</a:t>
            </a:r>
            <a:r>
              <a:rPr lang="en-US" altLang="zh-CN" sz="1100" i="1" spc="-18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altLang="zh-CN" sz="1100" dirty="0">
                <a:solidFill>
                  <a:schemeClr val="bg1"/>
                </a:solidFill>
                <a:latin typeface="Arial"/>
                <a:cs typeface="Arial"/>
              </a:rPr>
              <a:t>(</a:t>
            </a:r>
            <a:r>
              <a:rPr lang="en-US" altLang="zh-CN" sz="1100" i="1" dirty="0">
                <a:solidFill>
                  <a:schemeClr val="bg1"/>
                </a:solidFill>
                <a:latin typeface="Arial"/>
                <a:cs typeface="Arial"/>
              </a:rPr>
              <a:t>k</a:t>
            </a:r>
            <a:r>
              <a:rPr lang="en-US" altLang="zh-CN" sz="1100" i="1" spc="4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altLang="zh-CN" sz="1100" spc="200" dirty="0">
                <a:solidFill>
                  <a:schemeClr val="bg1"/>
                </a:solidFill>
                <a:latin typeface="Arial"/>
                <a:cs typeface="Arial"/>
              </a:rPr>
              <a:t>+</a:t>
            </a:r>
            <a:r>
              <a:rPr lang="en-US" altLang="zh-CN" sz="1100" spc="-5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altLang="zh-CN" sz="1100" spc="-20" dirty="0">
                <a:solidFill>
                  <a:schemeClr val="bg1"/>
                </a:solidFill>
                <a:latin typeface="Arial"/>
                <a:cs typeface="Arial"/>
              </a:rPr>
              <a:t>1)</a:t>
            </a:r>
            <a:r>
              <a:rPr lang="en-US" altLang="zh-CN" sz="1100" spc="-5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altLang="zh-CN" sz="1100" i="1" spc="175" dirty="0">
                <a:solidFill>
                  <a:schemeClr val="bg1"/>
                </a:solidFill>
                <a:latin typeface="Menlo"/>
                <a:cs typeface="Menlo"/>
              </a:rPr>
              <a:t>−</a:t>
            </a:r>
            <a:r>
              <a:rPr lang="en-US" altLang="zh-CN" sz="1100" i="1" spc="-400" dirty="0">
                <a:solidFill>
                  <a:schemeClr val="bg1"/>
                </a:solidFill>
                <a:latin typeface="Menlo"/>
                <a:cs typeface="Menlo"/>
              </a:rPr>
              <a:t> </a:t>
            </a:r>
            <a:r>
              <a:rPr lang="en-US" altLang="zh-CN" sz="1100" dirty="0">
                <a:solidFill>
                  <a:schemeClr val="bg1"/>
                </a:solidFill>
                <a:latin typeface="Arial"/>
                <a:cs typeface="Arial"/>
              </a:rPr>
              <a:t>(</a:t>
            </a:r>
            <a:r>
              <a:rPr lang="en-US" altLang="zh-CN" sz="1100" i="1" dirty="0">
                <a:solidFill>
                  <a:schemeClr val="bg1"/>
                </a:solidFill>
                <a:latin typeface="Arial"/>
                <a:cs typeface="Arial"/>
              </a:rPr>
              <a:t>I</a:t>
            </a:r>
            <a:r>
              <a:rPr lang="en-US" altLang="zh-CN" sz="1100" i="1" spc="10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altLang="zh-CN" sz="1100" i="1" spc="175" dirty="0">
                <a:solidFill>
                  <a:schemeClr val="bg1"/>
                </a:solidFill>
                <a:latin typeface="Menlo"/>
                <a:cs typeface="Menlo"/>
              </a:rPr>
              <a:t>−</a:t>
            </a:r>
            <a:r>
              <a:rPr lang="en-US" altLang="zh-CN" sz="1100" i="1" spc="-405" dirty="0">
                <a:solidFill>
                  <a:schemeClr val="bg1"/>
                </a:solidFill>
                <a:latin typeface="Menlo"/>
                <a:cs typeface="Menlo"/>
              </a:rPr>
              <a:t> </a:t>
            </a:r>
            <a:r>
              <a:rPr lang="en-US" altLang="zh-CN" sz="1100" i="1" spc="-75" dirty="0">
                <a:solidFill>
                  <a:schemeClr val="bg1"/>
                </a:solidFill>
                <a:latin typeface="Arial"/>
                <a:cs typeface="Arial"/>
              </a:rPr>
              <a:t>LC</a:t>
            </a:r>
            <a:r>
              <a:rPr lang="en-US" altLang="zh-CN" sz="1100" i="1" spc="-16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altLang="zh-CN" sz="1100" spc="-15" dirty="0">
                <a:solidFill>
                  <a:schemeClr val="bg1"/>
                </a:solidFill>
                <a:latin typeface="Arial"/>
                <a:cs typeface="Arial"/>
              </a:rPr>
              <a:t>)</a:t>
            </a:r>
            <a:r>
              <a:rPr lang="en-US" altLang="zh-CN" sz="1100" i="1" spc="-15" dirty="0">
                <a:solidFill>
                  <a:schemeClr val="bg1"/>
                </a:solidFill>
                <a:latin typeface="Arial"/>
                <a:cs typeface="Arial"/>
              </a:rPr>
              <a:t>A</a:t>
            </a:r>
            <a:r>
              <a:rPr lang="en-US" altLang="zh-CN" sz="1100" i="1" spc="-405" dirty="0">
                <a:solidFill>
                  <a:schemeClr val="bg1"/>
                </a:solidFill>
                <a:latin typeface="Arial"/>
                <a:cs typeface="Arial"/>
              </a:rPr>
              <a:t> x</a:t>
            </a:r>
            <a:r>
              <a:rPr lang="en-US" altLang="zh-CN" sz="1100" spc="240" dirty="0">
                <a:solidFill>
                  <a:schemeClr val="bg1"/>
                </a:solidFill>
                <a:latin typeface="Arial"/>
                <a:cs typeface="Arial"/>
              </a:rPr>
              <a:t>ˆ</a:t>
            </a:r>
            <a:r>
              <a:rPr lang="en-US" altLang="zh-CN" sz="1100" spc="-15" dirty="0">
                <a:solidFill>
                  <a:schemeClr val="bg1"/>
                </a:solidFill>
                <a:latin typeface="Arial"/>
                <a:cs typeface="Arial"/>
              </a:rPr>
              <a:t>(</a:t>
            </a:r>
            <a:r>
              <a:rPr lang="en-US" altLang="zh-CN" sz="1100" i="1" spc="75" dirty="0" err="1">
                <a:solidFill>
                  <a:schemeClr val="bg1"/>
                </a:solidFill>
                <a:latin typeface="Arial"/>
                <a:cs typeface="Arial"/>
              </a:rPr>
              <a:t>k</a:t>
            </a:r>
            <a:r>
              <a:rPr lang="en-US" altLang="zh-CN" sz="1100" spc="-15" dirty="0" err="1">
                <a:solidFill>
                  <a:schemeClr val="bg1"/>
                </a:solidFill>
                <a:latin typeface="Menlo"/>
                <a:cs typeface="Menlo"/>
              </a:rPr>
              <a:t>|</a:t>
            </a:r>
            <a:r>
              <a:rPr lang="en-US" altLang="zh-CN" sz="1100" i="1" spc="75" dirty="0" err="1">
                <a:solidFill>
                  <a:schemeClr val="bg1"/>
                </a:solidFill>
                <a:latin typeface="Arial"/>
                <a:cs typeface="Arial"/>
              </a:rPr>
              <a:t>k</a:t>
            </a:r>
            <a:r>
              <a:rPr lang="en-US" altLang="zh-CN" sz="1100" spc="-15" dirty="0">
                <a:solidFill>
                  <a:schemeClr val="bg1"/>
                </a:solidFill>
                <a:latin typeface="Arial"/>
                <a:cs typeface="Arial"/>
              </a:rPr>
              <a:t>)</a:t>
            </a:r>
            <a:r>
              <a:rPr lang="en-US" altLang="zh-CN" sz="1100" spc="-5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altLang="zh-CN" sz="1100" i="1" spc="175" dirty="0">
                <a:solidFill>
                  <a:schemeClr val="bg1"/>
                </a:solidFill>
                <a:latin typeface="Menlo"/>
                <a:cs typeface="Menlo"/>
              </a:rPr>
              <a:t>−</a:t>
            </a:r>
            <a:r>
              <a:rPr lang="en-US" altLang="zh-CN" sz="1100" i="1" spc="-405" dirty="0">
                <a:solidFill>
                  <a:schemeClr val="bg1"/>
                </a:solidFill>
                <a:latin typeface="Menlo"/>
                <a:cs typeface="Menlo"/>
              </a:rPr>
              <a:t> </a:t>
            </a:r>
            <a:r>
              <a:rPr lang="en-US" altLang="zh-CN" sz="1100" dirty="0">
                <a:solidFill>
                  <a:schemeClr val="bg1"/>
                </a:solidFill>
                <a:latin typeface="Arial"/>
                <a:cs typeface="Arial"/>
              </a:rPr>
              <a:t>(</a:t>
            </a:r>
            <a:r>
              <a:rPr lang="en-US" altLang="zh-CN" sz="1100" i="1" dirty="0">
                <a:solidFill>
                  <a:schemeClr val="bg1"/>
                </a:solidFill>
                <a:latin typeface="Arial"/>
                <a:cs typeface="Arial"/>
              </a:rPr>
              <a:t>I</a:t>
            </a:r>
            <a:r>
              <a:rPr lang="en-US" altLang="zh-CN" sz="1100" i="1" spc="10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altLang="zh-CN" sz="1100" i="1" spc="175" dirty="0">
                <a:solidFill>
                  <a:schemeClr val="bg1"/>
                </a:solidFill>
                <a:latin typeface="Menlo"/>
                <a:cs typeface="Menlo"/>
              </a:rPr>
              <a:t>−</a:t>
            </a:r>
            <a:r>
              <a:rPr lang="en-US" altLang="zh-CN" sz="1100" i="1" spc="-405" dirty="0">
                <a:solidFill>
                  <a:schemeClr val="bg1"/>
                </a:solidFill>
                <a:latin typeface="Menlo"/>
                <a:cs typeface="Menlo"/>
              </a:rPr>
              <a:t> </a:t>
            </a:r>
            <a:r>
              <a:rPr lang="en-US" altLang="zh-CN" sz="1100" i="1" spc="-75" dirty="0">
                <a:solidFill>
                  <a:schemeClr val="bg1"/>
                </a:solidFill>
                <a:latin typeface="Arial"/>
                <a:cs typeface="Arial"/>
              </a:rPr>
              <a:t>LC</a:t>
            </a:r>
            <a:r>
              <a:rPr lang="en-US" altLang="zh-CN" sz="1100" i="1" spc="-16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altLang="zh-CN" sz="1100" spc="-10" dirty="0">
                <a:solidFill>
                  <a:schemeClr val="bg1"/>
                </a:solidFill>
                <a:latin typeface="Arial"/>
                <a:cs typeface="Arial"/>
              </a:rPr>
              <a:t>)</a:t>
            </a:r>
            <a:r>
              <a:rPr lang="en-US" altLang="zh-CN" sz="1100" i="1" spc="-10" dirty="0">
                <a:solidFill>
                  <a:schemeClr val="bg1"/>
                </a:solidFill>
                <a:latin typeface="Arial"/>
                <a:cs typeface="Arial"/>
              </a:rPr>
              <a:t>Bu</a:t>
            </a:r>
            <a:r>
              <a:rPr lang="en-US" altLang="zh-CN" sz="1100" spc="-10" dirty="0">
                <a:solidFill>
                  <a:schemeClr val="bg1"/>
                </a:solidFill>
                <a:latin typeface="Arial"/>
                <a:cs typeface="Arial"/>
              </a:rPr>
              <a:t>(</a:t>
            </a:r>
            <a:r>
              <a:rPr lang="en-US" altLang="zh-CN" sz="1100" i="1" spc="-10" dirty="0">
                <a:solidFill>
                  <a:schemeClr val="bg1"/>
                </a:solidFill>
                <a:latin typeface="Arial"/>
                <a:cs typeface="Arial"/>
              </a:rPr>
              <a:t>k</a:t>
            </a:r>
            <a:r>
              <a:rPr lang="en-US" altLang="zh-CN" sz="1100" spc="-10" dirty="0">
                <a:solidFill>
                  <a:schemeClr val="bg1"/>
                </a:solidFill>
                <a:latin typeface="Arial"/>
                <a:cs typeface="Arial"/>
              </a:rPr>
              <a:t>)</a:t>
            </a:r>
            <a:endParaRPr lang="en-US" altLang="zh-CN" sz="1100" dirty="0">
              <a:solidFill>
                <a:schemeClr val="bg1"/>
              </a:solidFill>
              <a:latin typeface="Arial"/>
              <a:cs typeface="Arial"/>
            </a:endParaRPr>
          </a:p>
          <a:p>
            <a:pPr marL="934085">
              <a:lnSpc>
                <a:spcPct val="100000"/>
              </a:lnSpc>
              <a:spcBef>
                <a:spcPts val="335"/>
              </a:spcBef>
            </a:pPr>
            <a:r>
              <a:rPr lang="en-US" altLang="zh-CN" sz="1100" spc="200" dirty="0">
                <a:solidFill>
                  <a:schemeClr val="bg1"/>
                </a:solidFill>
                <a:latin typeface="Arial"/>
                <a:cs typeface="Arial"/>
              </a:rPr>
              <a:t>=</a:t>
            </a:r>
            <a:r>
              <a:rPr lang="en-US" altLang="zh-CN" sz="1100" dirty="0">
                <a:solidFill>
                  <a:schemeClr val="bg1"/>
                </a:solidFill>
                <a:latin typeface="Arial"/>
                <a:cs typeface="Arial"/>
              </a:rPr>
              <a:t> (</a:t>
            </a:r>
            <a:r>
              <a:rPr lang="en-US" altLang="zh-CN" sz="1100" i="1" dirty="0">
                <a:solidFill>
                  <a:schemeClr val="bg1"/>
                </a:solidFill>
                <a:latin typeface="Arial"/>
                <a:cs typeface="Arial"/>
              </a:rPr>
              <a:t>A</a:t>
            </a:r>
            <a:r>
              <a:rPr lang="en-US" altLang="zh-CN" sz="1100" i="1" spc="-4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altLang="zh-CN" sz="1100" i="1" spc="175" dirty="0">
                <a:solidFill>
                  <a:schemeClr val="bg1"/>
                </a:solidFill>
                <a:latin typeface="Menlo"/>
                <a:cs typeface="Menlo"/>
              </a:rPr>
              <a:t>−</a:t>
            </a:r>
            <a:r>
              <a:rPr lang="en-US" altLang="zh-CN" sz="1100" i="1" spc="-405" dirty="0">
                <a:solidFill>
                  <a:schemeClr val="bg1"/>
                </a:solidFill>
                <a:latin typeface="Menlo"/>
                <a:cs typeface="Menlo"/>
              </a:rPr>
              <a:t> </a:t>
            </a:r>
            <a:r>
              <a:rPr lang="en-US" altLang="zh-CN" sz="1100" i="1" spc="-30" dirty="0">
                <a:solidFill>
                  <a:schemeClr val="bg1"/>
                </a:solidFill>
                <a:latin typeface="Arial"/>
                <a:cs typeface="Arial"/>
              </a:rPr>
              <a:t>LCA</a:t>
            </a:r>
            <a:r>
              <a:rPr lang="en-US" altLang="zh-CN" sz="1100" spc="-30" dirty="0">
                <a:solidFill>
                  <a:schemeClr val="bg1"/>
                </a:solidFill>
                <a:latin typeface="Arial"/>
                <a:cs typeface="Arial"/>
              </a:rPr>
              <a:t>)</a:t>
            </a:r>
            <a:r>
              <a:rPr lang="en-US" altLang="zh-CN" sz="1100" spc="-114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altLang="zh-CN" sz="1100" i="1" spc="-135" dirty="0">
                <a:solidFill>
                  <a:schemeClr val="bg1"/>
                </a:solidFill>
                <a:latin typeface="Arial"/>
                <a:cs typeface="Arial"/>
              </a:rPr>
              <a:t>e</a:t>
            </a:r>
            <a:r>
              <a:rPr lang="en-US" altLang="zh-CN" sz="1100" i="1" spc="-3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altLang="zh-CN" sz="1100" spc="35" dirty="0">
                <a:solidFill>
                  <a:schemeClr val="bg1"/>
                </a:solidFill>
                <a:latin typeface="Arial"/>
                <a:cs typeface="Arial"/>
              </a:rPr>
              <a:t>(</a:t>
            </a:r>
            <a:r>
              <a:rPr lang="en-US" altLang="zh-CN" sz="1100" i="1" spc="35" dirty="0">
                <a:solidFill>
                  <a:schemeClr val="bg1"/>
                </a:solidFill>
                <a:latin typeface="Arial"/>
                <a:cs typeface="Arial"/>
              </a:rPr>
              <a:t>k</a:t>
            </a:r>
            <a:r>
              <a:rPr lang="en-US" altLang="zh-CN" sz="1100" spc="35" dirty="0">
                <a:solidFill>
                  <a:schemeClr val="bg1"/>
                </a:solidFill>
                <a:latin typeface="Arial"/>
                <a:cs typeface="Arial"/>
              </a:rPr>
              <a:t>)</a:t>
            </a:r>
            <a:endParaRPr lang="en-US" altLang="zh-CN" sz="1100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3346284"/>
            <a:ext cx="4608195" cy="109855"/>
          </a:xfrm>
          <a:custGeom>
            <a:avLst/>
            <a:gdLst/>
            <a:ahLst/>
            <a:cxnLst/>
            <a:rect l="l" t="t" r="r" b="b"/>
            <a:pathLst>
              <a:path w="4608195" h="109854">
                <a:moveTo>
                  <a:pt x="4607928" y="0"/>
                </a:moveTo>
                <a:lnTo>
                  <a:pt x="3071939" y="0"/>
                </a:lnTo>
                <a:lnTo>
                  <a:pt x="1535963" y="0"/>
                </a:lnTo>
                <a:lnTo>
                  <a:pt x="0" y="0"/>
                </a:lnTo>
                <a:lnTo>
                  <a:pt x="0" y="109715"/>
                </a:lnTo>
                <a:lnTo>
                  <a:pt x="1535963" y="109715"/>
                </a:lnTo>
                <a:lnTo>
                  <a:pt x="3071939" y="109715"/>
                </a:lnTo>
                <a:lnTo>
                  <a:pt x="4607928" y="109715"/>
                </a:lnTo>
                <a:lnTo>
                  <a:pt x="4607928" y="0"/>
                </a:lnTo>
                <a:close/>
              </a:path>
            </a:pathLst>
          </a:custGeom>
          <a:solidFill>
            <a:srgbClr val="1919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0" dirty="0"/>
              <a:t>Mod</a:t>
            </a:r>
            <a:r>
              <a:rPr spc="125" dirty="0"/>
              <a:t> </a:t>
            </a:r>
            <a:r>
              <a:rPr spc="10" dirty="0"/>
              <a:t>Ctrl</a:t>
            </a:r>
            <a:r>
              <a:rPr spc="130" dirty="0"/>
              <a:t> </a:t>
            </a:r>
            <a:r>
              <a:rPr spc="10" dirty="0"/>
              <a:t>Intro</a:t>
            </a:r>
            <a:r>
              <a:rPr spc="415" dirty="0"/>
              <a:t> </a:t>
            </a:r>
            <a:r>
              <a:rPr spc="50" dirty="0"/>
              <a:t>(w</a:t>
            </a:r>
            <a:r>
              <a:rPr spc="125" dirty="0"/>
              <a:t> </a:t>
            </a:r>
            <a:r>
              <a:rPr spc="10" dirty="0"/>
              <a:t>Matlab</a:t>
            </a:r>
            <a:r>
              <a:rPr spc="130" dirty="0"/>
              <a:t> </a:t>
            </a:r>
            <a:r>
              <a:rPr spc="125" dirty="0"/>
              <a:t>&amp;</a:t>
            </a:r>
            <a:r>
              <a:rPr spc="130" dirty="0"/>
              <a:t> </a:t>
            </a:r>
            <a:r>
              <a:rPr spc="-10" dirty="0"/>
              <a:t>Python)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665249" y="3338410"/>
            <a:ext cx="1277620" cy="1225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00" dirty="0">
                <a:solidFill>
                  <a:srgbClr val="BF447D"/>
                </a:solidFill>
                <a:latin typeface="Arial"/>
                <a:cs typeface="Arial"/>
                <a:hlinkClick r:id="rId2" action="ppaction://hlinksldjump"/>
              </a:rPr>
              <a:t>Observers</a:t>
            </a:r>
            <a:r>
              <a:rPr sz="600" spc="135" dirty="0">
                <a:solidFill>
                  <a:srgbClr val="BF447D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dirty="0">
                <a:solidFill>
                  <a:srgbClr val="BF447D"/>
                </a:solidFill>
                <a:latin typeface="Arial"/>
                <a:cs typeface="Arial"/>
                <a:hlinkClick r:id="rId2" action="ppaction://hlinksldjump"/>
              </a:rPr>
              <a:t>and</a:t>
            </a:r>
            <a:r>
              <a:rPr sz="600" spc="140" dirty="0">
                <a:solidFill>
                  <a:srgbClr val="BF447D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dirty="0">
                <a:solidFill>
                  <a:srgbClr val="BF447D"/>
                </a:solidFill>
                <a:latin typeface="Arial"/>
                <a:cs typeface="Arial"/>
                <a:hlinkClick r:id="rId2" action="ppaction://hlinksldjump"/>
              </a:rPr>
              <a:t>Observer</a:t>
            </a:r>
            <a:r>
              <a:rPr sz="600" spc="140" dirty="0">
                <a:solidFill>
                  <a:srgbClr val="BF447D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dirty="0">
                <a:solidFill>
                  <a:srgbClr val="BF447D"/>
                </a:solidFill>
                <a:latin typeface="Arial"/>
                <a:cs typeface="Arial"/>
                <a:hlinkClick r:id="rId2" action="ppaction://hlinksldjump"/>
              </a:rPr>
              <a:t>State</a:t>
            </a:r>
            <a:r>
              <a:rPr sz="600" spc="140" dirty="0">
                <a:solidFill>
                  <a:srgbClr val="BF447D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spc="30" dirty="0">
                <a:solidFill>
                  <a:srgbClr val="BF447D"/>
                </a:solidFill>
                <a:latin typeface="Arial"/>
                <a:cs typeface="Arial"/>
                <a:hlinkClick r:id="rId2" action="ppaction://hlinksldjump"/>
              </a:rPr>
              <a:t>FB</a:t>
            </a:r>
            <a:endParaRPr sz="6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275163" y="3338410"/>
            <a:ext cx="278130" cy="1225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00" dirty="0">
                <a:solidFill>
                  <a:srgbClr val="E5E5E5"/>
                </a:solidFill>
                <a:latin typeface="Arial"/>
                <a:cs typeface="Arial"/>
              </a:rPr>
              <a:t>20</a:t>
            </a:r>
            <a:r>
              <a:rPr sz="600" spc="-40" dirty="0">
                <a:solidFill>
                  <a:srgbClr val="E5E5E5"/>
                </a:solidFill>
                <a:latin typeface="Arial"/>
                <a:cs typeface="Arial"/>
              </a:rPr>
              <a:t> </a:t>
            </a:r>
            <a:r>
              <a:rPr sz="600" spc="185" dirty="0">
                <a:solidFill>
                  <a:srgbClr val="E5E5E5"/>
                </a:solidFill>
                <a:latin typeface="Arial"/>
                <a:cs typeface="Arial"/>
              </a:rPr>
              <a:t>/</a:t>
            </a:r>
            <a:r>
              <a:rPr sz="600" spc="-40" dirty="0">
                <a:solidFill>
                  <a:srgbClr val="E5E5E5"/>
                </a:solidFill>
                <a:latin typeface="Arial"/>
                <a:cs typeface="Arial"/>
              </a:rPr>
              <a:t> </a:t>
            </a:r>
            <a:r>
              <a:rPr sz="600" spc="-25" dirty="0">
                <a:solidFill>
                  <a:srgbClr val="E5E5E5"/>
                </a:solidFill>
                <a:latin typeface="Arial"/>
                <a:cs typeface="Arial"/>
              </a:rPr>
              <a:t>27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60916"/>
            <a:ext cx="3161665" cy="2882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DT</a:t>
            </a:r>
            <a:r>
              <a:rPr spc="-25" dirty="0"/>
              <a:t> </a:t>
            </a:r>
            <a:r>
              <a:rPr dirty="0"/>
              <a:t>full</a:t>
            </a:r>
            <a:r>
              <a:rPr spc="-5" dirty="0"/>
              <a:t> </a:t>
            </a:r>
            <a:r>
              <a:rPr spc="-75" dirty="0"/>
              <a:t>state</a:t>
            </a:r>
            <a:r>
              <a:rPr dirty="0"/>
              <a:t> </a:t>
            </a:r>
            <a:r>
              <a:rPr spc="-140" dirty="0"/>
              <a:t>observer</a:t>
            </a:r>
            <a:r>
              <a:rPr spc="20" dirty="0"/>
              <a:t> </a:t>
            </a:r>
            <a:r>
              <a:rPr dirty="0"/>
              <a:t>with </a:t>
            </a:r>
            <a:r>
              <a:rPr spc="-65" dirty="0"/>
              <a:t>predictor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15442" y="1182164"/>
            <a:ext cx="373634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800" spc="300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▶</a:t>
            </a:r>
            <a:r>
              <a:rPr sz="1800" spc="247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1200" spc="-35" dirty="0">
                <a:solidFill>
                  <a:srgbClr val="FFFFFF"/>
                </a:solidFill>
                <a:latin typeface="Arial"/>
                <a:cs typeface="Arial"/>
              </a:rPr>
              <a:t>error</a:t>
            </a:r>
            <a:r>
              <a:rPr sz="12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75" dirty="0">
                <a:solidFill>
                  <a:srgbClr val="FFFFFF"/>
                </a:solidFill>
                <a:latin typeface="Arial"/>
                <a:cs typeface="Arial"/>
              </a:rPr>
              <a:t>dynamics</a:t>
            </a:r>
            <a:r>
              <a:rPr sz="12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70" dirty="0">
                <a:solidFill>
                  <a:srgbClr val="FFFFFF"/>
                </a:solidFill>
                <a:latin typeface="Arial"/>
                <a:cs typeface="Arial"/>
              </a:rPr>
              <a:t>can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50" dirty="0">
                <a:solidFill>
                  <a:srgbClr val="FFFFFF"/>
                </a:solidFill>
                <a:latin typeface="Arial"/>
                <a:cs typeface="Arial"/>
              </a:rPr>
              <a:t>be</a:t>
            </a:r>
            <a:r>
              <a:rPr sz="12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Arial"/>
                <a:cs typeface="Arial"/>
              </a:rPr>
              <a:t>arbitrarily</a:t>
            </a:r>
            <a:r>
              <a:rPr sz="12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95" dirty="0">
                <a:solidFill>
                  <a:srgbClr val="FFFFFF"/>
                </a:solidFill>
                <a:latin typeface="Arial"/>
                <a:cs typeface="Arial"/>
              </a:rPr>
              <a:t>assigned</a:t>
            </a:r>
            <a:r>
              <a:rPr sz="1200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if the</a:t>
            </a:r>
            <a:r>
              <a:rPr sz="12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Arial"/>
                <a:cs typeface="Arial"/>
              </a:rPr>
              <a:t>pair</a:t>
            </a:r>
            <a:endParaRPr sz="12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07860" y="1398940"/>
            <a:ext cx="2139950" cy="19684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lang="en-US" sz="1200" spc="100" dirty="0">
                <a:solidFill>
                  <a:srgbClr val="FFFFFF"/>
                </a:solidFill>
                <a:latin typeface="Arial"/>
                <a:cs typeface="Arial"/>
              </a:rPr>
              <a:t>(</a:t>
            </a:r>
            <a:r>
              <a:rPr sz="1200" i="1" spc="10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1200" i="1" spc="100" dirty="0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sz="1200" i="1" spc="2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i="1" spc="-360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r>
              <a:rPr sz="1800" spc="270" baseline="13888" dirty="0">
                <a:solidFill>
                  <a:srgbClr val="FFFFFF"/>
                </a:solidFill>
                <a:latin typeface="Arial"/>
                <a:cs typeface="Arial"/>
              </a:rPr>
              <a:t>˜</a:t>
            </a:r>
            <a:r>
              <a:rPr lang="en-US" sz="1200" spc="200" dirty="0">
                <a:solidFill>
                  <a:srgbClr val="FFFFFF"/>
                </a:solidFill>
                <a:latin typeface="Arial"/>
                <a:cs typeface="Arial"/>
              </a:rPr>
              <a:t>)=</a:t>
            </a:r>
            <a:r>
              <a:rPr sz="12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(</a:t>
            </a:r>
            <a:r>
              <a:rPr sz="1200" i="1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1200" i="1" dirty="0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sz="1200" i="1" spc="2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i="1" dirty="0">
                <a:solidFill>
                  <a:srgbClr val="FFFFFF"/>
                </a:solidFill>
                <a:latin typeface="Arial"/>
                <a:cs typeface="Arial"/>
              </a:rPr>
              <a:t>CA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r>
              <a:rPr sz="1200" spc="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sz="1200" spc="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55" dirty="0">
                <a:solidFill>
                  <a:srgbClr val="FFFFFF"/>
                </a:solidFill>
                <a:latin typeface="Arial"/>
                <a:cs typeface="Arial"/>
              </a:rPr>
              <a:t>observable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15442" y="1636532"/>
            <a:ext cx="1673225" cy="19684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800" spc="300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▶</a:t>
            </a:r>
            <a:r>
              <a:rPr sz="1800" spc="254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 </a:t>
            </a:r>
            <a:r>
              <a:rPr sz="1200" spc="-50" dirty="0">
                <a:solidFill>
                  <a:srgbClr val="FFFFFF"/>
                </a:solidFill>
                <a:latin typeface="Arial"/>
                <a:cs typeface="Arial"/>
              </a:rPr>
              <a:t>observability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 matrix</a:t>
            </a:r>
            <a:r>
              <a:rPr sz="1200" spc="3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endParaRPr sz="1800" baseline="13888" dirty="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90042" y="2618842"/>
            <a:ext cx="3819525" cy="674370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325"/>
              </a:spcBef>
            </a:pPr>
            <a:r>
              <a:rPr sz="1800" spc="300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▶</a:t>
            </a:r>
            <a:r>
              <a:rPr sz="1800" spc="75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if</a:t>
            </a:r>
            <a:r>
              <a:rPr sz="12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i="1" dirty="0">
                <a:solidFill>
                  <a:srgbClr val="FFFFFF"/>
                </a:solidFill>
                <a:latin typeface="Arial"/>
                <a:cs typeface="Arial"/>
              </a:rPr>
              <a:t>A </a:t>
            </a:r>
            <a:r>
              <a:rPr sz="1200" spc="-10" dirty="0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sz="12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35" dirty="0">
                <a:solidFill>
                  <a:srgbClr val="FFFFFF"/>
                </a:solidFill>
                <a:latin typeface="Arial"/>
                <a:cs typeface="Arial"/>
              </a:rPr>
              <a:t>invertible,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Arial"/>
                <a:cs typeface="Arial"/>
              </a:rPr>
              <a:t>then</a:t>
            </a:r>
            <a:r>
              <a:rPr sz="12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i="1" spc="-509" dirty="0">
                <a:solidFill>
                  <a:srgbClr val="FFFFFF"/>
                </a:solidFill>
                <a:latin typeface="Arial"/>
                <a:cs typeface="Arial"/>
              </a:rPr>
              <a:t>Q</a:t>
            </a:r>
            <a:r>
              <a:rPr sz="1800" spc="112" baseline="13888" dirty="0">
                <a:solidFill>
                  <a:srgbClr val="FFFFFF"/>
                </a:solidFill>
                <a:latin typeface="Arial"/>
                <a:cs typeface="Arial"/>
              </a:rPr>
              <a:t>˜</a:t>
            </a:r>
            <a:r>
              <a:rPr sz="1200" i="1" spc="150" baseline="-13888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r>
              <a:rPr sz="1200" i="1" spc="330" baseline="-13888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100" dirty="0">
                <a:solidFill>
                  <a:srgbClr val="FFFFFF"/>
                </a:solidFill>
                <a:latin typeface="Arial"/>
                <a:cs typeface="Arial"/>
              </a:rPr>
              <a:t>has</a:t>
            </a:r>
            <a:r>
              <a:rPr sz="1200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2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120" dirty="0">
                <a:solidFill>
                  <a:srgbClr val="FFFFFF"/>
                </a:solidFill>
                <a:latin typeface="Arial"/>
                <a:cs typeface="Arial"/>
              </a:rPr>
              <a:t>same</a:t>
            </a:r>
            <a:r>
              <a:rPr sz="1200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Arial"/>
                <a:cs typeface="Arial"/>
              </a:rPr>
              <a:t>rank</a:t>
            </a:r>
            <a:r>
              <a:rPr sz="12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140" dirty="0">
                <a:solidFill>
                  <a:srgbClr val="FFFFFF"/>
                </a:solidFill>
                <a:latin typeface="Arial"/>
                <a:cs typeface="Arial"/>
              </a:rPr>
              <a:t>as</a:t>
            </a:r>
            <a:r>
              <a:rPr sz="1200" spc="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i="1" spc="-25" dirty="0">
                <a:solidFill>
                  <a:srgbClr val="FFFFFF"/>
                </a:solidFill>
                <a:latin typeface="Arial"/>
                <a:cs typeface="Arial"/>
              </a:rPr>
              <a:t>Q</a:t>
            </a:r>
            <a:r>
              <a:rPr sz="1200" i="1" spc="-37" baseline="-13888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endParaRPr sz="1200" baseline="-13888" dirty="0">
              <a:latin typeface="Arial"/>
              <a:cs typeface="Arial"/>
            </a:endParaRPr>
          </a:p>
          <a:p>
            <a:pPr marL="255904" marR="17780" indent="-193040">
              <a:lnSpc>
                <a:spcPts val="1770"/>
              </a:lnSpc>
            </a:pPr>
            <a:r>
              <a:rPr sz="1800" spc="300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▶</a:t>
            </a:r>
            <a:r>
              <a:rPr sz="1800" spc="315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 </a:t>
            </a:r>
            <a:r>
              <a:rPr lang="en-US" altLang="zh-CN" sz="1200" spc="100" dirty="0">
                <a:solidFill>
                  <a:srgbClr val="FFFFFF"/>
                </a:solidFill>
                <a:latin typeface="Arial"/>
                <a:cs typeface="Arial"/>
              </a:rPr>
              <a:t>(</a:t>
            </a:r>
            <a:r>
              <a:rPr lang="en-US" altLang="zh-CN" sz="1200" i="1" spc="10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lang="en-US" altLang="zh-CN" sz="1200" i="1" spc="100" dirty="0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lang="en-US" altLang="zh-CN" sz="1200" i="1" spc="2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200" i="1" spc="-360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r>
              <a:rPr lang="en-US" altLang="zh-CN" sz="1800" spc="270" baseline="13888" dirty="0">
                <a:solidFill>
                  <a:srgbClr val="FFFFFF"/>
                </a:solidFill>
                <a:latin typeface="Arial"/>
                <a:cs typeface="Arial"/>
              </a:rPr>
              <a:t>˜</a:t>
            </a:r>
            <a:r>
              <a:rPr lang="en-US" altLang="zh-CN" sz="1200" spc="200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r>
              <a:rPr sz="1200" spc="-10" dirty="0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sz="1200" spc="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85" dirty="0">
                <a:solidFill>
                  <a:srgbClr val="FFFFFF"/>
                </a:solidFill>
                <a:latin typeface="Arial"/>
                <a:cs typeface="Arial"/>
              </a:rPr>
              <a:t>observable</a:t>
            </a:r>
            <a:r>
              <a:rPr sz="1200" spc="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if</a:t>
            </a:r>
            <a:r>
              <a:rPr sz="1200" spc="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(</a:t>
            </a:r>
            <a:r>
              <a:rPr sz="1200" i="1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1200" i="1" dirty="0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sz="1200" i="1" spc="2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i="1" spc="-130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r>
              <a:rPr sz="1200" i="1" spc="-1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50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r>
              <a:rPr sz="1200" spc="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sz="1200" spc="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85" dirty="0">
                <a:solidFill>
                  <a:srgbClr val="FFFFFF"/>
                </a:solidFill>
                <a:latin typeface="Arial"/>
                <a:cs typeface="Arial"/>
              </a:rPr>
              <a:t>observable</a:t>
            </a:r>
            <a:r>
              <a:rPr sz="1200" spc="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50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1200" spc="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i="1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1200" i="1" spc="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Arial"/>
                <a:cs typeface="Arial"/>
              </a:rPr>
              <a:t>is </a:t>
            </a:r>
            <a:r>
              <a:rPr sz="1200" spc="-60" dirty="0">
                <a:solidFill>
                  <a:srgbClr val="FFFFFF"/>
                </a:solidFill>
                <a:latin typeface="Arial"/>
                <a:cs typeface="Arial"/>
              </a:rPr>
              <a:t>nonsingular</a:t>
            </a:r>
            <a:r>
              <a:rPr sz="12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55" dirty="0">
                <a:solidFill>
                  <a:srgbClr val="FFFFFF"/>
                </a:solidFill>
                <a:latin typeface="Arial"/>
                <a:cs typeface="Arial"/>
              </a:rPr>
              <a:t>(guaranteed</a:t>
            </a:r>
            <a:r>
              <a:rPr sz="12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if</a:t>
            </a:r>
            <a:r>
              <a:rPr sz="12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50" dirty="0">
                <a:solidFill>
                  <a:srgbClr val="FFFFFF"/>
                </a:solidFill>
                <a:latin typeface="Arial"/>
                <a:cs typeface="Arial"/>
              </a:rPr>
              <a:t>discretized</a:t>
            </a:r>
            <a:r>
              <a:rPr sz="12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Arial"/>
                <a:cs typeface="Arial"/>
              </a:rPr>
              <a:t>from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12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CT</a:t>
            </a:r>
            <a:r>
              <a:rPr sz="12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60" dirty="0">
                <a:solidFill>
                  <a:srgbClr val="FFFFFF"/>
                </a:solidFill>
                <a:latin typeface="Arial"/>
                <a:cs typeface="Arial"/>
              </a:rPr>
              <a:t>system)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0" y="3346272"/>
            <a:ext cx="4608195" cy="109855"/>
          </a:xfrm>
          <a:custGeom>
            <a:avLst/>
            <a:gdLst/>
            <a:ahLst/>
            <a:cxnLst/>
            <a:rect l="l" t="t" r="r" b="b"/>
            <a:pathLst>
              <a:path w="4608195" h="109854">
                <a:moveTo>
                  <a:pt x="4607928" y="0"/>
                </a:moveTo>
                <a:lnTo>
                  <a:pt x="3071939" y="0"/>
                </a:lnTo>
                <a:lnTo>
                  <a:pt x="1535963" y="0"/>
                </a:lnTo>
                <a:lnTo>
                  <a:pt x="0" y="0"/>
                </a:lnTo>
                <a:lnTo>
                  <a:pt x="0" y="109728"/>
                </a:lnTo>
                <a:lnTo>
                  <a:pt x="1535963" y="109728"/>
                </a:lnTo>
                <a:lnTo>
                  <a:pt x="3071939" y="109728"/>
                </a:lnTo>
                <a:lnTo>
                  <a:pt x="4607928" y="109728"/>
                </a:lnTo>
                <a:lnTo>
                  <a:pt x="4607928" y="0"/>
                </a:lnTo>
                <a:close/>
              </a:path>
            </a:pathLst>
          </a:custGeom>
          <a:solidFill>
            <a:srgbClr val="1919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0" dirty="0"/>
              <a:t>Mod</a:t>
            </a:r>
            <a:r>
              <a:rPr spc="125" dirty="0"/>
              <a:t> </a:t>
            </a:r>
            <a:r>
              <a:rPr spc="10" dirty="0"/>
              <a:t>Ctrl</a:t>
            </a:r>
            <a:r>
              <a:rPr spc="130" dirty="0"/>
              <a:t> </a:t>
            </a:r>
            <a:r>
              <a:rPr spc="10" dirty="0"/>
              <a:t>Intro</a:t>
            </a:r>
            <a:r>
              <a:rPr spc="415" dirty="0"/>
              <a:t> </a:t>
            </a:r>
            <a:r>
              <a:rPr spc="50" dirty="0"/>
              <a:t>(w</a:t>
            </a:r>
            <a:r>
              <a:rPr spc="125" dirty="0"/>
              <a:t> </a:t>
            </a:r>
            <a:r>
              <a:rPr spc="10" dirty="0"/>
              <a:t>Matlab</a:t>
            </a:r>
            <a:r>
              <a:rPr spc="130" dirty="0"/>
              <a:t> </a:t>
            </a:r>
            <a:r>
              <a:rPr spc="125" dirty="0"/>
              <a:t>&amp;</a:t>
            </a:r>
            <a:r>
              <a:rPr spc="130" dirty="0"/>
              <a:t> </a:t>
            </a:r>
            <a:r>
              <a:rPr spc="-10" dirty="0"/>
              <a:t>Python)</a:t>
            </a:r>
          </a:p>
        </p:txBody>
      </p:sp>
      <p:sp>
        <p:nvSpPr>
          <p:cNvPr id="44" name="object 44"/>
          <p:cNvSpPr txBox="1"/>
          <p:nvPr/>
        </p:nvSpPr>
        <p:spPr>
          <a:xfrm>
            <a:off x="1665249" y="3338410"/>
            <a:ext cx="1277620" cy="1225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00" dirty="0">
                <a:solidFill>
                  <a:srgbClr val="BF447D"/>
                </a:solidFill>
                <a:latin typeface="Arial"/>
                <a:cs typeface="Arial"/>
                <a:hlinkClick r:id="rId2" action="ppaction://hlinksldjump"/>
              </a:rPr>
              <a:t>Observers</a:t>
            </a:r>
            <a:r>
              <a:rPr sz="600" spc="135" dirty="0">
                <a:solidFill>
                  <a:srgbClr val="BF447D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dirty="0">
                <a:solidFill>
                  <a:srgbClr val="BF447D"/>
                </a:solidFill>
                <a:latin typeface="Arial"/>
                <a:cs typeface="Arial"/>
                <a:hlinkClick r:id="rId2" action="ppaction://hlinksldjump"/>
              </a:rPr>
              <a:t>and</a:t>
            </a:r>
            <a:r>
              <a:rPr sz="600" spc="140" dirty="0">
                <a:solidFill>
                  <a:srgbClr val="BF447D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dirty="0">
                <a:solidFill>
                  <a:srgbClr val="BF447D"/>
                </a:solidFill>
                <a:latin typeface="Arial"/>
                <a:cs typeface="Arial"/>
                <a:hlinkClick r:id="rId2" action="ppaction://hlinksldjump"/>
              </a:rPr>
              <a:t>Observer</a:t>
            </a:r>
            <a:r>
              <a:rPr sz="600" spc="140" dirty="0">
                <a:solidFill>
                  <a:srgbClr val="BF447D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dirty="0">
                <a:solidFill>
                  <a:srgbClr val="BF447D"/>
                </a:solidFill>
                <a:latin typeface="Arial"/>
                <a:cs typeface="Arial"/>
                <a:hlinkClick r:id="rId2" action="ppaction://hlinksldjump"/>
              </a:rPr>
              <a:t>State</a:t>
            </a:r>
            <a:r>
              <a:rPr sz="600" spc="140" dirty="0">
                <a:solidFill>
                  <a:srgbClr val="BF447D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spc="30" dirty="0">
                <a:solidFill>
                  <a:srgbClr val="BF447D"/>
                </a:solidFill>
                <a:latin typeface="Arial"/>
                <a:cs typeface="Arial"/>
                <a:hlinkClick r:id="rId2" action="ppaction://hlinksldjump"/>
              </a:rPr>
              <a:t>FB</a:t>
            </a:r>
            <a:endParaRPr sz="600">
              <a:latin typeface="Arial"/>
              <a:cs typeface="Aria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4275163" y="3338410"/>
            <a:ext cx="278130" cy="1225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00" dirty="0">
                <a:solidFill>
                  <a:srgbClr val="E5E5E5"/>
                </a:solidFill>
                <a:latin typeface="Arial"/>
                <a:cs typeface="Arial"/>
              </a:rPr>
              <a:t>21</a:t>
            </a:r>
            <a:r>
              <a:rPr sz="600" spc="-40" dirty="0">
                <a:solidFill>
                  <a:srgbClr val="E5E5E5"/>
                </a:solidFill>
                <a:latin typeface="Arial"/>
                <a:cs typeface="Arial"/>
              </a:rPr>
              <a:t> </a:t>
            </a:r>
            <a:r>
              <a:rPr sz="600" spc="185" dirty="0">
                <a:solidFill>
                  <a:srgbClr val="E5E5E5"/>
                </a:solidFill>
                <a:latin typeface="Arial"/>
                <a:cs typeface="Arial"/>
              </a:rPr>
              <a:t>/</a:t>
            </a:r>
            <a:r>
              <a:rPr sz="600" spc="-40" dirty="0">
                <a:solidFill>
                  <a:srgbClr val="E5E5E5"/>
                </a:solidFill>
                <a:latin typeface="Arial"/>
                <a:cs typeface="Arial"/>
              </a:rPr>
              <a:t> </a:t>
            </a:r>
            <a:r>
              <a:rPr sz="600" spc="-25" dirty="0">
                <a:solidFill>
                  <a:srgbClr val="E5E5E5"/>
                </a:solidFill>
                <a:latin typeface="Arial"/>
                <a:cs typeface="Arial"/>
              </a:rPr>
              <a:t>27</a:t>
            </a:r>
            <a:endParaRPr sz="600">
              <a:latin typeface="Arial"/>
              <a:cs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文本框 45">
                <a:extLst>
                  <a:ext uri="{FF2B5EF4-FFF2-40B4-BE49-F238E27FC236}">
                    <a16:creationId xmlns:a16="http://schemas.microsoft.com/office/drawing/2014/main" id="{B324F48C-CF3C-1A10-8989-9B60C5B56B0D}"/>
                  </a:ext>
                </a:extLst>
              </p:cNvPr>
              <p:cNvSpPr txBox="1"/>
              <p:nvPr/>
            </p:nvSpPr>
            <p:spPr>
              <a:xfrm>
                <a:off x="558506" y="1697958"/>
                <a:ext cx="3150010" cy="96635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</m:acc>
                        </m:e>
                        <m:sub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a:rPr lang="en-US" altLang="zh-CN" sz="1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acc>
                                  <m:accPr>
                                    <m:chr m:val="̃"/>
                                    <m:ctrlPr>
                                      <a:rPr lang="en-US" altLang="zh-CN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CN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</m:acc>
                              </m:e>
                            </m:mr>
                            <m:mr>
                              <m:e>
                                <m:acc>
                                  <m:accPr>
                                    <m:chr m:val="̃"/>
                                    <m:ctrlPr>
                                      <a:rPr lang="en-US" altLang="zh-CN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</m:acc>
                                <m:r>
                                  <a:rPr lang="en-US" altLang="zh-CN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acc>
                                  <m:accPr>
                                    <m:chr m:val="̃"/>
                                    <m:ctrlPr>
                                      <a:rPr lang="en-US" altLang="zh-CN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</m:acc>
                                <m:sSup>
                                  <m:sSupPr>
                                    <m:ctrlPr>
                                      <a:rPr lang="en-US" altLang="zh-CN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p>
                                    <m:r>
                                      <a:rPr lang="en-US" altLang="zh-CN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altLang="zh-CN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zh-CN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p>
                              </m:e>
                            </m:mr>
                          </m:m>
                        </m:e>
                      </m:d>
                      <m:r>
                        <a:rPr lang="en-US" altLang="zh-CN" sz="1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limUpp>
                        <m:limUppPr>
                          <m:ctrlP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limUppPr>
                        <m:e>
                          <m:groupChr>
                            <m:groupChrPr>
                              <m:chr m:val="⏞"/>
                              <m:pos m:val="top"/>
                              <m:vertJc m:val="bot"/>
                              <m:ctrlP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CN" sz="1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1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altLang="zh-CN" sz="12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altLang="zh-CN" sz="1200" b="0" i="1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𝐶</m:t>
                                        </m:r>
                                      </m:e>
                                    </m:mr>
                                    <m:mr>
                                      <m:e>
                                        <m:r>
                                          <a:rPr lang="en-US" altLang="zh-CN" sz="1200" b="0" i="1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𝐶𝐴</m:t>
                                        </m:r>
                                      </m:e>
                                    </m:mr>
                                    <m:mr>
                                      <m:e>
                                        <m:r>
                                          <a:rPr lang="en-US" altLang="zh-CN" sz="1200" b="0" i="1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⋮</m:t>
                                        </m:r>
                                      </m:e>
                                    </m:mr>
                                    <m:mr>
                                      <m:e>
                                        <m:r>
                                          <a:rPr lang="en-US" altLang="zh-CN" sz="1200" b="0" i="1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𝐶</m:t>
                                        </m:r>
                                        <m:sSup>
                                          <m:sSupPr>
                                            <m:ctrlPr>
                                              <a:rPr lang="en-US" altLang="zh-CN" sz="1200" b="0" i="1" smtClean="0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altLang="zh-CN" sz="1200" b="0" i="1" smtClean="0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𝐴</m:t>
                                            </m:r>
                                          </m:e>
                                          <m:sup>
                                            <m:r>
                                              <a:rPr lang="en-US" altLang="zh-CN" sz="1200" b="0" i="1" smtClean="0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𝑛</m:t>
                                            </m:r>
                                            <m:r>
                                              <a:rPr lang="en-US" altLang="zh-CN" sz="1200" b="0" i="1" smtClean="0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r>
                                              <a:rPr lang="en-US" altLang="zh-CN" sz="1200" b="0" i="1" smtClean="0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p>
                                        </m:sSup>
                                      </m:e>
                                    </m:mr>
                                  </m:m>
                                </m:e>
                              </m:d>
                            </m:e>
                          </m:groupChr>
                        </m:e>
                        <m:lim>
                          <m:sSub>
                            <m:sSubPr>
                              <m:ctrlP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</m:sSub>
                        </m:lim>
                      </m:limUpp>
                      <m:r>
                        <a:rPr lang="en-US" altLang="zh-CN" sz="1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zh-CN" altLang="en-US" sz="12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6" name="文本框 45">
                <a:extLst>
                  <a:ext uri="{FF2B5EF4-FFF2-40B4-BE49-F238E27FC236}">
                    <a16:creationId xmlns:a16="http://schemas.microsoft.com/office/drawing/2014/main" id="{B324F48C-CF3C-1A10-8989-9B60C5B56B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506" y="1697958"/>
                <a:ext cx="3150010" cy="96635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442088C7-1B52-74C7-69A8-E12D73D2F2C8}"/>
                  </a:ext>
                </a:extLst>
              </p:cNvPr>
              <p:cNvSpPr txBox="1"/>
              <p:nvPr/>
            </p:nvSpPr>
            <p:spPr>
              <a:xfrm>
                <a:off x="599466" y="662969"/>
                <a:ext cx="3410101" cy="34208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  <m:d>
                        <m:dPr>
                          <m:ctrlP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altLang="zh-CN" sz="1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  <m:limLow>
                            <m:limLowPr>
                              <m:ctrlP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groupChr>
                                <m:groupChrPr>
                                  <m:chr m:val="⏟"/>
                                  <m:ctrlPr>
                                    <a:rPr lang="en-US" altLang="zh-CN" sz="1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groupChrPr>
                                <m:e>
                                  <m:r>
                                    <a:rPr lang="en-US" altLang="zh-CN" sz="1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𝐶𝐴</m:t>
                                  </m:r>
                                </m:e>
                              </m:groupChr>
                            </m:e>
                            <m:lim>
                              <m:acc>
                                <m:accPr>
                                  <m:chr m:val="̃"/>
                                  <m:ctrlPr>
                                    <a:rPr lang="en-US" altLang="zh-CN" sz="1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1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</m:acc>
                            </m:lim>
                          </m:limLow>
                        </m:e>
                      </m:d>
                      <m:r>
                        <a:rPr lang="en-US" altLang="zh-CN" sz="1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  <m:d>
                        <m:dPr>
                          <m:ctrlP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altLang="zh-CN" sz="1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altLang="zh-CN" sz="1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  <m:d>
                        <m:dPr>
                          <m:ctrlP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altLang="zh-CN" sz="1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𝐿𝐶</m:t>
                          </m:r>
                        </m:e>
                      </m:d>
                      <m:sSub>
                        <m:sSubPr>
                          <m:ctrlP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CN" altLang="en-US" sz="12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442088C7-1B52-74C7-69A8-E12D73D2F2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466" y="662969"/>
                <a:ext cx="3410101" cy="342081"/>
              </a:xfrm>
              <a:prstGeom prst="rect">
                <a:avLst/>
              </a:prstGeom>
              <a:blipFill>
                <a:blip r:embed="rId4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cut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608195" cy="3456304"/>
          </a:xfrm>
          <a:custGeom>
            <a:avLst/>
            <a:gdLst/>
            <a:ahLst/>
            <a:cxnLst/>
            <a:rect l="l" t="t" r="r" b="b"/>
            <a:pathLst>
              <a:path w="4608195" h="3456304">
                <a:moveTo>
                  <a:pt x="4608004" y="0"/>
                </a:moveTo>
                <a:lnTo>
                  <a:pt x="0" y="0"/>
                </a:lnTo>
                <a:lnTo>
                  <a:pt x="0" y="3456000"/>
                </a:lnTo>
                <a:lnTo>
                  <a:pt x="4608004" y="3456000"/>
                </a:lnTo>
                <a:lnTo>
                  <a:pt x="46080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97827" y="129374"/>
            <a:ext cx="4412615" cy="229235"/>
          </a:xfrm>
          <a:custGeom>
            <a:avLst/>
            <a:gdLst/>
            <a:ahLst/>
            <a:cxnLst/>
            <a:rect l="l" t="t" r="r" b="b"/>
            <a:pathLst>
              <a:path w="4412615" h="229235">
                <a:moveTo>
                  <a:pt x="4361594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28728"/>
                </a:lnTo>
                <a:lnTo>
                  <a:pt x="4412395" y="228728"/>
                </a:lnTo>
                <a:lnTo>
                  <a:pt x="4412395" y="50800"/>
                </a:lnTo>
                <a:lnTo>
                  <a:pt x="4408386" y="31075"/>
                </a:lnTo>
                <a:lnTo>
                  <a:pt x="4397472" y="14922"/>
                </a:lnTo>
                <a:lnTo>
                  <a:pt x="4381319" y="4008"/>
                </a:lnTo>
                <a:lnTo>
                  <a:pt x="436159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35928" y="102461"/>
            <a:ext cx="63944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85" dirty="0">
                <a:solidFill>
                  <a:srgbClr val="FFFFFF"/>
                </a:solidFill>
              </a:rPr>
              <a:t>Example</a:t>
            </a:r>
            <a:endParaRPr sz="1400"/>
          </a:p>
        </p:txBody>
      </p:sp>
      <p:sp>
        <p:nvSpPr>
          <p:cNvPr id="39" name="object 39"/>
          <p:cNvSpPr/>
          <p:nvPr/>
        </p:nvSpPr>
        <p:spPr>
          <a:xfrm>
            <a:off x="0" y="3346272"/>
            <a:ext cx="4608195" cy="109855"/>
          </a:xfrm>
          <a:custGeom>
            <a:avLst/>
            <a:gdLst/>
            <a:ahLst/>
            <a:cxnLst/>
            <a:rect l="l" t="t" r="r" b="b"/>
            <a:pathLst>
              <a:path w="4608195" h="109854">
                <a:moveTo>
                  <a:pt x="4607928" y="0"/>
                </a:moveTo>
                <a:lnTo>
                  <a:pt x="3071939" y="0"/>
                </a:lnTo>
                <a:lnTo>
                  <a:pt x="1535963" y="0"/>
                </a:lnTo>
                <a:lnTo>
                  <a:pt x="0" y="0"/>
                </a:lnTo>
                <a:lnTo>
                  <a:pt x="0" y="109728"/>
                </a:lnTo>
                <a:lnTo>
                  <a:pt x="1535963" y="109728"/>
                </a:lnTo>
                <a:lnTo>
                  <a:pt x="3071939" y="109728"/>
                </a:lnTo>
                <a:lnTo>
                  <a:pt x="4607928" y="109728"/>
                </a:lnTo>
                <a:lnTo>
                  <a:pt x="4607928" y="0"/>
                </a:lnTo>
                <a:close/>
              </a:path>
            </a:pathLst>
          </a:custGeom>
          <a:solidFill>
            <a:srgbClr val="1919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0" dirty="0"/>
              <a:t>Mod</a:t>
            </a:r>
            <a:r>
              <a:rPr spc="125" dirty="0"/>
              <a:t> </a:t>
            </a:r>
            <a:r>
              <a:rPr spc="10" dirty="0"/>
              <a:t>Ctrl</a:t>
            </a:r>
            <a:r>
              <a:rPr spc="130" dirty="0"/>
              <a:t> </a:t>
            </a:r>
            <a:r>
              <a:rPr spc="10" dirty="0"/>
              <a:t>Intro</a:t>
            </a:r>
            <a:r>
              <a:rPr spc="415" dirty="0"/>
              <a:t> </a:t>
            </a:r>
            <a:r>
              <a:rPr spc="50" dirty="0"/>
              <a:t>(w</a:t>
            </a:r>
            <a:r>
              <a:rPr spc="125" dirty="0"/>
              <a:t> </a:t>
            </a:r>
            <a:r>
              <a:rPr spc="10" dirty="0"/>
              <a:t>Matlab</a:t>
            </a:r>
            <a:r>
              <a:rPr spc="130" dirty="0"/>
              <a:t> </a:t>
            </a:r>
            <a:r>
              <a:rPr spc="125" dirty="0"/>
              <a:t>&amp;</a:t>
            </a:r>
            <a:r>
              <a:rPr spc="130" dirty="0"/>
              <a:t> </a:t>
            </a:r>
            <a:r>
              <a:rPr spc="-10" dirty="0"/>
              <a:t>Python)</a:t>
            </a:r>
          </a:p>
        </p:txBody>
      </p:sp>
      <p:sp>
        <p:nvSpPr>
          <p:cNvPr id="41" name="object 41"/>
          <p:cNvSpPr txBox="1"/>
          <p:nvPr/>
        </p:nvSpPr>
        <p:spPr>
          <a:xfrm>
            <a:off x="1665249" y="3338410"/>
            <a:ext cx="1277620" cy="1225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00" dirty="0">
                <a:solidFill>
                  <a:srgbClr val="BF447D"/>
                </a:solidFill>
                <a:latin typeface="Arial"/>
                <a:cs typeface="Arial"/>
                <a:hlinkClick r:id="rId2" action="ppaction://hlinksldjump"/>
              </a:rPr>
              <a:t>Observers</a:t>
            </a:r>
            <a:r>
              <a:rPr sz="600" spc="135" dirty="0">
                <a:solidFill>
                  <a:srgbClr val="BF447D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dirty="0">
                <a:solidFill>
                  <a:srgbClr val="BF447D"/>
                </a:solidFill>
                <a:latin typeface="Arial"/>
                <a:cs typeface="Arial"/>
                <a:hlinkClick r:id="rId2" action="ppaction://hlinksldjump"/>
              </a:rPr>
              <a:t>and</a:t>
            </a:r>
            <a:r>
              <a:rPr sz="600" spc="140" dirty="0">
                <a:solidFill>
                  <a:srgbClr val="BF447D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dirty="0">
                <a:solidFill>
                  <a:srgbClr val="BF447D"/>
                </a:solidFill>
                <a:latin typeface="Arial"/>
                <a:cs typeface="Arial"/>
                <a:hlinkClick r:id="rId2" action="ppaction://hlinksldjump"/>
              </a:rPr>
              <a:t>Observer</a:t>
            </a:r>
            <a:r>
              <a:rPr sz="600" spc="140" dirty="0">
                <a:solidFill>
                  <a:srgbClr val="BF447D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dirty="0">
                <a:solidFill>
                  <a:srgbClr val="BF447D"/>
                </a:solidFill>
                <a:latin typeface="Arial"/>
                <a:cs typeface="Arial"/>
                <a:hlinkClick r:id="rId2" action="ppaction://hlinksldjump"/>
              </a:rPr>
              <a:t>State</a:t>
            </a:r>
            <a:r>
              <a:rPr sz="600" spc="140" dirty="0">
                <a:solidFill>
                  <a:srgbClr val="BF447D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spc="30" dirty="0">
                <a:solidFill>
                  <a:srgbClr val="BF447D"/>
                </a:solidFill>
                <a:latin typeface="Arial"/>
                <a:cs typeface="Arial"/>
                <a:hlinkClick r:id="rId2" action="ppaction://hlinksldjump"/>
              </a:rPr>
              <a:t>FB</a:t>
            </a:r>
            <a:endParaRPr sz="600">
              <a:latin typeface="Arial"/>
              <a:cs typeface="Arial"/>
            </a:endParaRPr>
          </a:p>
        </p:txBody>
      </p:sp>
      <p:sp>
        <p:nvSpPr>
          <p:cNvPr id="42" name="object 4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r>
              <a:rPr dirty="0"/>
              <a:t>22</a:t>
            </a:r>
            <a:r>
              <a:rPr spc="-40" dirty="0"/>
              <a:t> </a:t>
            </a:r>
            <a:r>
              <a:rPr spc="185" dirty="0"/>
              <a:t>/</a:t>
            </a:r>
            <a:r>
              <a:rPr spc="-40" dirty="0"/>
              <a:t> </a:t>
            </a:r>
            <a:r>
              <a:rPr spc="-25" dirty="0"/>
              <a:t>27</a:t>
            </a:r>
          </a:p>
        </p:txBody>
      </p:sp>
      <p:sp>
        <p:nvSpPr>
          <p:cNvPr id="43" name="object 13">
            <a:extLst>
              <a:ext uri="{FF2B5EF4-FFF2-40B4-BE49-F238E27FC236}">
                <a16:creationId xmlns:a16="http://schemas.microsoft.com/office/drawing/2014/main" id="{8B964864-3A3F-6D99-96A5-F5C1B12647AC}"/>
              </a:ext>
            </a:extLst>
          </p:cNvPr>
          <p:cNvSpPr txBox="1"/>
          <p:nvPr/>
        </p:nvSpPr>
        <p:spPr>
          <a:xfrm>
            <a:off x="124104" y="994901"/>
            <a:ext cx="4359910" cy="3712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>
              <a:lnSpc>
                <a:spcPts val="1390"/>
              </a:lnSpc>
            </a:pPr>
            <a:r>
              <a:rPr sz="1200" i="1" dirty="0">
                <a:solidFill>
                  <a:schemeClr val="bg1"/>
                </a:solidFill>
                <a:latin typeface="Arial"/>
                <a:cs typeface="Arial"/>
              </a:rPr>
              <a:t>y</a:t>
            </a:r>
            <a:r>
              <a:rPr sz="1200" i="1" spc="-3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200" spc="55" dirty="0">
                <a:solidFill>
                  <a:schemeClr val="bg1"/>
                </a:solidFill>
                <a:latin typeface="Arial"/>
                <a:cs typeface="Arial"/>
              </a:rPr>
              <a:t>(</a:t>
            </a:r>
            <a:r>
              <a:rPr sz="1200" i="1" spc="55" dirty="0">
                <a:solidFill>
                  <a:schemeClr val="bg1"/>
                </a:solidFill>
                <a:latin typeface="Arial"/>
                <a:cs typeface="Arial"/>
              </a:rPr>
              <a:t>k</a:t>
            </a:r>
            <a:r>
              <a:rPr sz="1200" spc="55" dirty="0">
                <a:solidFill>
                  <a:schemeClr val="bg1"/>
                </a:solidFill>
                <a:latin typeface="Arial"/>
                <a:cs typeface="Arial"/>
              </a:rPr>
              <a:t>)</a:t>
            </a:r>
            <a:r>
              <a:rPr sz="1200" spc="-3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200" spc="200" dirty="0">
                <a:solidFill>
                  <a:schemeClr val="bg1"/>
                </a:solidFill>
                <a:latin typeface="Arial"/>
                <a:cs typeface="Arial"/>
              </a:rPr>
              <a:t>=</a:t>
            </a:r>
            <a:r>
              <a:rPr sz="1200" spc="-3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200" i="1" dirty="0">
                <a:solidFill>
                  <a:schemeClr val="bg1"/>
                </a:solidFill>
                <a:latin typeface="Arial"/>
                <a:cs typeface="Arial"/>
              </a:rPr>
              <a:t>x</a:t>
            </a:r>
            <a:r>
              <a:rPr sz="1200" baseline="-13888" dirty="0">
                <a:solidFill>
                  <a:schemeClr val="bg1"/>
                </a:solidFill>
                <a:latin typeface="Arial"/>
                <a:cs typeface="Arial"/>
              </a:rPr>
              <a:t>1</a:t>
            </a:r>
            <a:r>
              <a:rPr sz="1200" dirty="0">
                <a:solidFill>
                  <a:schemeClr val="bg1"/>
                </a:solidFill>
                <a:latin typeface="Arial"/>
                <a:cs typeface="Arial"/>
              </a:rPr>
              <a:t>(</a:t>
            </a:r>
            <a:r>
              <a:rPr sz="1200" i="1" dirty="0">
                <a:solidFill>
                  <a:schemeClr val="bg1"/>
                </a:solidFill>
                <a:latin typeface="Arial"/>
                <a:cs typeface="Arial"/>
              </a:rPr>
              <a:t>k</a:t>
            </a:r>
            <a:r>
              <a:rPr sz="1200" dirty="0">
                <a:solidFill>
                  <a:schemeClr val="bg1"/>
                </a:solidFill>
                <a:latin typeface="Arial"/>
                <a:cs typeface="Arial"/>
              </a:rPr>
              <a:t>).</a:t>
            </a:r>
            <a:r>
              <a:rPr sz="1200" spc="15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200" spc="-70" dirty="0">
                <a:solidFill>
                  <a:schemeClr val="bg1"/>
                </a:solidFill>
                <a:latin typeface="Arial"/>
                <a:cs typeface="Arial"/>
              </a:rPr>
              <a:t>Place</a:t>
            </a:r>
            <a:r>
              <a:rPr sz="1200" spc="2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chemeClr val="bg1"/>
                </a:solidFill>
                <a:latin typeface="Arial"/>
                <a:cs typeface="Arial"/>
              </a:rPr>
              <a:t>all</a:t>
            </a:r>
            <a:r>
              <a:rPr sz="1200" spc="2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200" spc="-90" dirty="0">
                <a:solidFill>
                  <a:schemeClr val="bg1"/>
                </a:solidFill>
                <a:latin typeface="Arial"/>
                <a:cs typeface="Arial"/>
              </a:rPr>
              <a:t>eigenvalues</a:t>
            </a:r>
            <a:r>
              <a:rPr sz="1200" spc="3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chemeClr val="bg1"/>
                </a:solidFill>
                <a:latin typeface="Arial"/>
                <a:cs typeface="Arial"/>
              </a:rPr>
              <a:t>of</a:t>
            </a:r>
            <a:r>
              <a:rPr sz="1200" spc="2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200" spc="-45" dirty="0">
                <a:solidFill>
                  <a:schemeClr val="bg1"/>
                </a:solidFill>
                <a:latin typeface="Arial"/>
                <a:cs typeface="Arial"/>
              </a:rPr>
              <a:t>an</a:t>
            </a:r>
            <a:r>
              <a:rPr sz="1200" spc="2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200" b="1" spc="-45" dirty="0">
                <a:solidFill>
                  <a:schemeClr val="bg1"/>
                </a:solidFill>
                <a:latin typeface="Arial"/>
                <a:cs typeface="Arial"/>
              </a:rPr>
              <a:t>observer</a:t>
            </a:r>
            <a:r>
              <a:rPr sz="1200" b="1" spc="8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chemeClr val="bg1"/>
                </a:solidFill>
                <a:latin typeface="Arial"/>
                <a:cs typeface="Arial"/>
              </a:rPr>
              <a:t>with</a:t>
            </a:r>
            <a:r>
              <a:rPr sz="1200" b="1" spc="7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200" b="1" spc="-10" dirty="0">
                <a:solidFill>
                  <a:schemeClr val="bg1"/>
                </a:solidFill>
                <a:latin typeface="Arial"/>
                <a:cs typeface="Arial"/>
              </a:rPr>
              <a:t>predictor</a:t>
            </a:r>
            <a:endParaRPr sz="1200" dirty="0">
              <a:solidFill>
                <a:schemeClr val="bg1"/>
              </a:solidFill>
              <a:latin typeface="Arial"/>
              <a:cs typeface="Arial"/>
            </a:endParaRPr>
          </a:p>
          <a:p>
            <a:pPr marL="50800">
              <a:lnSpc>
                <a:spcPts val="1395"/>
              </a:lnSpc>
            </a:pPr>
            <a:r>
              <a:rPr sz="1200" dirty="0">
                <a:solidFill>
                  <a:schemeClr val="bg1"/>
                </a:solidFill>
                <a:latin typeface="Arial"/>
                <a:cs typeface="Arial"/>
              </a:rPr>
              <a:t>at</a:t>
            </a:r>
            <a:r>
              <a:rPr sz="1200" spc="-2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chemeClr val="bg1"/>
                </a:solidFill>
                <a:latin typeface="Arial"/>
                <a:cs typeface="Arial"/>
              </a:rPr>
              <a:t>the</a:t>
            </a:r>
            <a:r>
              <a:rPr sz="1200" spc="-2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chemeClr val="bg1"/>
                </a:solidFill>
                <a:latin typeface="Arial"/>
                <a:cs typeface="Arial"/>
              </a:rPr>
              <a:t>origin.</a:t>
            </a:r>
            <a:endParaRPr sz="1200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44" name="object 34">
            <a:extLst>
              <a:ext uri="{FF2B5EF4-FFF2-40B4-BE49-F238E27FC236}">
                <a16:creationId xmlns:a16="http://schemas.microsoft.com/office/drawing/2014/main" id="{866AE151-36AC-FB0C-56F4-8C0BA3AC81C5}"/>
              </a:ext>
            </a:extLst>
          </p:cNvPr>
          <p:cNvSpPr txBox="1"/>
          <p:nvPr/>
        </p:nvSpPr>
        <p:spPr>
          <a:xfrm>
            <a:off x="110528" y="2629596"/>
            <a:ext cx="3997960" cy="5746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200" spc="-50" dirty="0">
                <a:solidFill>
                  <a:schemeClr val="bg1"/>
                </a:solidFill>
                <a:latin typeface="Arial"/>
                <a:cs typeface="Arial"/>
              </a:rPr>
              <a:t>det</a:t>
            </a:r>
            <a:r>
              <a:rPr sz="1200" spc="-13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chemeClr val="bg1"/>
                </a:solidFill>
                <a:latin typeface="Arial"/>
                <a:cs typeface="Arial"/>
              </a:rPr>
              <a:t>(</a:t>
            </a:r>
            <a:r>
              <a:rPr sz="1200" i="1" dirty="0">
                <a:solidFill>
                  <a:schemeClr val="bg1"/>
                </a:solidFill>
                <a:latin typeface="Arial"/>
                <a:cs typeface="Arial"/>
              </a:rPr>
              <a:t>A</a:t>
            </a:r>
            <a:r>
              <a:rPr sz="1200" i="1" spc="-6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200" i="1" spc="200" dirty="0">
                <a:solidFill>
                  <a:schemeClr val="bg1"/>
                </a:solidFill>
                <a:latin typeface="Menlo"/>
                <a:cs typeface="Menlo"/>
              </a:rPr>
              <a:t>−</a:t>
            </a:r>
            <a:r>
              <a:rPr sz="1200" i="1" spc="-450" dirty="0">
                <a:solidFill>
                  <a:schemeClr val="bg1"/>
                </a:solidFill>
                <a:latin typeface="Menlo"/>
                <a:cs typeface="Menlo"/>
              </a:rPr>
              <a:t> </a:t>
            </a:r>
            <a:r>
              <a:rPr sz="1200" i="1" spc="-65" dirty="0">
                <a:solidFill>
                  <a:schemeClr val="bg1"/>
                </a:solidFill>
                <a:latin typeface="Arial"/>
                <a:cs typeface="Arial"/>
              </a:rPr>
              <a:t>LCA </a:t>
            </a:r>
            <a:r>
              <a:rPr sz="1200" i="1" spc="200" dirty="0">
                <a:solidFill>
                  <a:schemeClr val="bg1"/>
                </a:solidFill>
                <a:latin typeface="Menlo"/>
                <a:cs typeface="Menlo"/>
              </a:rPr>
              <a:t>−</a:t>
            </a:r>
            <a:r>
              <a:rPr sz="1200" i="1" spc="-450" dirty="0">
                <a:solidFill>
                  <a:schemeClr val="bg1"/>
                </a:solidFill>
                <a:latin typeface="Menlo"/>
                <a:cs typeface="Menlo"/>
              </a:rPr>
              <a:t> </a:t>
            </a:r>
            <a:r>
              <a:rPr sz="1200" i="1" spc="65" dirty="0">
                <a:solidFill>
                  <a:schemeClr val="bg1"/>
                </a:solidFill>
                <a:latin typeface="Times New Roman"/>
                <a:cs typeface="Times New Roman"/>
              </a:rPr>
              <a:t>λ</a:t>
            </a:r>
            <a:r>
              <a:rPr sz="1200" i="1" spc="65" dirty="0">
                <a:solidFill>
                  <a:schemeClr val="bg1"/>
                </a:solidFill>
                <a:latin typeface="Arial"/>
                <a:cs typeface="Arial"/>
              </a:rPr>
              <a:t>I</a:t>
            </a:r>
            <a:r>
              <a:rPr sz="1200" i="1" spc="-17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200" spc="50" dirty="0">
                <a:solidFill>
                  <a:schemeClr val="bg1"/>
                </a:solidFill>
                <a:latin typeface="Arial"/>
                <a:cs typeface="Arial"/>
              </a:rPr>
              <a:t>)</a:t>
            </a:r>
            <a:r>
              <a:rPr sz="120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200" spc="200" dirty="0">
                <a:solidFill>
                  <a:schemeClr val="bg1"/>
                </a:solidFill>
                <a:latin typeface="Arial"/>
                <a:cs typeface="Arial"/>
              </a:rPr>
              <a:t>=</a:t>
            </a:r>
            <a:r>
              <a:rPr sz="1200" spc="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chemeClr val="bg1"/>
                </a:solidFill>
                <a:latin typeface="Arial"/>
                <a:cs typeface="Arial"/>
              </a:rPr>
              <a:t>((</a:t>
            </a:r>
            <a:r>
              <a:rPr sz="1200" i="1" dirty="0">
                <a:solidFill>
                  <a:schemeClr val="bg1"/>
                </a:solidFill>
                <a:latin typeface="Arial"/>
                <a:cs typeface="Arial"/>
              </a:rPr>
              <a:t>l</a:t>
            </a:r>
            <a:r>
              <a:rPr sz="1200" baseline="-13888" dirty="0">
                <a:solidFill>
                  <a:schemeClr val="bg1"/>
                </a:solidFill>
                <a:latin typeface="Arial"/>
                <a:cs typeface="Arial"/>
              </a:rPr>
              <a:t>1</a:t>
            </a:r>
            <a:r>
              <a:rPr sz="1200" spc="150" baseline="-13888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200" i="1" spc="200" dirty="0">
                <a:solidFill>
                  <a:schemeClr val="bg1"/>
                </a:solidFill>
                <a:latin typeface="Menlo"/>
                <a:cs typeface="Menlo"/>
              </a:rPr>
              <a:t>−</a:t>
            </a:r>
            <a:r>
              <a:rPr sz="1200" i="1" spc="-450" dirty="0">
                <a:solidFill>
                  <a:schemeClr val="bg1"/>
                </a:solidFill>
                <a:latin typeface="Menlo"/>
                <a:cs typeface="Menlo"/>
              </a:rPr>
              <a:t> </a:t>
            </a:r>
            <a:r>
              <a:rPr sz="1200" spc="-20" dirty="0">
                <a:solidFill>
                  <a:schemeClr val="bg1"/>
                </a:solidFill>
                <a:latin typeface="Arial"/>
                <a:cs typeface="Arial"/>
              </a:rPr>
              <a:t>1)</a:t>
            </a:r>
            <a:r>
              <a:rPr sz="1200" spc="-13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200" i="1" spc="-20" dirty="0">
                <a:solidFill>
                  <a:schemeClr val="bg1"/>
                </a:solidFill>
                <a:latin typeface="Arial"/>
                <a:cs typeface="Arial"/>
              </a:rPr>
              <a:t>a</a:t>
            </a:r>
            <a:r>
              <a:rPr sz="1200" spc="-30" baseline="-13888" dirty="0">
                <a:solidFill>
                  <a:schemeClr val="bg1"/>
                </a:solidFill>
                <a:latin typeface="Arial"/>
                <a:cs typeface="Arial"/>
              </a:rPr>
              <a:t>2</a:t>
            </a:r>
            <a:r>
              <a:rPr sz="1200" spc="142" baseline="-13888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200" i="1" spc="200" dirty="0">
                <a:solidFill>
                  <a:schemeClr val="bg1"/>
                </a:solidFill>
                <a:latin typeface="Menlo"/>
                <a:cs typeface="Menlo"/>
              </a:rPr>
              <a:t>−</a:t>
            </a:r>
            <a:r>
              <a:rPr sz="1200" i="1" spc="-450" dirty="0">
                <a:solidFill>
                  <a:schemeClr val="bg1"/>
                </a:solidFill>
                <a:latin typeface="Menlo"/>
                <a:cs typeface="Menlo"/>
              </a:rPr>
              <a:t> </a:t>
            </a:r>
            <a:r>
              <a:rPr sz="1200" i="1" spc="100" dirty="0">
                <a:solidFill>
                  <a:schemeClr val="bg1"/>
                </a:solidFill>
                <a:latin typeface="Times New Roman"/>
                <a:cs typeface="Times New Roman"/>
              </a:rPr>
              <a:t>λ</a:t>
            </a:r>
            <a:r>
              <a:rPr sz="1200" spc="100" dirty="0">
                <a:solidFill>
                  <a:schemeClr val="bg1"/>
                </a:solidFill>
                <a:latin typeface="Arial"/>
                <a:cs typeface="Arial"/>
              </a:rPr>
              <a:t>)</a:t>
            </a:r>
            <a:r>
              <a:rPr sz="1200" spc="-13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chemeClr val="bg1"/>
                </a:solidFill>
                <a:latin typeface="Arial"/>
                <a:cs typeface="Arial"/>
              </a:rPr>
              <a:t>(</a:t>
            </a:r>
            <a:r>
              <a:rPr sz="1200" i="1" dirty="0">
                <a:solidFill>
                  <a:schemeClr val="bg1"/>
                </a:solidFill>
                <a:latin typeface="Arial"/>
                <a:cs typeface="Arial"/>
              </a:rPr>
              <a:t>l</a:t>
            </a:r>
            <a:r>
              <a:rPr sz="1200" baseline="-13888" dirty="0">
                <a:solidFill>
                  <a:schemeClr val="bg1"/>
                </a:solidFill>
                <a:latin typeface="Arial"/>
                <a:cs typeface="Arial"/>
              </a:rPr>
              <a:t>2</a:t>
            </a:r>
            <a:r>
              <a:rPr sz="1200" spc="150" baseline="-13888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200" spc="200" dirty="0">
                <a:solidFill>
                  <a:schemeClr val="bg1"/>
                </a:solidFill>
                <a:latin typeface="Arial"/>
                <a:cs typeface="Arial"/>
              </a:rPr>
              <a:t>+</a:t>
            </a:r>
            <a:r>
              <a:rPr sz="1200" spc="-6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200" i="1" spc="100" dirty="0">
                <a:solidFill>
                  <a:schemeClr val="bg1"/>
                </a:solidFill>
                <a:latin typeface="Times New Roman"/>
                <a:cs typeface="Times New Roman"/>
              </a:rPr>
              <a:t>λ</a:t>
            </a:r>
            <a:r>
              <a:rPr sz="1200" spc="100" dirty="0">
                <a:solidFill>
                  <a:schemeClr val="bg1"/>
                </a:solidFill>
                <a:latin typeface="Arial"/>
                <a:cs typeface="Arial"/>
              </a:rPr>
              <a:t>)</a:t>
            </a:r>
            <a:r>
              <a:rPr sz="1200" spc="-13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200" i="1" spc="155" dirty="0">
                <a:solidFill>
                  <a:schemeClr val="bg1"/>
                </a:solidFill>
                <a:latin typeface="Times New Roman"/>
                <a:cs typeface="Times New Roman"/>
              </a:rPr>
              <a:t>λ</a:t>
            </a:r>
            <a:r>
              <a:rPr sz="1200" i="1" spc="-25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1200" spc="150" dirty="0">
                <a:solidFill>
                  <a:schemeClr val="bg1"/>
                </a:solidFill>
                <a:latin typeface="Arial"/>
                <a:cs typeface="Arial"/>
              </a:rPr>
              <a:t>+</a:t>
            </a:r>
            <a:endParaRPr sz="1200">
              <a:solidFill>
                <a:schemeClr val="bg1"/>
              </a:solidFill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5"/>
              </a:spcBef>
            </a:pPr>
            <a:r>
              <a:rPr sz="1200" spc="-20" dirty="0">
                <a:solidFill>
                  <a:schemeClr val="bg1"/>
                </a:solidFill>
                <a:latin typeface="Arial"/>
                <a:cs typeface="Arial"/>
              </a:rPr>
              <a:t>(1</a:t>
            </a:r>
            <a:r>
              <a:rPr sz="1200" spc="-6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200" i="1" spc="200" dirty="0">
                <a:solidFill>
                  <a:schemeClr val="bg1"/>
                </a:solidFill>
                <a:latin typeface="Menlo"/>
                <a:cs typeface="Menlo"/>
              </a:rPr>
              <a:t>−</a:t>
            </a:r>
            <a:r>
              <a:rPr sz="1200" i="1" spc="-455" dirty="0">
                <a:solidFill>
                  <a:schemeClr val="bg1"/>
                </a:solidFill>
                <a:latin typeface="Menlo"/>
                <a:cs typeface="Menlo"/>
              </a:rPr>
              <a:t> </a:t>
            </a:r>
            <a:r>
              <a:rPr sz="1200" i="1" dirty="0">
                <a:solidFill>
                  <a:schemeClr val="bg1"/>
                </a:solidFill>
                <a:latin typeface="Arial"/>
                <a:cs typeface="Arial"/>
              </a:rPr>
              <a:t>l</a:t>
            </a:r>
            <a:r>
              <a:rPr sz="1200" baseline="-13888" dirty="0">
                <a:solidFill>
                  <a:schemeClr val="bg1"/>
                </a:solidFill>
                <a:latin typeface="Arial"/>
                <a:cs typeface="Arial"/>
              </a:rPr>
              <a:t>1</a:t>
            </a:r>
            <a:r>
              <a:rPr sz="1200" dirty="0">
                <a:solidFill>
                  <a:schemeClr val="bg1"/>
                </a:solidFill>
                <a:latin typeface="Arial"/>
                <a:cs typeface="Arial"/>
              </a:rPr>
              <a:t>)</a:t>
            </a:r>
            <a:r>
              <a:rPr sz="1200" spc="-13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chemeClr val="bg1"/>
                </a:solidFill>
                <a:latin typeface="Arial"/>
                <a:cs typeface="Arial"/>
              </a:rPr>
              <a:t>(</a:t>
            </a:r>
            <a:r>
              <a:rPr sz="1200" i="1" dirty="0">
                <a:solidFill>
                  <a:schemeClr val="bg1"/>
                </a:solidFill>
                <a:latin typeface="Arial"/>
                <a:cs typeface="Arial"/>
              </a:rPr>
              <a:t>l</a:t>
            </a:r>
            <a:r>
              <a:rPr sz="1200" baseline="-13888" dirty="0">
                <a:solidFill>
                  <a:schemeClr val="bg1"/>
                </a:solidFill>
                <a:latin typeface="Arial"/>
                <a:cs typeface="Arial"/>
              </a:rPr>
              <a:t>3</a:t>
            </a:r>
            <a:r>
              <a:rPr sz="1200" i="1" dirty="0">
                <a:solidFill>
                  <a:schemeClr val="bg1"/>
                </a:solidFill>
                <a:latin typeface="Arial"/>
                <a:cs typeface="Arial"/>
              </a:rPr>
              <a:t>a</a:t>
            </a:r>
            <a:r>
              <a:rPr sz="1200" i="1" baseline="-13888" dirty="0">
                <a:solidFill>
                  <a:schemeClr val="bg1"/>
                </a:solidFill>
                <a:latin typeface="Arial"/>
                <a:cs typeface="Arial"/>
              </a:rPr>
              <a:t>a</a:t>
            </a:r>
            <a:r>
              <a:rPr sz="1200" i="1" spc="157" baseline="-13888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200" i="1" spc="200" dirty="0">
                <a:solidFill>
                  <a:schemeClr val="bg1"/>
                </a:solidFill>
                <a:latin typeface="Menlo"/>
                <a:cs typeface="Menlo"/>
              </a:rPr>
              <a:t>−</a:t>
            </a:r>
            <a:r>
              <a:rPr sz="1200" i="1" spc="-455" dirty="0">
                <a:solidFill>
                  <a:schemeClr val="bg1"/>
                </a:solidFill>
                <a:latin typeface="Menlo"/>
                <a:cs typeface="Menlo"/>
              </a:rPr>
              <a:t> </a:t>
            </a:r>
            <a:r>
              <a:rPr sz="1200" i="1" spc="-20" dirty="0">
                <a:solidFill>
                  <a:schemeClr val="bg1"/>
                </a:solidFill>
                <a:latin typeface="Arial"/>
                <a:cs typeface="Arial"/>
              </a:rPr>
              <a:t>a</a:t>
            </a:r>
            <a:r>
              <a:rPr sz="1200" spc="-30" baseline="-13888" dirty="0">
                <a:solidFill>
                  <a:schemeClr val="bg1"/>
                </a:solidFill>
                <a:latin typeface="Arial"/>
                <a:cs typeface="Arial"/>
              </a:rPr>
              <a:t>0</a:t>
            </a:r>
            <a:r>
              <a:rPr sz="1200" spc="-20" dirty="0">
                <a:solidFill>
                  <a:schemeClr val="bg1"/>
                </a:solidFill>
                <a:latin typeface="Arial"/>
                <a:cs typeface="Arial"/>
              </a:rPr>
              <a:t>)</a:t>
            </a:r>
            <a:r>
              <a:rPr sz="1200" spc="-6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200" spc="200" dirty="0">
                <a:solidFill>
                  <a:schemeClr val="bg1"/>
                </a:solidFill>
                <a:latin typeface="Arial"/>
                <a:cs typeface="Arial"/>
              </a:rPr>
              <a:t>+</a:t>
            </a:r>
            <a:r>
              <a:rPr sz="1200" spc="-6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200" i="1" dirty="0">
                <a:solidFill>
                  <a:schemeClr val="bg1"/>
                </a:solidFill>
                <a:latin typeface="Arial"/>
                <a:cs typeface="Arial"/>
              </a:rPr>
              <a:t>l</a:t>
            </a:r>
            <a:r>
              <a:rPr sz="1200" baseline="-13888" dirty="0">
                <a:solidFill>
                  <a:schemeClr val="bg1"/>
                </a:solidFill>
                <a:latin typeface="Arial"/>
                <a:cs typeface="Arial"/>
              </a:rPr>
              <a:t>3</a:t>
            </a:r>
            <a:r>
              <a:rPr sz="1200" spc="52" baseline="-13888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chemeClr val="bg1"/>
                </a:solidFill>
                <a:latin typeface="Arial"/>
                <a:cs typeface="Arial"/>
              </a:rPr>
              <a:t>((</a:t>
            </a:r>
            <a:r>
              <a:rPr sz="1200" i="1" dirty="0">
                <a:solidFill>
                  <a:schemeClr val="bg1"/>
                </a:solidFill>
                <a:latin typeface="Arial"/>
                <a:cs typeface="Arial"/>
              </a:rPr>
              <a:t>l</a:t>
            </a:r>
            <a:r>
              <a:rPr sz="1200" baseline="-13888" dirty="0">
                <a:solidFill>
                  <a:schemeClr val="bg1"/>
                </a:solidFill>
                <a:latin typeface="Arial"/>
                <a:cs typeface="Arial"/>
              </a:rPr>
              <a:t>1</a:t>
            </a:r>
            <a:r>
              <a:rPr sz="1200" spc="142" baseline="-13888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200" i="1" spc="200" dirty="0">
                <a:solidFill>
                  <a:schemeClr val="bg1"/>
                </a:solidFill>
                <a:latin typeface="Menlo"/>
                <a:cs typeface="Menlo"/>
              </a:rPr>
              <a:t>−</a:t>
            </a:r>
            <a:r>
              <a:rPr sz="1200" i="1" spc="-455" dirty="0">
                <a:solidFill>
                  <a:schemeClr val="bg1"/>
                </a:solidFill>
                <a:latin typeface="Menlo"/>
                <a:cs typeface="Menlo"/>
              </a:rPr>
              <a:t> </a:t>
            </a:r>
            <a:r>
              <a:rPr sz="1200" spc="-20" dirty="0">
                <a:solidFill>
                  <a:schemeClr val="bg1"/>
                </a:solidFill>
                <a:latin typeface="Arial"/>
                <a:cs typeface="Arial"/>
              </a:rPr>
              <a:t>1)</a:t>
            </a:r>
            <a:r>
              <a:rPr sz="1200" spc="-13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200" i="1" spc="-20" dirty="0">
                <a:solidFill>
                  <a:schemeClr val="bg1"/>
                </a:solidFill>
                <a:latin typeface="Arial"/>
                <a:cs typeface="Arial"/>
              </a:rPr>
              <a:t>a</a:t>
            </a:r>
            <a:r>
              <a:rPr sz="1200" spc="-30" baseline="-13888" dirty="0">
                <a:solidFill>
                  <a:schemeClr val="bg1"/>
                </a:solidFill>
                <a:latin typeface="Arial"/>
                <a:cs typeface="Arial"/>
              </a:rPr>
              <a:t>2</a:t>
            </a:r>
            <a:r>
              <a:rPr sz="1200" spc="142" baseline="-13888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200" i="1" spc="200" dirty="0">
                <a:solidFill>
                  <a:schemeClr val="bg1"/>
                </a:solidFill>
                <a:latin typeface="Menlo"/>
                <a:cs typeface="Menlo"/>
              </a:rPr>
              <a:t>−</a:t>
            </a:r>
            <a:r>
              <a:rPr sz="1200" i="1" spc="-455" dirty="0">
                <a:solidFill>
                  <a:schemeClr val="bg1"/>
                </a:solidFill>
                <a:latin typeface="Menlo"/>
                <a:cs typeface="Menlo"/>
              </a:rPr>
              <a:t> </a:t>
            </a:r>
            <a:r>
              <a:rPr sz="1200" i="1" spc="100" dirty="0">
                <a:solidFill>
                  <a:schemeClr val="bg1"/>
                </a:solidFill>
                <a:latin typeface="Times New Roman"/>
                <a:cs typeface="Times New Roman"/>
              </a:rPr>
              <a:t>λ</a:t>
            </a:r>
            <a:r>
              <a:rPr sz="1200" spc="100" dirty="0">
                <a:solidFill>
                  <a:schemeClr val="bg1"/>
                </a:solidFill>
                <a:latin typeface="Arial"/>
                <a:cs typeface="Arial"/>
              </a:rPr>
              <a:t>)</a:t>
            </a:r>
            <a:r>
              <a:rPr sz="1200" spc="-6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200" spc="200" dirty="0">
                <a:solidFill>
                  <a:schemeClr val="bg1"/>
                </a:solidFill>
                <a:latin typeface="Arial"/>
                <a:cs typeface="Arial"/>
              </a:rPr>
              <a:t>+</a:t>
            </a:r>
            <a:r>
              <a:rPr sz="1200" spc="-6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200" i="1" spc="155" dirty="0">
                <a:solidFill>
                  <a:schemeClr val="bg1"/>
                </a:solidFill>
                <a:latin typeface="Times New Roman"/>
                <a:cs typeface="Times New Roman"/>
              </a:rPr>
              <a:t>λ</a:t>
            </a:r>
            <a:r>
              <a:rPr sz="1200" i="1" spc="-1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sz="1200" spc="-20" dirty="0">
                <a:solidFill>
                  <a:schemeClr val="bg1"/>
                </a:solidFill>
                <a:latin typeface="Arial"/>
                <a:cs typeface="Arial"/>
              </a:rPr>
              <a:t>(1</a:t>
            </a:r>
            <a:r>
              <a:rPr sz="1200" spc="-6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200" i="1" spc="200" dirty="0">
                <a:solidFill>
                  <a:schemeClr val="bg1"/>
                </a:solidFill>
                <a:latin typeface="Menlo"/>
                <a:cs typeface="Menlo"/>
              </a:rPr>
              <a:t>−</a:t>
            </a:r>
            <a:r>
              <a:rPr sz="1200" i="1" spc="-455" dirty="0">
                <a:solidFill>
                  <a:schemeClr val="bg1"/>
                </a:solidFill>
                <a:latin typeface="Menlo"/>
                <a:cs typeface="Menlo"/>
              </a:rPr>
              <a:t> </a:t>
            </a:r>
            <a:r>
              <a:rPr sz="1200" i="1" dirty="0">
                <a:solidFill>
                  <a:schemeClr val="bg1"/>
                </a:solidFill>
                <a:latin typeface="Arial"/>
                <a:cs typeface="Arial"/>
              </a:rPr>
              <a:t>l</a:t>
            </a:r>
            <a:r>
              <a:rPr sz="1200" baseline="-13888" dirty="0">
                <a:solidFill>
                  <a:schemeClr val="bg1"/>
                </a:solidFill>
                <a:latin typeface="Arial"/>
                <a:cs typeface="Arial"/>
              </a:rPr>
              <a:t>1</a:t>
            </a:r>
            <a:r>
              <a:rPr sz="1200" dirty="0">
                <a:solidFill>
                  <a:schemeClr val="bg1"/>
                </a:solidFill>
                <a:latin typeface="Arial"/>
                <a:cs typeface="Arial"/>
              </a:rPr>
              <a:t>)</a:t>
            </a:r>
            <a:r>
              <a:rPr sz="1200" spc="-13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chemeClr val="bg1"/>
                </a:solidFill>
                <a:latin typeface="Arial"/>
                <a:cs typeface="Arial"/>
              </a:rPr>
              <a:t>(</a:t>
            </a:r>
            <a:r>
              <a:rPr sz="1200" i="1" dirty="0">
                <a:solidFill>
                  <a:schemeClr val="bg1"/>
                </a:solidFill>
                <a:latin typeface="Arial"/>
                <a:cs typeface="Arial"/>
              </a:rPr>
              <a:t>l</a:t>
            </a:r>
            <a:r>
              <a:rPr sz="1200" baseline="-13888" dirty="0">
                <a:solidFill>
                  <a:schemeClr val="bg1"/>
                </a:solidFill>
                <a:latin typeface="Arial"/>
                <a:cs typeface="Arial"/>
              </a:rPr>
              <a:t>2</a:t>
            </a:r>
            <a:r>
              <a:rPr sz="1200" i="1" dirty="0">
                <a:solidFill>
                  <a:schemeClr val="bg1"/>
                </a:solidFill>
                <a:latin typeface="Arial"/>
                <a:cs typeface="Arial"/>
              </a:rPr>
              <a:t>a</a:t>
            </a:r>
            <a:r>
              <a:rPr sz="1200" baseline="-13888" dirty="0">
                <a:solidFill>
                  <a:schemeClr val="bg1"/>
                </a:solidFill>
                <a:latin typeface="Arial"/>
                <a:cs typeface="Arial"/>
              </a:rPr>
              <a:t>2</a:t>
            </a:r>
            <a:r>
              <a:rPr sz="1200" spc="142" baseline="-13888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200" i="1" spc="200" dirty="0">
                <a:solidFill>
                  <a:schemeClr val="bg1"/>
                </a:solidFill>
                <a:latin typeface="Menlo"/>
                <a:cs typeface="Menlo"/>
              </a:rPr>
              <a:t>−</a:t>
            </a:r>
            <a:r>
              <a:rPr sz="1200" i="1" spc="-455" dirty="0">
                <a:solidFill>
                  <a:schemeClr val="bg1"/>
                </a:solidFill>
                <a:latin typeface="Menlo"/>
                <a:cs typeface="Menlo"/>
              </a:rPr>
              <a:t> </a:t>
            </a:r>
            <a:r>
              <a:rPr sz="1200" i="1" spc="-25" dirty="0">
                <a:solidFill>
                  <a:schemeClr val="bg1"/>
                </a:solidFill>
                <a:latin typeface="Arial"/>
                <a:cs typeface="Arial"/>
              </a:rPr>
              <a:t>a</a:t>
            </a:r>
            <a:r>
              <a:rPr sz="1200" spc="-37" baseline="-13888" dirty="0">
                <a:solidFill>
                  <a:schemeClr val="bg1"/>
                </a:solidFill>
                <a:latin typeface="Arial"/>
                <a:cs typeface="Arial"/>
              </a:rPr>
              <a:t>1</a:t>
            </a:r>
            <a:r>
              <a:rPr sz="1200" spc="-25" dirty="0">
                <a:solidFill>
                  <a:schemeClr val="bg1"/>
                </a:solidFill>
                <a:latin typeface="Arial"/>
                <a:cs typeface="Arial"/>
              </a:rPr>
              <a:t>)</a:t>
            </a:r>
            <a:endParaRPr sz="1200">
              <a:solidFill>
                <a:schemeClr val="bg1"/>
              </a:solidFill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5"/>
              </a:spcBef>
            </a:pPr>
            <a:r>
              <a:rPr sz="1200" spc="-20" dirty="0">
                <a:solidFill>
                  <a:schemeClr val="bg1"/>
                </a:solidFill>
                <a:latin typeface="Arial"/>
                <a:cs typeface="Arial"/>
              </a:rPr>
              <a:t>roots</a:t>
            </a:r>
            <a:r>
              <a:rPr sz="1200" spc="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200" spc="-30" dirty="0">
                <a:solidFill>
                  <a:schemeClr val="bg1"/>
                </a:solidFill>
                <a:latin typeface="Arial"/>
                <a:cs typeface="Arial"/>
              </a:rPr>
              <a:t>must</a:t>
            </a:r>
            <a:r>
              <a:rPr sz="1200" spc="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200" spc="-50" dirty="0">
                <a:solidFill>
                  <a:schemeClr val="bg1"/>
                </a:solidFill>
                <a:latin typeface="Arial"/>
                <a:cs typeface="Arial"/>
              </a:rPr>
              <a:t>be</a:t>
            </a:r>
            <a:r>
              <a:rPr sz="1200" spc="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chemeClr val="bg1"/>
                </a:solidFill>
                <a:latin typeface="Arial"/>
                <a:cs typeface="Arial"/>
              </a:rPr>
              <a:t>all</a:t>
            </a:r>
            <a:r>
              <a:rPr sz="1200" spc="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chemeClr val="bg1"/>
                </a:solidFill>
                <a:latin typeface="Arial"/>
                <a:cs typeface="Arial"/>
              </a:rPr>
              <a:t>0</a:t>
            </a:r>
            <a:r>
              <a:rPr sz="1200" spc="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200" i="1" spc="145" dirty="0">
                <a:solidFill>
                  <a:schemeClr val="bg1"/>
                </a:solidFill>
                <a:latin typeface="Menlo"/>
                <a:cs typeface="Menlo"/>
              </a:rPr>
              <a:t>⇒</a:t>
            </a:r>
            <a:r>
              <a:rPr sz="1200" i="1" spc="145" dirty="0">
                <a:solidFill>
                  <a:schemeClr val="bg1"/>
                </a:solidFill>
                <a:latin typeface="Arial"/>
                <a:cs typeface="Arial"/>
              </a:rPr>
              <a:t>l</a:t>
            </a:r>
            <a:r>
              <a:rPr sz="1200" spc="217" baseline="-13888" dirty="0">
                <a:solidFill>
                  <a:schemeClr val="bg1"/>
                </a:solidFill>
                <a:latin typeface="Arial"/>
                <a:cs typeface="Arial"/>
              </a:rPr>
              <a:t>1</a:t>
            </a:r>
            <a:r>
              <a:rPr sz="1200" spc="172" baseline="-13888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200" spc="200" dirty="0">
                <a:solidFill>
                  <a:schemeClr val="bg1"/>
                </a:solidFill>
                <a:latin typeface="Arial"/>
                <a:cs typeface="Arial"/>
              </a:rPr>
              <a:t>=</a:t>
            </a:r>
            <a:r>
              <a:rPr sz="1200" spc="-4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chemeClr val="bg1"/>
                </a:solidFill>
                <a:latin typeface="Arial"/>
                <a:cs typeface="Arial"/>
              </a:rPr>
              <a:t>1,</a:t>
            </a:r>
            <a:r>
              <a:rPr sz="1200" spc="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200" i="1" dirty="0">
                <a:solidFill>
                  <a:schemeClr val="bg1"/>
                </a:solidFill>
                <a:latin typeface="Arial"/>
                <a:cs typeface="Arial"/>
              </a:rPr>
              <a:t>l</a:t>
            </a:r>
            <a:r>
              <a:rPr sz="1200" baseline="-13888" dirty="0">
                <a:solidFill>
                  <a:schemeClr val="bg1"/>
                </a:solidFill>
                <a:latin typeface="Arial"/>
                <a:cs typeface="Arial"/>
              </a:rPr>
              <a:t>2</a:t>
            </a:r>
            <a:r>
              <a:rPr sz="1200" spc="165" baseline="-13888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200" spc="200" dirty="0">
                <a:solidFill>
                  <a:schemeClr val="bg1"/>
                </a:solidFill>
                <a:latin typeface="Arial"/>
                <a:cs typeface="Arial"/>
              </a:rPr>
              <a:t>=</a:t>
            </a:r>
            <a:r>
              <a:rPr sz="1200" spc="-4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200" i="1" dirty="0">
                <a:solidFill>
                  <a:schemeClr val="bg1"/>
                </a:solidFill>
                <a:latin typeface="Arial"/>
                <a:cs typeface="Arial"/>
              </a:rPr>
              <a:t>l</a:t>
            </a:r>
            <a:r>
              <a:rPr sz="1200" baseline="-13888" dirty="0">
                <a:solidFill>
                  <a:schemeClr val="bg1"/>
                </a:solidFill>
                <a:latin typeface="Arial"/>
                <a:cs typeface="Arial"/>
              </a:rPr>
              <a:t>3</a:t>
            </a:r>
            <a:r>
              <a:rPr sz="1200" spc="165" baseline="-13888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200" spc="200" dirty="0">
                <a:solidFill>
                  <a:schemeClr val="bg1"/>
                </a:solidFill>
                <a:latin typeface="Arial"/>
                <a:cs typeface="Arial"/>
              </a:rPr>
              <a:t>=</a:t>
            </a:r>
            <a:r>
              <a:rPr sz="1200" spc="-4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200" spc="-25" dirty="0">
                <a:solidFill>
                  <a:schemeClr val="bg1"/>
                </a:solidFill>
                <a:latin typeface="Arial"/>
                <a:cs typeface="Arial"/>
              </a:rPr>
              <a:t>0.</a:t>
            </a:r>
            <a:endParaRPr sz="1200">
              <a:solidFill>
                <a:schemeClr val="bg1"/>
              </a:solidFill>
              <a:latin typeface="Arial"/>
              <a:cs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文本框 44">
                <a:extLst>
                  <a:ext uri="{FF2B5EF4-FFF2-40B4-BE49-F238E27FC236}">
                    <a16:creationId xmlns:a16="http://schemas.microsoft.com/office/drawing/2014/main" id="{AF5369E6-9893-0D7E-8F1B-2336F8DC6ED0}"/>
                  </a:ext>
                </a:extLst>
              </p:cNvPr>
              <p:cNvSpPr txBox="1"/>
              <p:nvPr/>
            </p:nvSpPr>
            <p:spPr>
              <a:xfrm>
                <a:off x="437159" y="321568"/>
                <a:ext cx="3733800" cy="68865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zh-CN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CN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altLang="zh-CN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zh-CN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altLang="zh-CN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altLang="zh-CN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CN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altLang="zh-CN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zh-CN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altLang="zh-CN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US" altLang="zh-CN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CN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altLang="zh-CN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zh-CN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altLang="zh-CN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CN" sz="1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zh-CN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CN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zh-CN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zh-CN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zh-CN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</m:d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zh-CN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</m:d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zh-CN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</m:d>
                              </m:e>
                            </m:mr>
                          </m:m>
                        </m:e>
                      </m:d>
                      <m:r>
                        <a:rPr lang="en-US" altLang="zh-CN" sz="1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CN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altLang="zh-CN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altLang="zh-CN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altLang="zh-CN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altLang="zh-CN" sz="1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</m:oMath>
                  </m:oMathPara>
                </a14:m>
                <a:endParaRPr lang="en-US" altLang="zh-CN" sz="1200" b="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5" name="文本框 44">
                <a:extLst>
                  <a:ext uri="{FF2B5EF4-FFF2-40B4-BE49-F238E27FC236}">
                    <a16:creationId xmlns:a16="http://schemas.microsoft.com/office/drawing/2014/main" id="{AF5369E6-9893-0D7E-8F1B-2336F8DC6E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159" y="321568"/>
                <a:ext cx="3733800" cy="68865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文本框 45">
                <a:extLst>
                  <a:ext uri="{FF2B5EF4-FFF2-40B4-BE49-F238E27FC236}">
                    <a16:creationId xmlns:a16="http://schemas.microsoft.com/office/drawing/2014/main" id="{14EAC6BD-4EE6-634F-615D-B8A243B84962}"/>
                  </a:ext>
                </a:extLst>
              </p:cNvPr>
              <p:cNvSpPr txBox="1"/>
              <p:nvPr/>
            </p:nvSpPr>
            <p:spPr>
              <a:xfrm>
                <a:off x="437159" y="1380873"/>
                <a:ext cx="3733800" cy="12662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zh-CN" sz="1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1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𝐿𝐶𝐴</m:t>
                      </m:r>
                      <m:r>
                        <a:rPr lang="en-US" altLang="zh-CN" sz="1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2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12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zh-CN" sz="12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CN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zh-CN" sz="12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12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zh-CN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CN" sz="1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2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12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e>
                                  <m:sub>
                                    <m:r>
                                      <a:rPr lang="en-US" altLang="zh-CN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e>
                                  <m:sub>
                                    <m:r>
                                      <a:rPr lang="en-US" altLang="zh-CN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e>
                                  <m:sub>
                                    <m:r>
                                      <a:rPr lang="en-US" altLang="zh-CN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zh-CN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CN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CN" sz="1200" b="0" i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  <a:p>
                <a:pPr algn="l"/>
                <a:r>
                  <a:rPr lang="en-US" altLang="zh-CN" sz="1200" b="0" dirty="0">
                    <a:solidFill>
                      <a:schemeClr val="bg1"/>
                    </a:solidFill>
                  </a:rPr>
                  <a:t>                     </a:t>
                </a:r>
                <a14:m>
                  <m:oMath xmlns:m="http://schemas.openxmlformats.org/officeDocument/2006/math">
                    <m:r>
                      <a:rPr lang="en-US" altLang="zh-CN" sz="1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sz="1200" dirty="0">
                    <a:solidFill>
                      <a:schemeClr val="bg1"/>
                    </a:solidFill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CN" sz="12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12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zh-CN" sz="1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zh-CN" sz="1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altLang="zh-CN" sz="1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brk m:alnAt="7"/>
                                </m:rP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sSub>
                                <m:sSubPr>
                                  <m:ctrlPr>
                                    <a:rPr lang="en-US" altLang="zh-CN" sz="120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CN" sz="1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sz="1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altLang="zh-CN" sz="1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altLang="zh-CN" sz="1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altLang="zh-CN" sz="1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sz="1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CN" sz="1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sz="120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CN" sz="1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sz="1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altLang="zh-CN" sz="1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altLang="zh-CN" sz="120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sSub>
                                    <m:sSubPr>
                                      <m:ctrlPr>
                                        <a:rPr lang="en-US" altLang="zh-CN" sz="12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2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𝐼</m:t>
                                      </m:r>
                                    </m:e>
                                    <m:sub>
                                      <m:r>
                                        <a:rPr lang="en-US" altLang="zh-CN" sz="12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zh-CN" sz="12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2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altLang="zh-CN" sz="12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altLang="zh-CN" sz="1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sz="1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CN" sz="1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sz="1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altLang="zh-CN" sz="1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altLang="zh-CN" sz="12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6" name="文本框 45">
                <a:extLst>
                  <a:ext uri="{FF2B5EF4-FFF2-40B4-BE49-F238E27FC236}">
                    <a16:creationId xmlns:a16="http://schemas.microsoft.com/office/drawing/2014/main" id="{14EAC6BD-4EE6-634F-615D-B8A243B849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159" y="1380873"/>
                <a:ext cx="3733800" cy="126624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cut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608195" cy="3456304"/>
          </a:xfrm>
          <a:custGeom>
            <a:avLst/>
            <a:gdLst/>
            <a:ahLst/>
            <a:cxnLst/>
            <a:rect l="l" t="t" r="r" b="b"/>
            <a:pathLst>
              <a:path w="4608195" h="3456304">
                <a:moveTo>
                  <a:pt x="4608004" y="0"/>
                </a:moveTo>
                <a:lnTo>
                  <a:pt x="0" y="0"/>
                </a:lnTo>
                <a:lnTo>
                  <a:pt x="0" y="3456000"/>
                </a:lnTo>
                <a:lnTo>
                  <a:pt x="4608004" y="3456000"/>
                </a:lnTo>
                <a:lnTo>
                  <a:pt x="46080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5928" y="549742"/>
            <a:ext cx="77216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191919"/>
                </a:solidFill>
              </a:rPr>
              <a:t>1.</a:t>
            </a:r>
            <a:r>
              <a:rPr sz="1200" spc="80" dirty="0">
                <a:solidFill>
                  <a:srgbClr val="191919"/>
                </a:solidFill>
              </a:rPr>
              <a:t> </a:t>
            </a:r>
            <a:r>
              <a:rPr sz="1200" spc="-75" dirty="0">
                <a:solidFill>
                  <a:srgbClr val="191919"/>
                </a:solidFill>
                <a:hlinkClick r:id="rId2" action="ppaction://hlinksldjump"/>
              </a:rPr>
              <a:t>Concepts</a:t>
            </a:r>
            <a:endParaRPr sz="1200"/>
          </a:p>
        </p:txBody>
      </p:sp>
      <p:sp>
        <p:nvSpPr>
          <p:cNvPr id="4" name="object 4"/>
          <p:cNvSpPr txBox="1"/>
          <p:nvPr/>
        </p:nvSpPr>
        <p:spPr>
          <a:xfrm>
            <a:off x="135928" y="1035758"/>
            <a:ext cx="2661920" cy="15468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93675" indent="-180975">
              <a:lnSpc>
                <a:spcPct val="100000"/>
              </a:lnSpc>
              <a:spcBef>
                <a:spcPts val="95"/>
              </a:spcBef>
              <a:buAutoNum type="arabicPeriod" startAt="2"/>
              <a:tabLst>
                <a:tab pos="193675" algn="l"/>
              </a:tabLst>
            </a:pPr>
            <a:r>
              <a:rPr sz="1200" spc="-60" dirty="0">
                <a:solidFill>
                  <a:srgbClr val="191919"/>
                </a:solidFill>
                <a:latin typeface="Arial"/>
                <a:cs typeface="Arial"/>
                <a:hlinkClick r:id="rId3" action="ppaction://hlinksldjump"/>
              </a:rPr>
              <a:t>Continuous-</a:t>
            </a:r>
            <a:r>
              <a:rPr sz="1200" spc="-25" dirty="0">
                <a:solidFill>
                  <a:srgbClr val="191919"/>
                </a:solidFill>
                <a:latin typeface="Arial"/>
                <a:cs typeface="Arial"/>
                <a:hlinkClick r:id="rId3" action="ppaction://hlinksldjump"/>
              </a:rPr>
              <a:t>time</a:t>
            </a:r>
            <a:r>
              <a:rPr sz="1200" spc="20" dirty="0">
                <a:solidFill>
                  <a:srgbClr val="191919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1200" spc="-70" dirty="0">
                <a:solidFill>
                  <a:srgbClr val="191919"/>
                </a:solidFill>
                <a:latin typeface="Arial"/>
                <a:cs typeface="Arial"/>
                <a:hlinkClick r:id="rId3" action="ppaction://hlinksldjump"/>
              </a:rPr>
              <a:t>Luenberger</a:t>
            </a:r>
            <a:r>
              <a:rPr sz="1200" spc="20" dirty="0">
                <a:solidFill>
                  <a:srgbClr val="191919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1200" spc="-10" dirty="0">
                <a:solidFill>
                  <a:srgbClr val="191919"/>
                </a:solidFill>
                <a:latin typeface="Arial"/>
                <a:cs typeface="Arial"/>
                <a:hlinkClick r:id="rId3" action="ppaction://hlinksldjump"/>
              </a:rPr>
              <a:t>observer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05"/>
              </a:spcBef>
              <a:buAutoNum type="arabicPeriod" startAt="2"/>
            </a:pPr>
            <a:endParaRPr sz="1200">
              <a:latin typeface="Arial"/>
              <a:cs typeface="Arial"/>
            </a:endParaRPr>
          </a:p>
          <a:p>
            <a:pPr marL="193040" marR="910590" indent="-180975">
              <a:lnSpc>
                <a:spcPct val="100000"/>
              </a:lnSpc>
              <a:buAutoNum type="arabicPeriod" startAt="2"/>
              <a:tabLst>
                <a:tab pos="384175" algn="l"/>
              </a:tabLst>
            </a:pPr>
            <a:r>
              <a:rPr sz="1200" spc="-55" dirty="0">
                <a:solidFill>
                  <a:srgbClr val="191919"/>
                </a:solidFill>
                <a:latin typeface="Arial"/>
                <a:cs typeface="Arial"/>
                <a:hlinkClick r:id="" action="ppaction://noaction"/>
              </a:rPr>
              <a:t>Discrete-</a:t>
            </a:r>
            <a:r>
              <a:rPr sz="1200" spc="-25" dirty="0">
                <a:solidFill>
                  <a:srgbClr val="191919"/>
                </a:solidFill>
                <a:latin typeface="Arial"/>
                <a:cs typeface="Arial"/>
                <a:hlinkClick r:id="" action="ppaction://noaction"/>
              </a:rPr>
              <a:t>time</a:t>
            </a:r>
            <a:r>
              <a:rPr sz="1200" spc="15" dirty="0">
                <a:solidFill>
                  <a:srgbClr val="191919"/>
                </a:solidFill>
                <a:latin typeface="Arial"/>
                <a:cs typeface="Arial"/>
                <a:hlinkClick r:id="" action="ppaction://noaction"/>
              </a:rPr>
              <a:t> </a:t>
            </a:r>
            <a:r>
              <a:rPr sz="1200" spc="-10" dirty="0">
                <a:solidFill>
                  <a:srgbClr val="191919"/>
                </a:solidFill>
                <a:latin typeface="Arial"/>
                <a:cs typeface="Arial"/>
                <a:hlinkClick r:id="" action="ppaction://noaction"/>
              </a:rPr>
              <a:t>observers</a:t>
            </a:r>
            <a:r>
              <a:rPr sz="1200" spc="-10" dirty="0">
                <a:solidFill>
                  <a:srgbClr val="191919"/>
                </a:solidFill>
                <a:latin typeface="Arial"/>
                <a:cs typeface="Arial"/>
              </a:rPr>
              <a:t> 	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  <a:hlinkClick r:id="" action="ppaction://noaction"/>
              </a:rPr>
              <a:t>DT</a:t>
            </a:r>
            <a:r>
              <a:rPr sz="1200" spc="15" dirty="0">
                <a:solidFill>
                  <a:srgbClr val="333333"/>
                </a:solidFill>
                <a:latin typeface="Arial"/>
                <a:cs typeface="Arial"/>
                <a:hlinkClick r:id="" action="ppaction://noaction"/>
              </a:rPr>
              <a:t> 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  <a:hlinkClick r:id="" action="ppaction://noaction"/>
              </a:rPr>
              <a:t>full</a:t>
            </a:r>
            <a:r>
              <a:rPr sz="1200" spc="20" dirty="0">
                <a:solidFill>
                  <a:srgbClr val="333333"/>
                </a:solidFill>
                <a:latin typeface="Arial"/>
                <a:cs typeface="Arial"/>
                <a:hlinkClick r:id="" action="ppaction://noaction"/>
              </a:rPr>
              <a:t> </a:t>
            </a:r>
            <a:r>
              <a:rPr sz="1200" spc="-25" dirty="0">
                <a:solidFill>
                  <a:srgbClr val="333333"/>
                </a:solidFill>
                <a:latin typeface="Arial"/>
                <a:cs typeface="Arial"/>
                <a:hlinkClick r:id="" action="ppaction://noaction"/>
              </a:rPr>
              <a:t>state</a:t>
            </a:r>
            <a:r>
              <a:rPr sz="1200" spc="15" dirty="0">
                <a:solidFill>
                  <a:srgbClr val="333333"/>
                </a:solidFill>
                <a:latin typeface="Arial"/>
                <a:cs typeface="Arial"/>
                <a:hlinkClick r:id="" action="ppaction://noaction"/>
              </a:rPr>
              <a:t> </a:t>
            </a:r>
            <a:r>
              <a:rPr sz="1200" spc="-90" dirty="0">
                <a:solidFill>
                  <a:srgbClr val="333333"/>
                </a:solidFill>
                <a:latin typeface="Arial"/>
                <a:cs typeface="Arial"/>
                <a:hlinkClick r:id="" action="ppaction://noaction"/>
              </a:rPr>
              <a:t>observer</a:t>
            </a:r>
            <a:endParaRPr sz="1200">
              <a:latin typeface="Arial"/>
              <a:cs typeface="Arial"/>
            </a:endParaRPr>
          </a:p>
          <a:p>
            <a:pPr marL="384175">
              <a:lnSpc>
                <a:spcPct val="100000"/>
              </a:lnSpc>
              <a:spcBef>
                <a:spcPts val="10"/>
              </a:spcBef>
            </a:pPr>
            <a:r>
              <a:rPr sz="1200" dirty="0">
                <a:solidFill>
                  <a:srgbClr val="333333"/>
                </a:solidFill>
                <a:latin typeface="Arial"/>
                <a:cs typeface="Arial"/>
                <a:hlinkClick r:id="" action="ppaction://noaction"/>
              </a:rPr>
              <a:t>DT</a:t>
            </a:r>
            <a:r>
              <a:rPr sz="1200" spc="20" dirty="0">
                <a:solidFill>
                  <a:srgbClr val="333333"/>
                </a:solidFill>
                <a:latin typeface="Arial"/>
                <a:cs typeface="Arial"/>
                <a:hlinkClick r:id="" action="ppaction://noaction"/>
              </a:rPr>
              <a:t> 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  <a:hlinkClick r:id="" action="ppaction://noaction"/>
              </a:rPr>
              <a:t>full</a:t>
            </a:r>
            <a:r>
              <a:rPr sz="1200" spc="25" dirty="0">
                <a:solidFill>
                  <a:srgbClr val="333333"/>
                </a:solidFill>
                <a:latin typeface="Arial"/>
                <a:cs typeface="Arial"/>
                <a:hlinkClick r:id="" action="ppaction://noaction"/>
              </a:rPr>
              <a:t> </a:t>
            </a:r>
            <a:r>
              <a:rPr sz="1200" spc="-25" dirty="0">
                <a:solidFill>
                  <a:srgbClr val="333333"/>
                </a:solidFill>
                <a:latin typeface="Arial"/>
                <a:cs typeface="Arial"/>
                <a:hlinkClick r:id="" action="ppaction://noaction"/>
              </a:rPr>
              <a:t>state</a:t>
            </a:r>
            <a:r>
              <a:rPr sz="1200" spc="20" dirty="0">
                <a:solidFill>
                  <a:srgbClr val="333333"/>
                </a:solidFill>
                <a:latin typeface="Arial"/>
                <a:cs typeface="Arial"/>
                <a:hlinkClick r:id="" action="ppaction://noaction"/>
              </a:rPr>
              <a:t> </a:t>
            </a:r>
            <a:r>
              <a:rPr sz="1200" spc="-85" dirty="0">
                <a:solidFill>
                  <a:srgbClr val="333333"/>
                </a:solidFill>
                <a:latin typeface="Arial"/>
                <a:cs typeface="Arial"/>
                <a:hlinkClick r:id="" action="ppaction://noaction"/>
              </a:rPr>
              <a:t>observer</a:t>
            </a:r>
            <a:r>
              <a:rPr sz="1200" spc="25" dirty="0">
                <a:solidFill>
                  <a:srgbClr val="333333"/>
                </a:solidFill>
                <a:latin typeface="Arial"/>
                <a:cs typeface="Arial"/>
                <a:hlinkClick r:id="" action="ppaction://noaction"/>
              </a:rPr>
              <a:t> 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  <a:hlinkClick r:id="" action="ppaction://noaction"/>
              </a:rPr>
              <a:t>with</a:t>
            </a:r>
            <a:r>
              <a:rPr sz="1200" spc="20" dirty="0">
                <a:solidFill>
                  <a:srgbClr val="333333"/>
                </a:solidFill>
                <a:latin typeface="Arial"/>
                <a:cs typeface="Arial"/>
                <a:hlinkClick r:id="" action="ppaction://noaction"/>
              </a:rPr>
              <a:t> </a:t>
            </a:r>
            <a:r>
              <a:rPr sz="1200" spc="-35" dirty="0">
                <a:solidFill>
                  <a:srgbClr val="333333"/>
                </a:solidFill>
                <a:latin typeface="Arial"/>
                <a:cs typeface="Arial"/>
                <a:hlinkClick r:id="" action="ppaction://noaction"/>
              </a:rPr>
              <a:t>predictor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05"/>
              </a:spcBef>
            </a:pPr>
            <a:endParaRPr sz="1200">
              <a:latin typeface="Arial"/>
              <a:cs typeface="Arial"/>
            </a:endParaRPr>
          </a:p>
          <a:p>
            <a:pPr marL="193675" indent="-180975">
              <a:lnSpc>
                <a:spcPct val="100000"/>
              </a:lnSpc>
              <a:buAutoNum type="arabicPeriod" startAt="4"/>
              <a:tabLst>
                <a:tab pos="193675" algn="l"/>
              </a:tabLst>
            </a:pPr>
            <a:r>
              <a:rPr sz="1200" spc="-90" dirty="0">
                <a:solidFill>
                  <a:srgbClr val="7F7F7F"/>
                </a:solidFill>
                <a:latin typeface="Arial"/>
                <a:cs typeface="Arial"/>
                <a:hlinkClick r:id="rId4" action="ppaction://hlinksldjump"/>
              </a:rPr>
              <a:t>Observer</a:t>
            </a:r>
            <a:r>
              <a:rPr sz="1200" spc="5" dirty="0">
                <a:solidFill>
                  <a:srgbClr val="7F7F7F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1200" spc="-25" dirty="0">
                <a:solidFill>
                  <a:srgbClr val="7F7F7F"/>
                </a:solidFill>
                <a:latin typeface="Arial"/>
                <a:cs typeface="Arial"/>
                <a:hlinkClick r:id="rId4" action="ppaction://hlinksldjump"/>
              </a:rPr>
              <a:t>state</a:t>
            </a:r>
            <a:r>
              <a:rPr sz="1200" spc="-10" dirty="0">
                <a:solidFill>
                  <a:srgbClr val="7F7F7F"/>
                </a:solidFill>
                <a:latin typeface="Arial"/>
                <a:cs typeface="Arial"/>
                <a:hlinkClick r:id="rId4" action="ppaction://hlinksldjump"/>
              </a:rPr>
              <a:t> feedback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3346272"/>
            <a:ext cx="4608195" cy="109855"/>
          </a:xfrm>
          <a:custGeom>
            <a:avLst/>
            <a:gdLst/>
            <a:ahLst/>
            <a:cxnLst/>
            <a:rect l="l" t="t" r="r" b="b"/>
            <a:pathLst>
              <a:path w="4608195" h="109854">
                <a:moveTo>
                  <a:pt x="4607928" y="0"/>
                </a:moveTo>
                <a:lnTo>
                  <a:pt x="3071939" y="0"/>
                </a:lnTo>
                <a:lnTo>
                  <a:pt x="1535963" y="0"/>
                </a:lnTo>
                <a:lnTo>
                  <a:pt x="0" y="0"/>
                </a:lnTo>
                <a:lnTo>
                  <a:pt x="0" y="109728"/>
                </a:lnTo>
                <a:lnTo>
                  <a:pt x="1535963" y="109728"/>
                </a:lnTo>
                <a:lnTo>
                  <a:pt x="3071939" y="109728"/>
                </a:lnTo>
                <a:lnTo>
                  <a:pt x="4607928" y="109728"/>
                </a:lnTo>
                <a:lnTo>
                  <a:pt x="4607928" y="0"/>
                </a:lnTo>
                <a:close/>
              </a:path>
            </a:pathLst>
          </a:custGeom>
          <a:solidFill>
            <a:srgbClr val="1919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0" dirty="0"/>
              <a:t>Mod</a:t>
            </a:r>
            <a:r>
              <a:rPr spc="125" dirty="0"/>
              <a:t> </a:t>
            </a:r>
            <a:r>
              <a:rPr spc="10" dirty="0"/>
              <a:t>Ctrl</a:t>
            </a:r>
            <a:r>
              <a:rPr spc="130" dirty="0"/>
              <a:t> </a:t>
            </a:r>
            <a:r>
              <a:rPr spc="10" dirty="0"/>
              <a:t>Intro</a:t>
            </a:r>
            <a:r>
              <a:rPr spc="415" dirty="0"/>
              <a:t> </a:t>
            </a:r>
            <a:r>
              <a:rPr spc="50" dirty="0"/>
              <a:t>(w</a:t>
            </a:r>
            <a:r>
              <a:rPr spc="125" dirty="0"/>
              <a:t> </a:t>
            </a:r>
            <a:r>
              <a:rPr spc="10" dirty="0"/>
              <a:t>Matlab</a:t>
            </a:r>
            <a:r>
              <a:rPr spc="130" dirty="0"/>
              <a:t> </a:t>
            </a:r>
            <a:r>
              <a:rPr spc="125" dirty="0"/>
              <a:t>&amp;</a:t>
            </a:r>
            <a:r>
              <a:rPr spc="130" dirty="0"/>
              <a:t> </a:t>
            </a:r>
            <a:r>
              <a:rPr spc="-10" dirty="0"/>
              <a:t>Python)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665249" y="3338410"/>
            <a:ext cx="1277620" cy="1225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00" dirty="0">
                <a:solidFill>
                  <a:srgbClr val="BF447D"/>
                </a:solidFill>
                <a:latin typeface="Arial"/>
                <a:cs typeface="Arial"/>
                <a:hlinkClick r:id="rId5" action="ppaction://hlinksldjump"/>
              </a:rPr>
              <a:t>Observers</a:t>
            </a:r>
            <a:r>
              <a:rPr sz="600" spc="135" dirty="0">
                <a:solidFill>
                  <a:srgbClr val="BF447D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sz="600" dirty="0">
                <a:solidFill>
                  <a:srgbClr val="BF447D"/>
                </a:solidFill>
                <a:latin typeface="Arial"/>
                <a:cs typeface="Arial"/>
                <a:hlinkClick r:id="rId5" action="ppaction://hlinksldjump"/>
              </a:rPr>
              <a:t>and</a:t>
            </a:r>
            <a:r>
              <a:rPr sz="600" spc="140" dirty="0">
                <a:solidFill>
                  <a:srgbClr val="BF447D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sz="600" dirty="0">
                <a:solidFill>
                  <a:srgbClr val="BF447D"/>
                </a:solidFill>
                <a:latin typeface="Arial"/>
                <a:cs typeface="Arial"/>
                <a:hlinkClick r:id="rId5" action="ppaction://hlinksldjump"/>
              </a:rPr>
              <a:t>Observer</a:t>
            </a:r>
            <a:r>
              <a:rPr sz="600" spc="140" dirty="0">
                <a:solidFill>
                  <a:srgbClr val="BF447D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sz="600" dirty="0">
                <a:solidFill>
                  <a:srgbClr val="BF447D"/>
                </a:solidFill>
                <a:latin typeface="Arial"/>
                <a:cs typeface="Arial"/>
                <a:hlinkClick r:id="rId5" action="ppaction://hlinksldjump"/>
              </a:rPr>
              <a:t>State</a:t>
            </a:r>
            <a:r>
              <a:rPr sz="600" spc="140" dirty="0">
                <a:solidFill>
                  <a:srgbClr val="BF447D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sz="600" spc="30" dirty="0">
                <a:solidFill>
                  <a:srgbClr val="BF447D"/>
                </a:solidFill>
                <a:latin typeface="Arial"/>
                <a:cs typeface="Arial"/>
                <a:hlinkClick r:id="rId5" action="ppaction://hlinksldjump"/>
              </a:rPr>
              <a:t>FB</a:t>
            </a:r>
            <a:endParaRPr sz="60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r>
              <a:rPr dirty="0"/>
              <a:t>23</a:t>
            </a:r>
            <a:r>
              <a:rPr spc="-40" dirty="0"/>
              <a:t> </a:t>
            </a:r>
            <a:r>
              <a:rPr spc="185" dirty="0"/>
              <a:t>/</a:t>
            </a:r>
            <a:r>
              <a:rPr spc="-40" dirty="0"/>
              <a:t> </a:t>
            </a:r>
            <a:r>
              <a:rPr spc="-25" dirty="0"/>
              <a:t>27</a:t>
            </a:r>
          </a:p>
        </p:txBody>
      </p:sp>
    </p:spTree>
  </p:cSld>
  <p:clrMapOvr>
    <a:masterClrMapping/>
  </p:clrMapOvr>
  <p:transition>
    <p:cut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140" dirty="0"/>
              <a:t>Observer</a:t>
            </a:r>
            <a:r>
              <a:rPr spc="20" dirty="0"/>
              <a:t> </a:t>
            </a:r>
            <a:r>
              <a:rPr spc="-75" dirty="0"/>
              <a:t>state</a:t>
            </a:r>
            <a:r>
              <a:rPr spc="20" dirty="0"/>
              <a:t> </a:t>
            </a:r>
            <a:r>
              <a:rPr spc="-120" dirty="0"/>
              <a:t>feedback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3"/>
              <p:cNvSpPr txBox="1"/>
              <p:nvPr/>
            </p:nvSpPr>
            <p:spPr>
              <a:xfrm>
                <a:off x="123228" y="608924"/>
                <a:ext cx="4385310" cy="2430537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25400">
                  <a:lnSpc>
                    <a:spcPct val="100000"/>
                  </a:lnSpc>
                  <a:spcBef>
                    <a:spcPts val="95"/>
                  </a:spcBef>
                </a:pPr>
                <a:r>
                  <a:rPr lang="en-US" sz="1200" spc="-60" dirty="0">
                    <a:solidFill>
                      <a:srgbClr val="FFFFFF"/>
                    </a:solidFill>
                    <a:latin typeface="Arial"/>
                    <a:cs typeface="Arial"/>
                  </a:rPr>
                  <a:t>given</a:t>
                </a:r>
                <a:r>
                  <a:rPr lang="en-US" sz="1200" spc="20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spc="-85" dirty="0">
                    <a:solidFill>
                      <a:srgbClr val="FFFFFF"/>
                    </a:solidFill>
                    <a:latin typeface="Arial"/>
                    <a:cs typeface="Arial"/>
                  </a:rPr>
                  <a:t>system</a:t>
                </a:r>
                <a:r>
                  <a:rPr lang="en-US" sz="1200" spc="2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spc="-10" dirty="0">
                    <a:solidFill>
                      <a:srgbClr val="FFFFFF"/>
                    </a:solidFill>
                    <a:latin typeface="Arial"/>
                    <a:cs typeface="Arial"/>
                  </a:rPr>
                  <a:t>dynamics:</a:t>
                </a:r>
                <a:endParaRPr lang="en-US" sz="1200" dirty="0">
                  <a:latin typeface="Arial"/>
                  <a:cs typeface="Arial"/>
                </a:endParaRPr>
              </a:p>
              <a:p>
                <a:pPr marL="1765935" marR="1788160" indent="1905">
                  <a:lnSpc>
                    <a:spcPct val="121100"/>
                  </a:lnSpc>
                  <a:spcBef>
                    <a:spcPts val="894"/>
                  </a:spcBef>
                </a:pP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sz="1200" b="0" i="1" spc="-245" dirty="0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</m:ctrlPr>
                      </m:accPr>
                      <m:e>
                        <m:r>
                          <a:rPr lang="en-US" sz="1200" b="0" i="1" spc="-245" dirty="0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sz="1200" spc="200" dirty="0">
                    <a:solidFill>
                      <a:srgbClr val="FFFFFF"/>
                    </a:solidFill>
                    <a:latin typeface="Arial"/>
                    <a:cs typeface="Arial"/>
                  </a:rPr>
                  <a:t> =</a:t>
                </a:r>
                <a:r>
                  <a:rPr lang="en-US" sz="1200" spc="-50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i="1" dirty="0">
                    <a:solidFill>
                      <a:srgbClr val="FFFFFF"/>
                    </a:solidFill>
                    <a:latin typeface="Arial"/>
                    <a:cs typeface="Arial"/>
                  </a:rPr>
                  <a:t>Ax</a:t>
                </a:r>
                <a:r>
                  <a:rPr lang="en-US" sz="1200" i="1" spc="20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spc="200" dirty="0">
                    <a:solidFill>
                      <a:srgbClr val="FFFFFF"/>
                    </a:solidFill>
                    <a:latin typeface="Arial"/>
                    <a:cs typeface="Arial"/>
                  </a:rPr>
                  <a:t>+</a:t>
                </a:r>
                <a:r>
                  <a:rPr lang="en-US" sz="1200" spc="-8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i="1" spc="-50" dirty="0">
                    <a:solidFill>
                      <a:srgbClr val="FFFFFF"/>
                    </a:solidFill>
                    <a:latin typeface="Arial"/>
                    <a:cs typeface="Arial"/>
                  </a:rPr>
                  <a:t>Bu </a:t>
                </a:r>
                <a:r>
                  <a:rPr lang="en-US" sz="1200" i="1" dirty="0">
                    <a:solidFill>
                      <a:srgbClr val="FFFFFF"/>
                    </a:solidFill>
                    <a:latin typeface="Arial"/>
                    <a:cs typeface="Arial"/>
                  </a:rPr>
                  <a:t>y</a:t>
                </a:r>
                <a:r>
                  <a:rPr lang="en-US" sz="1200" i="1" spc="8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spc="200" dirty="0">
                    <a:solidFill>
                      <a:srgbClr val="FFFFFF"/>
                    </a:solidFill>
                    <a:latin typeface="Arial"/>
                    <a:cs typeface="Arial"/>
                  </a:rPr>
                  <a:t>=</a:t>
                </a:r>
                <a:r>
                  <a:rPr lang="en-US" sz="1200" spc="-30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i="1" spc="-25" dirty="0">
                    <a:solidFill>
                      <a:srgbClr val="FFFFFF"/>
                    </a:solidFill>
                    <a:latin typeface="Arial"/>
                    <a:cs typeface="Arial"/>
                  </a:rPr>
                  <a:t>Cx</a:t>
                </a:r>
                <a:endParaRPr lang="en-US" sz="1200" dirty="0">
                  <a:latin typeface="Arial"/>
                  <a:cs typeface="Arial"/>
                </a:endParaRPr>
              </a:p>
              <a:p>
                <a:pPr>
                  <a:lnSpc>
                    <a:spcPct val="100000"/>
                  </a:lnSpc>
                  <a:spcBef>
                    <a:spcPts val="120"/>
                  </a:spcBef>
                </a:pPr>
                <a:endParaRPr lang="en-US" sz="1200" dirty="0">
                  <a:latin typeface="Arial"/>
                  <a:cs typeface="Arial"/>
                </a:endParaRPr>
              </a:p>
              <a:p>
                <a:pPr marL="322580" marR="43180" indent="-193040">
                  <a:lnSpc>
                    <a:spcPct val="100000"/>
                  </a:lnSpc>
                </a:pPr>
                <a:r>
                  <a:rPr lang="en-US" sz="1800" spc="300" baseline="4629" dirty="0">
                    <a:solidFill>
                      <a:srgbClr val="7F7F7F"/>
                    </a:solidFill>
                    <a:latin typeface="Arial Unicode MS"/>
                    <a:cs typeface="Arial Unicode MS"/>
                  </a:rPr>
                  <a:t>▶</a:t>
                </a:r>
                <a:r>
                  <a:rPr lang="en-US" sz="1800" spc="277" baseline="4629" dirty="0">
                    <a:solidFill>
                      <a:srgbClr val="7F7F7F"/>
                    </a:solidFill>
                    <a:latin typeface="Arial Unicode MS"/>
                    <a:cs typeface="Arial Unicode MS"/>
                  </a:rPr>
                  <a:t> </a:t>
                </a:r>
                <a:r>
                  <a:rPr lang="en-US" sz="1200" spc="-25" dirty="0">
                    <a:solidFill>
                      <a:srgbClr val="FFFFFF"/>
                    </a:solidFill>
                    <a:latin typeface="Arial"/>
                    <a:cs typeface="Arial"/>
                  </a:rPr>
                  <a:t>state</a:t>
                </a:r>
                <a:r>
                  <a:rPr lang="en-US" sz="1200" spc="10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spc="-80" dirty="0">
                    <a:solidFill>
                      <a:srgbClr val="FFFFFF"/>
                    </a:solidFill>
                    <a:latin typeface="Arial"/>
                    <a:cs typeface="Arial"/>
                  </a:rPr>
                  <a:t>feedback</a:t>
                </a:r>
                <a:r>
                  <a:rPr lang="en-US" sz="1200" spc="1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spc="-10" dirty="0">
                    <a:solidFill>
                      <a:srgbClr val="FFFFFF"/>
                    </a:solidFill>
                    <a:latin typeface="Arial"/>
                    <a:cs typeface="Arial"/>
                  </a:rPr>
                  <a:t>control:</a:t>
                </a:r>
                <a:r>
                  <a:rPr lang="en-US" sz="1200" spc="130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spc="-30" dirty="0">
                    <a:solidFill>
                      <a:srgbClr val="FFFFFF"/>
                    </a:solidFill>
                    <a:latin typeface="Arial"/>
                    <a:cs typeface="Arial"/>
                  </a:rPr>
                  <a:t>arbitrary</a:t>
                </a:r>
                <a:r>
                  <a:rPr lang="en-US" sz="1200" spc="10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spc="-75" dirty="0">
                    <a:solidFill>
                      <a:srgbClr val="FFFFFF"/>
                    </a:solidFill>
                    <a:latin typeface="Arial"/>
                    <a:cs typeface="Arial"/>
                  </a:rPr>
                  <a:t>eigenvalue</a:t>
                </a:r>
                <a:r>
                  <a:rPr lang="en-US" sz="1200" spc="1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spc="-80" dirty="0">
                    <a:solidFill>
                      <a:srgbClr val="FFFFFF"/>
                    </a:solidFill>
                    <a:latin typeface="Arial"/>
                    <a:cs typeface="Arial"/>
                  </a:rPr>
                  <a:t>assignment</a:t>
                </a:r>
                <a:r>
                  <a:rPr lang="en-US" sz="1200" spc="1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dirty="0">
                    <a:solidFill>
                      <a:srgbClr val="FFFFFF"/>
                    </a:solidFill>
                    <a:latin typeface="Arial"/>
                    <a:cs typeface="Arial"/>
                  </a:rPr>
                  <a:t>if</a:t>
                </a:r>
                <a:r>
                  <a:rPr lang="en-US" sz="1200" spc="10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spc="-60" dirty="0">
                    <a:solidFill>
                      <a:srgbClr val="FFFFFF"/>
                    </a:solidFill>
                    <a:latin typeface="Arial"/>
                    <a:cs typeface="Arial"/>
                  </a:rPr>
                  <a:t>system </a:t>
                </a:r>
                <a:r>
                  <a:rPr lang="en-US" sz="1200" spc="-10" dirty="0">
                    <a:solidFill>
                      <a:srgbClr val="FFFFFF"/>
                    </a:solidFill>
                    <a:latin typeface="Arial"/>
                    <a:cs typeface="Arial"/>
                  </a:rPr>
                  <a:t>controllable</a:t>
                </a:r>
                <a:endParaRPr lang="en-US" sz="1200" dirty="0">
                  <a:latin typeface="Arial"/>
                  <a:cs typeface="Arial"/>
                </a:endParaRPr>
              </a:p>
              <a:p>
                <a:pPr marL="322580" marR="296545" indent="-193040">
                  <a:lnSpc>
                    <a:spcPct val="100000"/>
                  </a:lnSpc>
                  <a:spcBef>
                    <a:spcPts val="605"/>
                  </a:spcBef>
                </a:pPr>
                <a:r>
                  <a:rPr lang="en-US" sz="1800" spc="300" baseline="4629" dirty="0">
                    <a:solidFill>
                      <a:srgbClr val="7F7F7F"/>
                    </a:solidFill>
                    <a:latin typeface="Arial Unicode MS"/>
                    <a:cs typeface="Arial Unicode MS"/>
                  </a:rPr>
                  <a:t>▶</a:t>
                </a:r>
                <a:r>
                  <a:rPr lang="en-US" sz="1800" spc="292" baseline="4629" dirty="0">
                    <a:solidFill>
                      <a:srgbClr val="7F7F7F"/>
                    </a:solidFill>
                    <a:latin typeface="Arial Unicode MS"/>
                    <a:cs typeface="Arial Unicode MS"/>
                  </a:rPr>
                  <a:t> </a:t>
                </a:r>
                <a:r>
                  <a:rPr lang="en-US" sz="1200" spc="-85" dirty="0">
                    <a:solidFill>
                      <a:srgbClr val="FFFFFF"/>
                    </a:solidFill>
                    <a:latin typeface="Arial"/>
                    <a:cs typeface="Arial"/>
                  </a:rPr>
                  <a:t>observer</a:t>
                </a:r>
                <a:r>
                  <a:rPr lang="en-US" sz="1200" spc="20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spc="-55" dirty="0">
                    <a:solidFill>
                      <a:srgbClr val="FFFFFF"/>
                    </a:solidFill>
                    <a:latin typeface="Arial"/>
                    <a:cs typeface="Arial"/>
                  </a:rPr>
                  <a:t>design:</a:t>
                </a:r>
                <a:r>
                  <a:rPr lang="en-US" sz="1200" spc="13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spc="-30" dirty="0">
                    <a:solidFill>
                      <a:srgbClr val="FFFFFF"/>
                    </a:solidFill>
                    <a:latin typeface="Arial"/>
                    <a:cs typeface="Arial"/>
                  </a:rPr>
                  <a:t>arbitrary</a:t>
                </a:r>
                <a:r>
                  <a:rPr lang="en-US" sz="1200" spc="20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spc="-85" dirty="0">
                    <a:solidFill>
                      <a:srgbClr val="FFFFFF"/>
                    </a:solidFill>
                    <a:latin typeface="Arial"/>
                    <a:cs typeface="Arial"/>
                  </a:rPr>
                  <a:t>observer</a:t>
                </a:r>
                <a:r>
                  <a:rPr lang="en-US" sz="1200" spc="20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spc="-75" dirty="0">
                    <a:solidFill>
                      <a:srgbClr val="FFFFFF"/>
                    </a:solidFill>
                    <a:latin typeface="Arial"/>
                    <a:cs typeface="Arial"/>
                  </a:rPr>
                  <a:t>eigenvalue</a:t>
                </a:r>
                <a:r>
                  <a:rPr lang="en-US" sz="1200" spc="20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spc="-80" dirty="0">
                    <a:solidFill>
                      <a:srgbClr val="FFFFFF"/>
                    </a:solidFill>
                    <a:latin typeface="Arial"/>
                    <a:cs typeface="Arial"/>
                  </a:rPr>
                  <a:t>assignment</a:t>
                </a:r>
                <a:r>
                  <a:rPr lang="en-US" sz="1200" spc="20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spc="-25" dirty="0">
                    <a:solidFill>
                      <a:srgbClr val="FFFFFF"/>
                    </a:solidFill>
                    <a:latin typeface="Arial"/>
                    <a:cs typeface="Arial"/>
                  </a:rPr>
                  <a:t>for state</a:t>
                </a:r>
                <a:r>
                  <a:rPr lang="en-US" sz="1200" spc="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spc="-35" dirty="0">
                    <a:solidFill>
                      <a:srgbClr val="FFFFFF"/>
                    </a:solidFill>
                    <a:latin typeface="Arial"/>
                    <a:cs typeface="Arial"/>
                  </a:rPr>
                  <a:t>estimation</a:t>
                </a:r>
                <a:r>
                  <a:rPr lang="en-US" sz="1200" spc="10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dirty="0">
                    <a:solidFill>
                      <a:srgbClr val="FFFFFF"/>
                    </a:solidFill>
                    <a:latin typeface="Arial"/>
                    <a:cs typeface="Arial"/>
                  </a:rPr>
                  <a:t>if</a:t>
                </a:r>
                <a:r>
                  <a:rPr lang="en-US" sz="1200" spc="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spc="-85" dirty="0">
                    <a:solidFill>
                      <a:srgbClr val="FFFFFF"/>
                    </a:solidFill>
                    <a:latin typeface="Arial"/>
                    <a:cs typeface="Arial"/>
                  </a:rPr>
                  <a:t>system</a:t>
                </a:r>
                <a:r>
                  <a:rPr lang="en-US" sz="1200" spc="10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spc="-10" dirty="0">
                    <a:solidFill>
                      <a:srgbClr val="FFFFFF"/>
                    </a:solidFill>
                    <a:latin typeface="Arial"/>
                    <a:cs typeface="Arial"/>
                  </a:rPr>
                  <a:t>observable</a:t>
                </a:r>
                <a:endParaRPr lang="en-US" sz="1200" dirty="0">
                  <a:latin typeface="Arial"/>
                  <a:cs typeface="Arial"/>
                </a:endParaRPr>
              </a:p>
              <a:p>
                <a:pPr marL="322580" marR="130810" indent="-193040">
                  <a:lnSpc>
                    <a:spcPct val="100000"/>
                  </a:lnSpc>
                  <a:spcBef>
                    <a:spcPts val="610"/>
                  </a:spcBef>
                </a:pPr>
                <a:r>
                  <a:rPr lang="en-US" sz="1800" spc="300" baseline="4629" dirty="0">
                    <a:solidFill>
                      <a:srgbClr val="7F7F7F"/>
                    </a:solidFill>
                    <a:latin typeface="Arial Unicode MS"/>
                    <a:cs typeface="Arial Unicode MS"/>
                  </a:rPr>
                  <a:t>▶</a:t>
                </a:r>
                <a:r>
                  <a:rPr lang="en-US" sz="1800" spc="262" baseline="4629" dirty="0">
                    <a:solidFill>
                      <a:srgbClr val="7F7F7F"/>
                    </a:solidFill>
                    <a:latin typeface="Arial Unicode MS"/>
                    <a:cs typeface="Arial Unicode MS"/>
                  </a:rPr>
                  <a:t> </a:t>
                </a:r>
                <a:r>
                  <a:rPr lang="en-US" sz="1200" spc="-70" dirty="0">
                    <a:solidFill>
                      <a:srgbClr val="FFFFFF"/>
                    </a:solidFill>
                    <a:latin typeface="Arial"/>
                    <a:cs typeface="Arial"/>
                  </a:rPr>
                  <a:t>when</a:t>
                </a:r>
                <a:r>
                  <a:rPr lang="en-US" sz="1200" spc="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dirty="0">
                    <a:solidFill>
                      <a:srgbClr val="FFFFFF"/>
                    </a:solidFill>
                    <a:latin typeface="Arial"/>
                    <a:cs typeface="Arial"/>
                  </a:rPr>
                  <a:t>full</a:t>
                </a:r>
                <a:r>
                  <a:rPr lang="en-US" sz="1200" spc="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spc="-50" dirty="0">
                    <a:solidFill>
                      <a:srgbClr val="FFFFFF"/>
                    </a:solidFill>
                    <a:latin typeface="Arial"/>
                    <a:cs typeface="Arial"/>
                  </a:rPr>
                  <a:t>states</a:t>
                </a:r>
                <a:r>
                  <a:rPr lang="en-US" sz="1200" spc="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spc="-85" dirty="0">
                    <a:solidFill>
                      <a:srgbClr val="FFFFFF"/>
                    </a:solidFill>
                    <a:latin typeface="Arial"/>
                    <a:cs typeface="Arial"/>
                  </a:rPr>
                  <a:t>are</a:t>
                </a:r>
                <a:r>
                  <a:rPr lang="en-US" sz="1200" spc="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dirty="0">
                    <a:solidFill>
                      <a:srgbClr val="FFFFFF"/>
                    </a:solidFill>
                    <a:latin typeface="Arial"/>
                    <a:cs typeface="Arial"/>
                  </a:rPr>
                  <a:t>not</a:t>
                </a:r>
                <a:r>
                  <a:rPr lang="en-US" sz="1200" spc="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spc="-55" dirty="0">
                    <a:solidFill>
                      <a:srgbClr val="FFFFFF"/>
                    </a:solidFill>
                    <a:latin typeface="Arial"/>
                    <a:cs typeface="Arial"/>
                  </a:rPr>
                  <a:t>available,</a:t>
                </a:r>
                <a:r>
                  <a:rPr lang="en-US" sz="1200" spc="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spc="-25" dirty="0">
                    <a:solidFill>
                      <a:srgbClr val="FFFFFF"/>
                    </a:solidFill>
                    <a:latin typeface="Arial"/>
                    <a:cs typeface="Arial"/>
                  </a:rPr>
                  <a:t>what’s</a:t>
                </a:r>
                <a:r>
                  <a:rPr lang="en-US" sz="1200" spc="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dirty="0">
                    <a:solidFill>
                      <a:srgbClr val="FFFFFF"/>
                    </a:solidFill>
                    <a:latin typeface="Arial"/>
                    <a:cs typeface="Arial"/>
                  </a:rPr>
                  <a:t>the</a:t>
                </a:r>
                <a:r>
                  <a:rPr lang="en-US" sz="1200" spc="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spc="-65" dirty="0">
                    <a:solidFill>
                      <a:srgbClr val="FFFFFF"/>
                    </a:solidFill>
                    <a:latin typeface="Arial"/>
                    <a:cs typeface="Arial"/>
                  </a:rPr>
                  <a:t>performance</a:t>
                </a:r>
                <a:r>
                  <a:rPr lang="en-US" sz="1200" spc="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dirty="0">
                    <a:solidFill>
                      <a:srgbClr val="FFFFFF"/>
                    </a:solidFill>
                    <a:latin typeface="Arial"/>
                    <a:cs typeface="Arial"/>
                  </a:rPr>
                  <a:t>if</a:t>
                </a:r>
                <a:r>
                  <a:rPr lang="en-US" sz="1200" spc="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spc="-70" dirty="0">
                    <a:solidFill>
                      <a:srgbClr val="FFFFFF"/>
                    </a:solidFill>
                    <a:latin typeface="Arial"/>
                    <a:cs typeface="Arial"/>
                  </a:rPr>
                  <a:t>we </a:t>
                </a:r>
                <a:r>
                  <a:rPr lang="en-US" sz="1200" spc="-60" dirty="0">
                    <a:solidFill>
                      <a:srgbClr val="FFFFFF"/>
                    </a:solidFill>
                    <a:latin typeface="Arial"/>
                    <a:cs typeface="Arial"/>
                  </a:rPr>
                  <a:t>combine</a:t>
                </a:r>
                <a:r>
                  <a:rPr lang="en-US" sz="1200" spc="-2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spc="-10" dirty="0">
                    <a:solidFill>
                      <a:srgbClr val="FFFFFF"/>
                    </a:solidFill>
                    <a:latin typeface="Arial"/>
                    <a:cs typeface="Arial"/>
                  </a:rPr>
                  <a:t>both?</a:t>
                </a:r>
                <a:endParaRPr lang="en-US" sz="1200" dirty="0">
                  <a:latin typeface="Arial"/>
                  <a:cs typeface="Arial"/>
                </a:endParaRPr>
              </a:p>
              <a:p>
                <a:pPr marL="257175" algn="ctr">
                  <a:lnSpc>
                    <a:spcPct val="100000"/>
                  </a:lnSpc>
                  <a:spcBef>
                    <a:spcPts val="5"/>
                  </a:spcBef>
                </a:pPr>
                <a:r>
                  <a:rPr lang="en-US" sz="1200" i="1" dirty="0">
                    <a:solidFill>
                      <a:srgbClr val="FFFFFF"/>
                    </a:solidFill>
                    <a:latin typeface="Arial"/>
                    <a:cs typeface="Arial"/>
                  </a:rPr>
                  <a:t>u</a:t>
                </a:r>
                <a:r>
                  <a:rPr lang="en-US" sz="1200" i="1" spc="2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spc="200" dirty="0">
                    <a:solidFill>
                      <a:srgbClr val="FFFFFF"/>
                    </a:solidFill>
                    <a:latin typeface="Arial"/>
                    <a:cs typeface="Arial"/>
                  </a:rPr>
                  <a:t>=</a:t>
                </a:r>
                <a:r>
                  <a:rPr lang="en-US" sz="1200" spc="-1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i="1" spc="100" dirty="0">
                    <a:solidFill>
                      <a:srgbClr val="FFFFFF"/>
                    </a:solidFill>
                    <a:latin typeface="Menlo"/>
                    <a:cs typeface="Menlo"/>
                  </a:rPr>
                  <a:t>−</a:t>
                </a:r>
                <a:r>
                  <a:rPr lang="en-US" sz="1200" i="1" spc="100" dirty="0">
                    <a:solidFill>
                      <a:srgbClr val="FFFFFF"/>
                    </a:solidFill>
                    <a:latin typeface="Arial"/>
                    <a:cs typeface="Arial"/>
                  </a:rPr>
                  <a:t>K</a:t>
                </a:r>
                <a:r>
                  <a:rPr lang="en-US" sz="1200" i="1" spc="-190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i="1" spc="-440" dirty="0">
                    <a:solidFill>
                      <a:srgbClr val="FFFFFF"/>
                    </a:solidFill>
                    <a:latin typeface="Arial"/>
                    <a:cs typeface="Arial"/>
                  </a:rPr>
                  <a:t>x</a:t>
                </a:r>
                <a:r>
                  <a:rPr lang="en-US" sz="1200" spc="80" dirty="0">
                    <a:solidFill>
                      <a:srgbClr val="FFFFFF"/>
                    </a:solidFill>
                    <a:latin typeface="Arial"/>
                    <a:cs typeface="Arial"/>
                  </a:rPr>
                  <a:t>ˆ</a:t>
                </a:r>
                <a:r>
                  <a:rPr lang="en-US" sz="1200" spc="-8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spc="200" dirty="0">
                    <a:solidFill>
                      <a:srgbClr val="FFFFFF"/>
                    </a:solidFill>
                    <a:latin typeface="Arial"/>
                    <a:cs typeface="Arial"/>
                  </a:rPr>
                  <a:t>+</a:t>
                </a:r>
                <a:r>
                  <a:rPr lang="en-US" sz="1200" spc="-7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i="1" spc="-60" dirty="0">
                    <a:solidFill>
                      <a:srgbClr val="FFFFFF"/>
                    </a:solidFill>
                    <a:latin typeface="Arial"/>
                    <a:cs typeface="Arial"/>
                  </a:rPr>
                  <a:t>v</a:t>
                </a:r>
                <a:endParaRPr sz="1200" dirty="0">
                  <a:latin typeface="Arial"/>
                  <a:cs typeface="Arial"/>
                </a:endParaRPr>
              </a:p>
            </p:txBody>
          </p:sp>
        </mc:Choice>
        <mc:Fallback xmlns="">
          <p:sp>
            <p:nvSpPr>
              <p:cNvPr id="3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228" y="608924"/>
                <a:ext cx="4385310" cy="2430537"/>
              </a:xfrm>
              <a:prstGeom prst="rect">
                <a:avLst/>
              </a:prstGeom>
              <a:blipFill>
                <a:blip r:embed="rId2"/>
                <a:stretch>
                  <a:fillRect l="-1528" t="-1754" b="-17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object 4"/>
          <p:cNvSpPr/>
          <p:nvPr/>
        </p:nvSpPr>
        <p:spPr>
          <a:xfrm>
            <a:off x="0" y="3346272"/>
            <a:ext cx="4608195" cy="109855"/>
          </a:xfrm>
          <a:custGeom>
            <a:avLst/>
            <a:gdLst/>
            <a:ahLst/>
            <a:cxnLst/>
            <a:rect l="l" t="t" r="r" b="b"/>
            <a:pathLst>
              <a:path w="4608195" h="109854">
                <a:moveTo>
                  <a:pt x="4607928" y="0"/>
                </a:moveTo>
                <a:lnTo>
                  <a:pt x="3071939" y="0"/>
                </a:lnTo>
                <a:lnTo>
                  <a:pt x="1535963" y="0"/>
                </a:lnTo>
                <a:lnTo>
                  <a:pt x="0" y="0"/>
                </a:lnTo>
                <a:lnTo>
                  <a:pt x="0" y="109728"/>
                </a:lnTo>
                <a:lnTo>
                  <a:pt x="1535963" y="109728"/>
                </a:lnTo>
                <a:lnTo>
                  <a:pt x="3071939" y="109728"/>
                </a:lnTo>
                <a:lnTo>
                  <a:pt x="4607928" y="109728"/>
                </a:lnTo>
                <a:lnTo>
                  <a:pt x="4607928" y="0"/>
                </a:lnTo>
                <a:close/>
              </a:path>
            </a:pathLst>
          </a:custGeom>
          <a:solidFill>
            <a:srgbClr val="1919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0" dirty="0"/>
              <a:t>Mod</a:t>
            </a:r>
            <a:r>
              <a:rPr spc="125" dirty="0"/>
              <a:t> </a:t>
            </a:r>
            <a:r>
              <a:rPr spc="10" dirty="0"/>
              <a:t>Ctrl</a:t>
            </a:r>
            <a:r>
              <a:rPr spc="130" dirty="0"/>
              <a:t> </a:t>
            </a:r>
            <a:r>
              <a:rPr spc="10" dirty="0"/>
              <a:t>Intro</a:t>
            </a:r>
            <a:r>
              <a:rPr spc="415" dirty="0"/>
              <a:t> </a:t>
            </a:r>
            <a:r>
              <a:rPr spc="50" dirty="0"/>
              <a:t>(w</a:t>
            </a:r>
            <a:r>
              <a:rPr spc="125" dirty="0"/>
              <a:t> </a:t>
            </a:r>
            <a:r>
              <a:rPr spc="10" dirty="0"/>
              <a:t>Matlab</a:t>
            </a:r>
            <a:r>
              <a:rPr spc="130" dirty="0"/>
              <a:t> </a:t>
            </a:r>
            <a:r>
              <a:rPr spc="125" dirty="0"/>
              <a:t>&amp;</a:t>
            </a:r>
            <a:r>
              <a:rPr spc="130" dirty="0"/>
              <a:t> </a:t>
            </a:r>
            <a:r>
              <a:rPr spc="-10" dirty="0"/>
              <a:t>Python)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665249" y="3338410"/>
            <a:ext cx="1277620" cy="1225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00" dirty="0">
                <a:solidFill>
                  <a:srgbClr val="BF447D"/>
                </a:solidFill>
                <a:latin typeface="Arial"/>
                <a:cs typeface="Arial"/>
                <a:hlinkClick r:id="rId3" action="ppaction://hlinksldjump"/>
              </a:rPr>
              <a:t>Observers</a:t>
            </a:r>
            <a:r>
              <a:rPr sz="600" spc="135" dirty="0">
                <a:solidFill>
                  <a:srgbClr val="BF447D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600" dirty="0">
                <a:solidFill>
                  <a:srgbClr val="BF447D"/>
                </a:solidFill>
                <a:latin typeface="Arial"/>
                <a:cs typeface="Arial"/>
                <a:hlinkClick r:id="rId3" action="ppaction://hlinksldjump"/>
              </a:rPr>
              <a:t>and</a:t>
            </a:r>
            <a:r>
              <a:rPr sz="600" spc="140" dirty="0">
                <a:solidFill>
                  <a:srgbClr val="BF447D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600" dirty="0">
                <a:solidFill>
                  <a:srgbClr val="BF447D"/>
                </a:solidFill>
                <a:latin typeface="Arial"/>
                <a:cs typeface="Arial"/>
                <a:hlinkClick r:id="rId3" action="ppaction://hlinksldjump"/>
              </a:rPr>
              <a:t>Observer</a:t>
            </a:r>
            <a:r>
              <a:rPr sz="600" spc="140" dirty="0">
                <a:solidFill>
                  <a:srgbClr val="BF447D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600" dirty="0">
                <a:solidFill>
                  <a:srgbClr val="BF447D"/>
                </a:solidFill>
                <a:latin typeface="Arial"/>
                <a:cs typeface="Arial"/>
                <a:hlinkClick r:id="rId3" action="ppaction://hlinksldjump"/>
              </a:rPr>
              <a:t>State</a:t>
            </a:r>
            <a:r>
              <a:rPr sz="600" spc="140" dirty="0">
                <a:solidFill>
                  <a:srgbClr val="BF447D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600" spc="30" dirty="0">
                <a:solidFill>
                  <a:srgbClr val="BF447D"/>
                </a:solidFill>
                <a:latin typeface="Arial"/>
                <a:cs typeface="Arial"/>
                <a:hlinkClick r:id="rId3" action="ppaction://hlinksldjump"/>
              </a:rPr>
              <a:t>FB</a:t>
            </a:r>
            <a:endParaRPr sz="6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275163" y="3338410"/>
            <a:ext cx="278130" cy="1225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00" dirty="0">
                <a:solidFill>
                  <a:srgbClr val="E5E5E5"/>
                </a:solidFill>
                <a:latin typeface="Arial"/>
                <a:cs typeface="Arial"/>
              </a:rPr>
              <a:t>24</a:t>
            </a:r>
            <a:r>
              <a:rPr sz="600" spc="-40" dirty="0">
                <a:solidFill>
                  <a:srgbClr val="E5E5E5"/>
                </a:solidFill>
                <a:latin typeface="Arial"/>
                <a:cs typeface="Arial"/>
              </a:rPr>
              <a:t> </a:t>
            </a:r>
            <a:r>
              <a:rPr sz="600" spc="185" dirty="0">
                <a:solidFill>
                  <a:srgbClr val="E5E5E5"/>
                </a:solidFill>
                <a:latin typeface="Arial"/>
                <a:cs typeface="Arial"/>
              </a:rPr>
              <a:t>/</a:t>
            </a:r>
            <a:r>
              <a:rPr sz="600" spc="-40" dirty="0">
                <a:solidFill>
                  <a:srgbClr val="E5E5E5"/>
                </a:solidFill>
                <a:latin typeface="Arial"/>
                <a:cs typeface="Arial"/>
              </a:rPr>
              <a:t> </a:t>
            </a:r>
            <a:r>
              <a:rPr sz="600" spc="-25" dirty="0">
                <a:solidFill>
                  <a:srgbClr val="E5E5E5"/>
                </a:solidFill>
                <a:latin typeface="Arial"/>
                <a:cs typeface="Arial"/>
              </a:rPr>
              <a:t>27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135" dirty="0"/>
              <a:t>Closed-</a:t>
            </a:r>
            <a:r>
              <a:rPr spc="-85" dirty="0"/>
              <a:t>loop</a:t>
            </a:r>
            <a:r>
              <a:rPr spc="40" dirty="0"/>
              <a:t> </a:t>
            </a:r>
            <a:r>
              <a:rPr spc="-120" dirty="0"/>
              <a:t>dynamics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3"/>
              <p:cNvSpPr txBox="1"/>
              <p:nvPr/>
            </p:nvSpPr>
            <p:spPr>
              <a:xfrm>
                <a:off x="215442" y="365011"/>
                <a:ext cx="3124835" cy="1307794"/>
              </a:xfrm>
              <a:prstGeom prst="rect">
                <a:avLst/>
              </a:prstGeom>
            </p:spPr>
            <p:txBody>
              <a:bodyPr vert="horz" wrap="square" lIns="0" tIns="111760" rIns="0" bIns="0" rtlCol="0">
                <a:spAutoFit/>
              </a:bodyPr>
              <a:lstStyle/>
              <a:p>
                <a:pPr marL="38100">
                  <a:lnSpc>
                    <a:spcPct val="100000"/>
                  </a:lnSpc>
                  <a:spcBef>
                    <a:spcPts val="880"/>
                  </a:spcBef>
                </a:pPr>
                <a:r>
                  <a:rPr lang="en-US" sz="1800" spc="300" baseline="4629" dirty="0">
                    <a:solidFill>
                      <a:srgbClr val="7F7F7F"/>
                    </a:solidFill>
                    <a:latin typeface="Arial Unicode MS"/>
                    <a:cs typeface="Arial Unicode MS"/>
                  </a:rPr>
                  <a:t>▶</a:t>
                </a:r>
                <a:r>
                  <a:rPr lang="en-US" sz="1800" spc="345" baseline="4629" dirty="0">
                    <a:solidFill>
                      <a:srgbClr val="7F7F7F"/>
                    </a:solidFill>
                    <a:latin typeface="Arial Unicode MS"/>
                    <a:cs typeface="Arial Unicode MS"/>
                  </a:rPr>
                  <a:t> </a:t>
                </a:r>
                <a:r>
                  <a:rPr lang="en-US" sz="1200" dirty="0">
                    <a:solidFill>
                      <a:srgbClr val="FFFFFF"/>
                    </a:solidFill>
                    <a:latin typeface="Arial"/>
                    <a:cs typeface="Arial"/>
                  </a:rPr>
                  <a:t>full</a:t>
                </a:r>
                <a:r>
                  <a:rPr lang="en-US" sz="1200" spc="40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spc="-80" dirty="0">
                    <a:solidFill>
                      <a:srgbClr val="FFFFFF"/>
                    </a:solidFill>
                    <a:latin typeface="Arial"/>
                    <a:cs typeface="Arial"/>
                  </a:rPr>
                  <a:t>closed-</a:t>
                </a:r>
                <a:r>
                  <a:rPr lang="en-US" sz="1200" spc="-40" dirty="0">
                    <a:solidFill>
                      <a:srgbClr val="FFFFFF"/>
                    </a:solidFill>
                    <a:latin typeface="Arial"/>
                    <a:cs typeface="Arial"/>
                  </a:rPr>
                  <a:t>loop</a:t>
                </a:r>
                <a:r>
                  <a:rPr lang="en-US" sz="1200" spc="4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spc="-10" dirty="0">
                    <a:solidFill>
                      <a:srgbClr val="FFFFFF"/>
                    </a:solidFill>
                    <a:latin typeface="Arial"/>
                    <a:cs typeface="Arial"/>
                  </a:rPr>
                  <a:t>system</a:t>
                </a:r>
                <a:endParaRPr lang="en-US" sz="1200" dirty="0">
                  <a:latin typeface="Arial"/>
                  <a:cs typeface="Arial"/>
                </a:endParaRPr>
              </a:p>
              <a:p>
                <a:pPr marL="1387475" marR="906144" indent="1905">
                  <a:lnSpc>
                    <a:spcPct val="121100"/>
                  </a:lnSpc>
                  <a:spcBef>
                    <a:spcPts val="475"/>
                  </a:spcBef>
                </a:pP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altLang="zh-CN" sz="1200" b="0" i="1" spc="-245" dirty="0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</m:ctrlPr>
                      </m:accPr>
                      <m:e>
                        <m:r>
                          <a:rPr lang="zh-CN" altLang="en-US" sz="1200" b="0" i="1" spc="-245" dirty="0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sz="1200" spc="200" dirty="0">
                    <a:solidFill>
                      <a:srgbClr val="FFFFFF"/>
                    </a:solidFill>
                    <a:latin typeface="Arial"/>
                    <a:cs typeface="Arial"/>
                  </a:rPr>
                  <a:t> =</a:t>
                </a:r>
                <a:r>
                  <a:rPr lang="en-US" sz="1200" spc="-50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i="1" dirty="0">
                    <a:solidFill>
                      <a:srgbClr val="FFFFFF"/>
                    </a:solidFill>
                    <a:latin typeface="Arial"/>
                    <a:cs typeface="Arial"/>
                  </a:rPr>
                  <a:t>Ax</a:t>
                </a:r>
                <a:r>
                  <a:rPr lang="en-US" sz="1200" i="1" spc="20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spc="200" dirty="0">
                    <a:solidFill>
                      <a:srgbClr val="FFFFFF"/>
                    </a:solidFill>
                    <a:latin typeface="Arial"/>
                    <a:cs typeface="Arial"/>
                  </a:rPr>
                  <a:t>+</a:t>
                </a:r>
                <a:r>
                  <a:rPr lang="en-US" sz="1200" spc="-8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i="1" spc="-50" dirty="0">
                    <a:solidFill>
                      <a:srgbClr val="FFFFFF"/>
                    </a:solidFill>
                    <a:latin typeface="Arial"/>
                    <a:cs typeface="Arial"/>
                  </a:rPr>
                  <a:t>Bu </a:t>
                </a:r>
                <a:r>
                  <a:rPr lang="en-US" sz="1200" i="1" dirty="0">
                    <a:solidFill>
                      <a:srgbClr val="FFFFFF"/>
                    </a:solidFill>
                    <a:latin typeface="Arial"/>
                    <a:cs typeface="Arial"/>
                  </a:rPr>
                  <a:t>y</a:t>
                </a:r>
                <a:r>
                  <a:rPr lang="en-US" sz="1200" i="1" spc="8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spc="200" dirty="0">
                    <a:solidFill>
                      <a:srgbClr val="FFFFFF"/>
                    </a:solidFill>
                    <a:latin typeface="Arial"/>
                    <a:cs typeface="Arial"/>
                  </a:rPr>
                  <a:t>=</a:t>
                </a:r>
                <a:r>
                  <a:rPr lang="en-US" sz="1200" spc="-30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i="1" spc="-25" dirty="0">
                    <a:solidFill>
                      <a:srgbClr val="FFFFFF"/>
                    </a:solidFill>
                    <a:latin typeface="Arial"/>
                    <a:cs typeface="Arial"/>
                  </a:rPr>
                  <a:t>Cx</a:t>
                </a:r>
                <a:endParaRPr lang="en-US" sz="1200" dirty="0">
                  <a:latin typeface="Arial"/>
                  <a:cs typeface="Arial"/>
                </a:endParaRPr>
              </a:p>
              <a:p>
                <a:pPr marL="1390015">
                  <a:lnSpc>
                    <a:spcPct val="100000"/>
                  </a:lnSpc>
                  <a:spcBef>
                    <a:spcPts val="500"/>
                  </a:spcBef>
                </a:pP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sz="1200" b="0" i="1" spc="-585" dirty="0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</m:ctrlPr>
                      </m:accPr>
                      <m:e>
                        <m:acc>
                          <m:accPr>
                            <m:chr m:val="̂"/>
                            <m:ctrlPr>
                              <a:rPr lang="en-US" sz="1200" b="0" i="1" spc="-585" dirty="0" smtClean="0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  <a:cs typeface="Arial"/>
                              </a:rPr>
                            </m:ctrlPr>
                          </m:accPr>
                          <m:e>
                            <m:r>
                              <a:rPr lang="en-US" sz="1200" b="0" i="1" spc="-585" dirty="0" smtClean="0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  <a:cs typeface="Arial"/>
                              </a:rPr>
                              <m:t>𝑥</m:t>
                            </m:r>
                          </m:e>
                        </m:acc>
                      </m:e>
                    </m:acc>
                  </m:oMath>
                </a14:m>
                <a:r>
                  <a:rPr lang="en-US" sz="1200" spc="200" dirty="0">
                    <a:solidFill>
                      <a:srgbClr val="FFFFFF"/>
                    </a:solidFill>
                    <a:latin typeface="Arial"/>
                    <a:cs typeface="Arial"/>
                  </a:rPr>
                  <a:t>  =</a:t>
                </a:r>
                <a:r>
                  <a:rPr lang="en-US" sz="1200" spc="-1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i="1" spc="35" dirty="0">
                    <a:solidFill>
                      <a:srgbClr val="FFFFFF"/>
                    </a:solidFill>
                    <a:latin typeface="Arial"/>
                    <a:cs typeface="Arial"/>
                  </a:rPr>
                  <a:t>A</a:t>
                </a:r>
                <a:r>
                  <a:rPr lang="en-US" sz="1200" i="1" spc="-475" dirty="0">
                    <a:solidFill>
                      <a:srgbClr val="FFFFFF"/>
                    </a:solidFill>
                    <a:latin typeface="Arial"/>
                    <a:cs typeface="Arial"/>
                  </a:rPr>
                  <a:t>x</a:t>
                </a:r>
                <a:r>
                  <a:rPr lang="en-US" sz="1200" spc="45" dirty="0">
                    <a:solidFill>
                      <a:srgbClr val="FFFFFF"/>
                    </a:solidFill>
                    <a:latin typeface="Arial"/>
                    <a:cs typeface="Arial"/>
                  </a:rPr>
                  <a:t>ˆ</a:t>
                </a:r>
                <a:r>
                  <a:rPr lang="en-US" sz="1200" spc="-8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spc="200" dirty="0">
                    <a:solidFill>
                      <a:srgbClr val="FFFFFF"/>
                    </a:solidFill>
                    <a:latin typeface="Arial"/>
                    <a:cs typeface="Arial"/>
                  </a:rPr>
                  <a:t>+</a:t>
                </a:r>
                <a:r>
                  <a:rPr lang="en-US" sz="1200" spc="-70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i="1" spc="-20" dirty="0">
                    <a:solidFill>
                      <a:srgbClr val="FFFFFF"/>
                    </a:solidFill>
                    <a:latin typeface="Arial"/>
                    <a:cs typeface="Arial"/>
                  </a:rPr>
                  <a:t>Bu</a:t>
                </a:r>
                <a:r>
                  <a:rPr lang="en-US" sz="1200" i="1" spc="-1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spc="200" dirty="0">
                    <a:solidFill>
                      <a:srgbClr val="FFFFFF"/>
                    </a:solidFill>
                    <a:latin typeface="Arial"/>
                    <a:cs typeface="Arial"/>
                  </a:rPr>
                  <a:t>+</a:t>
                </a:r>
                <a:r>
                  <a:rPr lang="en-US" sz="1200" spc="-70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i="1" spc="-40" dirty="0">
                    <a:solidFill>
                      <a:srgbClr val="FFFFFF"/>
                    </a:solidFill>
                    <a:latin typeface="Arial"/>
                    <a:cs typeface="Arial"/>
                  </a:rPr>
                  <a:t>L</a:t>
                </a:r>
                <a:r>
                  <a:rPr lang="en-US" sz="1200" i="1" spc="-13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dirty="0">
                    <a:solidFill>
                      <a:srgbClr val="FFFFFF"/>
                    </a:solidFill>
                    <a:latin typeface="Arial"/>
                    <a:cs typeface="Arial"/>
                  </a:rPr>
                  <a:t>(</a:t>
                </a:r>
                <a:r>
                  <a:rPr lang="en-US" sz="1200" i="1" dirty="0">
                    <a:solidFill>
                      <a:srgbClr val="FFFFFF"/>
                    </a:solidFill>
                    <a:latin typeface="Arial"/>
                    <a:cs typeface="Arial"/>
                  </a:rPr>
                  <a:t>y</a:t>
                </a:r>
                <a:r>
                  <a:rPr lang="en-US" sz="1200" i="1" spc="60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i="1" spc="200" dirty="0">
                    <a:solidFill>
                      <a:srgbClr val="FFFFFF"/>
                    </a:solidFill>
                    <a:latin typeface="Menlo"/>
                    <a:cs typeface="Menlo"/>
                  </a:rPr>
                  <a:t>−</a:t>
                </a:r>
                <a:r>
                  <a:rPr lang="en-US" sz="1200" i="1" spc="-459" dirty="0">
                    <a:solidFill>
                      <a:srgbClr val="FFFFFF"/>
                    </a:solidFill>
                    <a:latin typeface="Menlo"/>
                    <a:cs typeface="Menlo"/>
                  </a:rPr>
                  <a:t> </a:t>
                </a:r>
                <a:r>
                  <a:rPr lang="en-US" sz="1200" i="1" spc="-130" dirty="0">
                    <a:solidFill>
                      <a:srgbClr val="FFFFFF"/>
                    </a:solidFill>
                    <a:latin typeface="Arial"/>
                    <a:cs typeface="Arial"/>
                  </a:rPr>
                  <a:t>C</a:t>
                </a:r>
                <a:r>
                  <a:rPr lang="en-US" sz="1200" i="1" spc="-190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i="1" spc="-370" dirty="0">
                    <a:solidFill>
                      <a:srgbClr val="FFFFFF"/>
                    </a:solidFill>
                    <a:latin typeface="Arial"/>
                    <a:cs typeface="Arial"/>
                  </a:rPr>
                  <a:t>x</a:t>
                </a:r>
                <a:r>
                  <a:rPr lang="en-US" sz="1200" spc="135" dirty="0">
                    <a:solidFill>
                      <a:srgbClr val="FFFFFF"/>
                    </a:solidFill>
                    <a:latin typeface="Arial"/>
                    <a:cs typeface="Arial"/>
                  </a:rPr>
                  <a:t>ˆ</a:t>
                </a:r>
                <a:r>
                  <a:rPr lang="en-US" sz="1200" spc="150" dirty="0">
                    <a:solidFill>
                      <a:srgbClr val="FFFFFF"/>
                    </a:solidFill>
                    <a:latin typeface="Arial"/>
                    <a:cs typeface="Arial"/>
                  </a:rPr>
                  <a:t>)</a:t>
                </a:r>
                <a:endParaRPr lang="en-US" sz="1200" dirty="0">
                  <a:latin typeface="Arial"/>
                  <a:cs typeface="Arial"/>
                </a:endParaRPr>
              </a:p>
              <a:p>
                <a:pPr marL="1388745">
                  <a:lnSpc>
                    <a:spcPct val="100000"/>
                  </a:lnSpc>
                  <a:spcBef>
                    <a:spcPts val="305"/>
                  </a:spcBef>
                </a:pPr>
                <a:r>
                  <a:rPr lang="en-US" sz="1200" i="1" dirty="0">
                    <a:solidFill>
                      <a:srgbClr val="FFFFFF"/>
                    </a:solidFill>
                    <a:latin typeface="Arial"/>
                    <a:cs typeface="Arial"/>
                  </a:rPr>
                  <a:t>u</a:t>
                </a:r>
                <a:r>
                  <a:rPr lang="en-US" sz="1200" i="1" spc="2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spc="200" dirty="0">
                    <a:solidFill>
                      <a:srgbClr val="FFFFFF"/>
                    </a:solidFill>
                    <a:latin typeface="Arial"/>
                    <a:cs typeface="Arial"/>
                  </a:rPr>
                  <a:t>=</a:t>
                </a:r>
                <a:r>
                  <a:rPr lang="en-US" sz="1200" spc="-1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i="1" spc="100" dirty="0">
                    <a:solidFill>
                      <a:srgbClr val="FFFFFF"/>
                    </a:solidFill>
                    <a:latin typeface="Menlo"/>
                    <a:cs typeface="Menlo"/>
                  </a:rPr>
                  <a:t>−</a:t>
                </a:r>
                <a:r>
                  <a:rPr lang="en-US" sz="1200" i="1" spc="100" dirty="0">
                    <a:solidFill>
                      <a:srgbClr val="FFFFFF"/>
                    </a:solidFill>
                    <a:latin typeface="Arial"/>
                    <a:cs typeface="Arial"/>
                  </a:rPr>
                  <a:t>K</a:t>
                </a:r>
                <a:r>
                  <a:rPr lang="en-US" sz="1200" i="1" spc="-190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i="1" spc="-440" dirty="0">
                    <a:solidFill>
                      <a:srgbClr val="FFFFFF"/>
                    </a:solidFill>
                    <a:latin typeface="Arial"/>
                    <a:cs typeface="Arial"/>
                  </a:rPr>
                  <a:t>x</a:t>
                </a:r>
                <a:r>
                  <a:rPr lang="en-US" sz="1200" spc="80" dirty="0">
                    <a:solidFill>
                      <a:srgbClr val="FFFFFF"/>
                    </a:solidFill>
                    <a:latin typeface="Arial"/>
                    <a:cs typeface="Arial"/>
                  </a:rPr>
                  <a:t>ˆ</a:t>
                </a:r>
                <a:r>
                  <a:rPr lang="en-US" sz="1200" spc="-8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spc="200" dirty="0">
                    <a:solidFill>
                      <a:srgbClr val="FFFFFF"/>
                    </a:solidFill>
                    <a:latin typeface="Arial"/>
                    <a:cs typeface="Arial"/>
                  </a:rPr>
                  <a:t>+</a:t>
                </a:r>
                <a:r>
                  <a:rPr lang="en-US" sz="1200" spc="-7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i="1" spc="-60" dirty="0">
                    <a:solidFill>
                      <a:srgbClr val="FFFFFF"/>
                    </a:solidFill>
                    <a:latin typeface="Arial"/>
                    <a:cs typeface="Arial"/>
                  </a:rPr>
                  <a:t>v</a:t>
                </a:r>
                <a:endParaRPr sz="1200" dirty="0">
                  <a:latin typeface="Arial"/>
                  <a:cs typeface="Arial"/>
                </a:endParaRPr>
              </a:p>
            </p:txBody>
          </p:sp>
        </mc:Choice>
        <mc:Fallback xmlns="">
          <p:sp>
            <p:nvSpPr>
              <p:cNvPr id="3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442" y="365011"/>
                <a:ext cx="3124835" cy="1307794"/>
              </a:xfrm>
              <a:prstGeom prst="rect">
                <a:avLst/>
              </a:prstGeom>
              <a:blipFill>
                <a:blip r:embed="rId2"/>
                <a:stretch>
                  <a:fillRect l="-1754" r="-1754" b="-56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object 14"/>
          <p:cNvSpPr txBox="1"/>
          <p:nvPr/>
        </p:nvSpPr>
        <p:spPr>
          <a:xfrm>
            <a:off x="240842" y="2393566"/>
            <a:ext cx="14351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150" dirty="0">
                <a:solidFill>
                  <a:srgbClr val="7F7F7F"/>
                </a:solidFill>
                <a:latin typeface="Arial Unicode MS"/>
                <a:cs typeface="Arial Unicode MS"/>
              </a:rPr>
              <a:t>▶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33260" y="2409378"/>
            <a:ext cx="194818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65" dirty="0">
                <a:solidFill>
                  <a:srgbClr val="FFFFFF"/>
                </a:solidFill>
                <a:latin typeface="Arial"/>
                <a:cs typeface="Arial"/>
              </a:rPr>
              <a:t>using</a:t>
            </a:r>
            <a:r>
              <a:rPr sz="12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70" dirty="0">
                <a:solidFill>
                  <a:srgbClr val="FFFFFF"/>
                </a:solidFill>
                <a:latin typeface="Arial"/>
                <a:cs typeface="Arial"/>
              </a:rPr>
              <a:t>again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35" dirty="0">
                <a:solidFill>
                  <a:srgbClr val="FFFFFF"/>
                </a:solidFill>
                <a:latin typeface="Arial"/>
                <a:cs typeface="Arial"/>
              </a:rPr>
              <a:t>similarity</a:t>
            </a:r>
            <a:r>
              <a:rPr sz="12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35" dirty="0">
                <a:solidFill>
                  <a:srgbClr val="FFFFFF"/>
                </a:solidFill>
                <a:latin typeface="Arial"/>
                <a:cs typeface="Arial"/>
              </a:rPr>
              <a:t>transform</a:t>
            </a:r>
            <a:endParaRPr sz="1200">
              <a:latin typeface="Arial"/>
              <a:cs typeface="Arial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0" y="3346272"/>
            <a:ext cx="4608195" cy="109855"/>
          </a:xfrm>
          <a:custGeom>
            <a:avLst/>
            <a:gdLst/>
            <a:ahLst/>
            <a:cxnLst/>
            <a:rect l="l" t="t" r="r" b="b"/>
            <a:pathLst>
              <a:path w="4608195" h="109854">
                <a:moveTo>
                  <a:pt x="4607928" y="0"/>
                </a:moveTo>
                <a:lnTo>
                  <a:pt x="3071939" y="0"/>
                </a:lnTo>
                <a:lnTo>
                  <a:pt x="1535963" y="0"/>
                </a:lnTo>
                <a:lnTo>
                  <a:pt x="0" y="0"/>
                </a:lnTo>
                <a:lnTo>
                  <a:pt x="0" y="109728"/>
                </a:lnTo>
                <a:lnTo>
                  <a:pt x="1535963" y="109728"/>
                </a:lnTo>
                <a:lnTo>
                  <a:pt x="3071939" y="109728"/>
                </a:lnTo>
                <a:lnTo>
                  <a:pt x="4607928" y="109728"/>
                </a:lnTo>
                <a:lnTo>
                  <a:pt x="4607928" y="0"/>
                </a:lnTo>
                <a:close/>
              </a:path>
            </a:pathLst>
          </a:custGeom>
          <a:solidFill>
            <a:srgbClr val="1919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0" dirty="0"/>
              <a:t>Mod</a:t>
            </a:r>
            <a:r>
              <a:rPr spc="125" dirty="0"/>
              <a:t> </a:t>
            </a:r>
            <a:r>
              <a:rPr spc="10" dirty="0"/>
              <a:t>Ctrl</a:t>
            </a:r>
            <a:r>
              <a:rPr spc="130" dirty="0"/>
              <a:t> </a:t>
            </a:r>
            <a:r>
              <a:rPr spc="10" dirty="0"/>
              <a:t>Intro</a:t>
            </a:r>
            <a:r>
              <a:rPr spc="415" dirty="0"/>
              <a:t> </a:t>
            </a:r>
            <a:r>
              <a:rPr spc="50" dirty="0"/>
              <a:t>(w</a:t>
            </a:r>
            <a:r>
              <a:rPr spc="125" dirty="0"/>
              <a:t> </a:t>
            </a:r>
            <a:r>
              <a:rPr spc="10" dirty="0"/>
              <a:t>Matlab</a:t>
            </a:r>
            <a:r>
              <a:rPr spc="130" dirty="0"/>
              <a:t> </a:t>
            </a:r>
            <a:r>
              <a:rPr spc="125" dirty="0"/>
              <a:t>&amp;</a:t>
            </a:r>
            <a:r>
              <a:rPr spc="130" dirty="0"/>
              <a:t> </a:t>
            </a:r>
            <a:r>
              <a:rPr spc="-10" dirty="0"/>
              <a:t>Python)</a:t>
            </a:r>
          </a:p>
        </p:txBody>
      </p:sp>
      <p:sp>
        <p:nvSpPr>
          <p:cNvPr id="37" name="object 37"/>
          <p:cNvSpPr txBox="1"/>
          <p:nvPr/>
        </p:nvSpPr>
        <p:spPr>
          <a:xfrm>
            <a:off x="1665249" y="3338410"/>
            <a:ext cx="1277620" cy="1225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00" dirty="0">
                <a:solidFill>
                  <a:srgbClr val="BF447D"/>
                </a:solidFill>
                <a:latin typeface="Arial"/>
                <a:cs typeface="Arial"/>
                <a:hlinkClick r:id="rId3" action="ppaction://hlinksldjump"/>
              </a:rPr>
              <a:t>Observers</a:t>
            </a:r>
            <a:r>
              <a:rPr sz="600" spc="135" dirty="0">
                <a:solidFill>
                  <a:srgbClr val="BF447D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600" dirty="0">
                <a:solidFill>
                  <a:srgbClr val="BF447D"/>
                </a:solidFill>
                <a:latin typeface="Arial"/>
                <a:cs typeface="Arial"/>
                <a:hlinkClick r:id="rId3" action="ppaction://hlinksldjump"/>
              </a:rPr>
              <a:t>and</a:t>
            </a:r>
            <a:r>
              <a:rPr sz="600" spc="140" dirty="0">
                <a:solidFill>
                  <a:srgbClr val="BF447D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600" dirty="0">
                <a:solidFill>
                  <a:srgbClr val="BF447D"/>
                </a:solidFill>
                <a:latin typeface="Arial"/>
                <a:cs typeface="Arial"/>
                <a:hlinkClick r:id="rId3" action="ppaction://hlinksldjump"/>
              </a:rPr>
              <a:t>Observer</a:t>
            </a:r>
            <a:r>
              <a:rPr sz="600" spc="140" dirty="0">
                <a:solidFill>
                  <a:srgbClr val="BF447D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600" dirty="0">
                <a:solidFill>
                  <a:srgbClr val="BF447D"/>
                </a:solidFill>
                <a:latin typeface="Arial"/>
                <a:cs typeface="Arial"/>
                <a:hlinkClick r:id="rId3" action="ppaction://hlinksldjump"/>
              </a:rPr>
              <a:t>State</a:t>
            </a:r>
            <a:r>
              <a:rPr sz="600" spc="140" dirty="0">
                <a:solidFill>
                  <a:srgbClr val="BF447D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600" spc="30" dirty="0">
                <a:solidFill>
                  <a:srgbClr val="BF447D"/>
                </a:solidFill>
                <a:latin typeface="Arial"/>
                <a:cs typeface="Arial"/>
                <a:hlinkClick r:id="rId3" action="ppaction://hlinksldjump"/>
              </a:rPr>
              <a:t>FB</a:t>
            </a:r>
            <a:endParaRPr sz="60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275163" y="3338410"/>
            <a:ext cx="278130" cy="1225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00" dirty="0">
                <a:solidFill>
                  <a:srgbClr val="E5E5E5"/>
                </a:solidFill>
                <a:latin typeface="Arial"/>
                <a:cs typeface="Arial"/>
              </a:rPr>
              <a:t>25</a:t>
            </a:r>
            <a:r>
              <a:rPr sz="600" spc="-40" dirty="0">
                <a:solidFill>
                  <a:srgbClr val="E5E5E5"/>
                </a:solidFill>
                <a:latin typeface="Arial"/>
                <a:cs typeface="Arial"/>
              </a:rPr>
              <a:t> </a:t>
            </a:r>
            <a:r>
              <a:rPr sz="600" spc="185" dirty="0">
                <a:solidFill>
                  <a:srgbClr val="E5E5E5"/>
                </a:solidFill>
                <a:latin typeface="Arial"/>
                <a:cs typeface="Arial"/>
              </a:rPr>
              <a:t>/</a:t>
            </a:r>
            <a:r>
              <a:rPr sz="600" spc="-40" dirty="0">
                <a:solidFill>
                  <a:srgbClr val="E5E5E5"/>
                </a:solidFill>
                <a:latin typeface="Arial"/>
                <a:cs typeface="Arial"/>
              </a:rPr>
              <a:t> </a:t>
            </a:r>
            <a:r>
              <a:rPr sz="600" spc="-25" dirty="0">
                <a:solidFill>
                  <a:srgbClr val="E5E5E5"/>
                </a:solidFill>
                <a:latin typeface="Arial"/>
                <a:cs typeface="Arial"/>
              </a:rPr>
              <a:t>27</a:t>
            </a:r>
            <a:endParaRPr sz="600">
              <a:latin typeface="Arial"/>
              <a:cs typeface="Arial"/>
            </a:endParaRPr>
          </a:p>
        </p:txBody>
      </p:sp>
      <p:sp>
        <p:nvSpPr>
          <p:cNvPr id="39" name="object 4">
            <a:extLst>
              <a:ext uri="{FF2B5EF4-FFF2-40B4-BE49-F238E27FC236}">
                <a16:creationId xmlns:a16="http://schemas.microsoft.com/office/drawing/2014/main" id="{49A523CE-FEBA-81DB-548D-34B8AE5EB560}"/>
              </a:ext>
            </a:extLst>
          </p:cNvPr>
          <p:cNvSpPr txBox="1"/>
          <p:nvPr/>
        </p:nvSpPr>
        <p:spPr>
          <a:xfrm>
            <a:off x="524535" y="1951632"/>
            <a:ext cx="177165" cy="19684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i="1" spc="409" dirty="0">
                <a:solidFill>
                  <a:schemeClr val="bg1"/>
                </a:solidFill>
                <a:latin typeface="Menlo"/>
                <a:cs typeface="Menlo"/>
              </a:rPr>
              <a:t>⇒</a:t>
            </a:r>
            <a:endParaRPr sz="1200">
              <a:solidFill>
                <a:schemeClr val="bg1"/>
              </a:solidFill>
              <a:latin typeface="Menlo"/>
              <a:cs typeface="Menlo"/>
            </a:endParaRPr>
          </a:p>
        </p:txBody>
      </p:sp>
      <p:sp>
        <p:nvSpPr>
          <p:cNvPr id="40" name="object 25">
            <a:extLst>
              <a:ext uri="{FF2B5EF4-FFF2-40B4-BE49-F238E27FC236}">
                <a16:creationId xmlns:a16="http://schemas.microsoft.com/office/drawing/2014/main" id="{A0D83AA8-F720-8253-EA85-BDFF3E843F54}"/>
              </a:ext>
            </a:extLst>
          </p:cNvPr>
          <p:cNvSpPr txBox="1"/>
          <p:nvPr/>
        </p:nvSpPr>
        <p:spPr>
          <a:xfrm>
            <a:off x="3794296" y="2413705"/>
            <a:ext cx="326390" cy="19684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80" dirty="0">
                <a:solidFill>
                  <a:schemeClr val="bg1"/>
                </a:solidFill>
                <a:latin typeface="Arial"/>
                <a:cs typeface="Arial"/>
              </a:rPr>
              <a:t>gives</a:t>
            </a:r>
            <a:endParaRPr sz="1200" dirty="0">
              <a:solidFill>
                <a:schemeClr val="bg1"/>
              </a:solidFill>
              <a:latin typeface="Arial"/>
              <a:cs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729098C6-BD7C-6E95-1967-F7E333ECA731}"/>
                  </a:ext>
                </a:extLst>
              </p:cNvPr>
              <p:cNvSpPr txBox="1"/>
              <p:nvPr/>
            </p:nvSpPr>
            <p:spPr>
              <a:xfrm>
                <a:off x="767994" y="1860945"/>
                <a:ext cx="2676758" cy="35554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mr>
                            <m:m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altLang="zh-CN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</m:e>
                            </m:mr>
                          </m:m>
                        </m:e>
                      </m:d>
                      <m:r>
                        <a:rPr lang="en-US" altLang="zh-CN" sz="1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e>
                                <m:r>
                                  <a:rPr lang="en-US" altLang="zh-CN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CN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𝐵𝐾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𝐿𝐶</m:t>
                                </m:r>
                              </m:e>
                              <m:e>
                                <m:r>
                                  <a:rPr lang="en-US" altLang="zh-CN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US" altLang="zh-CN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CN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𝐿𝐶</m:t>
                                </m:r>
                                <m:r>
                                  <a:rPr lang="en-US" altLang="zh-CN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CN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𝐵𝐾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mr>
                            <m:m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altLang="zh-CN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</m:e>
                            </m:mr>
                          </m:m>
                        </m:e>
                      </m:d>
                      <m:r>
                        <a:rPr lang="en-US" altLang="zh-CN" sz="1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CN" sz="1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zh-CN" altLang="en-US" sz="12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729098C6-BD7C-6E95-1967-F7E333ECA7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994" y="1860945"/>
                <a:ext cx="2676758" cy="355547"/>
              </a:xfrm>
              <a:prstGeom prst="rect">
                <a:avLst/>
              </a:prstGeom>
              <a:blipFill>
                <a:blip r:embed="rId4"/>
                <a:stretch>
                  <a:fillRect l="-911" t="-3390" b="-1355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FB3DBE16-1B60-F168-21B6-8C6820024BAD}"/>
                  </a:ext>
                </a:extLst>
              </p:cNvPr>
              <p:cNvSpPr txBox="1"/>
              <p:nvPr/>
            </p:nvSpPr>
            <p:spPr>
              <a:xfrm>
                <a:off x="2430348" y="2339975"/>
                <a:ext cx="1315040" cy="34291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CN" sz="1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CN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altLang="zh-CN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e>
                                  <m:sub>
                                    <m:r>
                                      <a:rPr lang="en-US" altLang="zh-CN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zh-CN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e>
                                  <m:sub>
                                    <m:r>
                                      <a:rPr lang="en-US" altLang="zh-CN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mr>
                            <m:m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altLang="zh-CN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sz="1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sz="12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FB3DBE16-1B60-F168-21B6-8C6820024B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0348" y="2339975"/>
                <a:ext cx="1315040" cy="342914"/>
              </a:xfrm>
              <a:prstGeom prst="rect">
                <a:avLst/>
              </a:prstGeom>
              <a:blipFill>
                <a:blip r:embed="rId5"/>
                <a:stretch>
                  <a:fillRect t="-1786" r="-13953" b="-89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E0523C91-7D5F-71B9-A974-D77B5D1ECC20}"/>
                  </a:ext>
                </a:extLst>
              </p:cNvPr>
              <p:cNvSpPr txBox="1"/>
              <p:nvPr/>
            </p:nvSpPr>
            <p:spPr>
              <a:xfrm>
                <a:off x="1009650" y="2768577"/>
                <a:ext cx="2596160" cy="35554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CN" sz="1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US" altLang="zh-CN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CN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𝐵𝐾</m:t>
                                </m:r>
                              </m:e>
                              <m:e>
                                <m:r>
                                  <a:rPr lang="en-US" altLang="zh-CN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𝐵𝐾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US" altLang="zh-CN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CN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𝐿𝐶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CN" sz="1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CN" sz="1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zh-CN" altLang="en-US" sz="12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E0523C91-7D5F-71B9-A974-D77B5D1ECC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9650" y="2768577"/>
                <a:ext cx="2596160" cy="355547"/>
              </a:xfrm>
              <a:prstGeom prst="rect">
                <a:avLst/>
              </a:prstGeom>
              <a:blipFill>
                <a:blip r:embed="rId6"/>
                <a:stretch>
                  <a:fillRect l="-939" t="-3448" b="-155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cut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object 2"/>
              <p:cNvSpPr txBox="1"/>
              <p:nvPr/>
            </p:nvSpPr>
            <p:spPr>
              <a:xfrm>
                <a:off x="82600" y="60916"/>
                <a:ext cx="3056255" cy="824649"/>
              </a:xfrm>
              <a:prstGeom prst="rect">
                <a:avLst/>
              </a:prstGeom>
            </p:spPr>
            <p:txBody>
              <a:bodyPr vert="horz" wrap="square" lIns="0" tIns="15240" rIns="0" bIns="0" rtlCol="0">
                <a:spAutoFit/>
              </a:bodyPr>
              <a:lstStyle/>
              <a:p>
                <a:pPr marL="25400">
                  <a:lnSpc>
                    <a:spcPct val="100000"/>
                  </a:lnSpc>
                  <a:spcBef>
                    <a:spcPts val="120"/>
                  </a:spcBef>
                </a:pPr>
                <a:r>
                  <a:rPr lang="en-US" sz="1700" spc="-55" dirty="0">
                    <a:solidFill>
                      <a:srgbClr val="E5E5E5"/>
                    </a:solidFill>
                    <a:latin typeface="Arial"/>
                    <a:cs typeface="Arial"/>
                  </a:rPr>
                  <a:t>Block</a:t>
                </a:r>
                <a:r>
                  <a:rPr lang="en-US" sz="1700" spc="-30" dirty="0">
                    <a:solidFill>
                      <a:srgbClr val="E5E5E5"/>
                    </a:solidFill>
                    <a:latin typeface="Arial"/>
                    <a:cs typeface="Arial"/>
                  </a:rPr>
                  <a:t> </a:t>
                </a:r>
                <a:r>
                  <a:rPr lang="en-US" sz="1700" spc="-10" dirty="0">
                    <a:solidFill>
                      <a:srgbClr val="E5E5E5"/>
                    </a:solidFill>
                    <a:latin typeface="Arial"/>
                    <a:cs typeface="Arial"/>
                  </a:rPr>
                  <a:t>diagram</a:t>
                </a:r>
                <a:endParaRPr lang="en-US" sz="1700" dirty="0">
                  <a:latin typeface="Arial"/>
                  <a:cs typeface="Arial"/>
                </a:endParaRPr>
              </a:p>
              <a:p>
                <a:pPr>
                  <a:lnSpc>
                    <a:spcPct val="100000"/>
                  </a:lnSpc>
                  <a:spcBef>
                    <a:spcPts val="715"/>
                  </a:spcBef>
                </a:pPr>
                <a:endParaRPr lang="en-US" sz="1700" dirty="0">
                  <a:latin typeface="Arial"/>
                  <a:cs typeface="Arial"/>
                </a:endParaRPr>
              </a:p>
              <a:p>
                <a:pPr marL="170815">
                  <a:lnSpc>
                    <a:spcPct val="100000"/>
                  </a:lnSpc>
                </a:pPr>
                <a:r>
                  <a:rPr lang="en-US" sz="1800" spc="300" baseline="4629" dirty="0">
                    <a:solidFill>
                      <a:srgbClr val="7F7F7F"/>
                    </a:solidFill>
                    <a:latin typeface="Arial Unicode MS"/>
                    <a:cs typeface="Arial Unicode MS"/>
                  </a:rPr>
                  <a:t>▶ </a:t>
                </a:r>
                <a:r>
                  <a:rPr lang="en-US" altLang="zh-CN" sz="1200" b="0" spc="-585" dirty="0">
                    <a:solidFill>
                      <a:srgbClr val="FFFFFF"/>
                    </a:solidFill>
                    <a:cs typeface="Arial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altLang="zh-CN" sz="1200" b="0" i="1" spc="-585" dirty="0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</m:ctrlPr>
                      </m:accPr>
                      <m:e>
                        <m:acc>
                          <m:accPr>
                            <m:chr m:val="̂"/>
                            <m:ctrlPr>
                              <a:rPr lang="en-US" altLang="zh-CN" sz="1200" b="0" i="1" spc="-585" dirty="0" smtClean="0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  <a:cs typeface="Arial"/>
                              </a:rPr>
                            </m:ctrlPr>
                          </m:accPr>
                          <m:e>
                            <m:r>
                              <a:rPr lang="en-US" altLang="zh-CN" sz="1200" b="0" i="1" spc="-585" dirty="0" smtClean="0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  <a:cs typeface="Arial"/>
                              </a:rPr>
                              <m:t>𝑥</m:t>
                            </m:r>
                          </m:e>
                        </m:acc>
                      </m:e>
                    </m:acc>
                  </m:oMath>
                </a14:m>
                <a:r>
                  <a:rPr lang="en-US" altLang="zh-CN" sz="1200" spc="200" dirty="0">
                    <a:solidFill>
                      <a:srgbClr val="FFFFFF"/>
                    </a:solidFill>
                    <a:latin typeface="Arial"/>
                    <a:cs typeface="Arial"/>
                  </a:rPr>
                  <a:t>  </a:t>
                </a:r>
                <a:r>
                  <a:rPr lang="en-US" sz="1200" spc="200" dirty="0">
                    <a:solidFill>
                      <a:srgbClr val="FFFFFF"/>
                    </a:solidFill>
                    <a:latin typeface="Arial"/>
                    <a:cs typeface="Arial"/>
                  </a:rPr>
                  <a:t>=</a:t>
                </a:r>
                <a:r>
                  <a:rPr lang="en-US" sz="1200" spc="-10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i="1" spc="40" dirty="0">
                    <a:solidFill>
                      <a:srgbClr val="FFFFFF"/>
                    </a:solidFill>
                    <a:latin typeface="Arial"/>
                    <a:cs typeface="Arial"/>
                  </a:rPr>
                  <a:t>A</a:t>
                </a:r>
                <a:r>
                  <a:rPr lang="en-US" sz="1200" i="1" spc="-480" dirty="0">
                    <a:solidFill>
                      <a:srgbClr val="FFFFFF"/>
                    </a:solidFill>
                    <a:latin typeface="Arial"/>
                    <a:cs typeface="Arial"/>
                  </a:rPr>
                  <a:t>x</a:t>
                </a:r>
                <a:r>
                  <a:rPr lang="en-US" sz="1200" spc="40" dirty="0">
                    <a:solidFill>
                      <a:srgbClr val="FFFFFF"/>
                    </a:solidFill>
                    <a:latin typeface="Arial"/>
                    <a:cs typeface="Arial"/>
                  </a:rPr>
                  <a:t>ˆ</a:t>
                </a:r>
                <a:r>
                  <a:rPr lang="en-US" sz="1200" spc="-8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spc="200" dirty="0">
                    <a:solidFill>
                      <a:srgbClr val="FFFFFF"/>
                    </a:solidFill>
                    <a:latin typeface="Arial"/>
                    <a:cs typeface="Arial"/>
                  </a:rPr>
                  <a:t>+</a:t>
                </a:r>
                <a:r>
                  <a:rPr lang="en-US" sz="1200" spc="-7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i="1" spc="-20" dirty="0">
                    <a:solidFill>
                      <a:srgbClr val="FFFFFF"/>
                    </a:solidFill>
                    <a:latin typeface="Arial"/>
                    <a:cs typeface="Arial"/>
                  </a:rPr>
                  <a:t>Bu </a:t>
                </a:r>
                <a:r>
                  <a:rPr lang="en-US" sz="1200" spc="200" dirty="0">
                    <a:solidFill>
                      <a:srgbClr val="FFFFFF"/>
                    </a:solidFill>
                    <a:latin typeface="Arial"/>
                    <a:cs typeface="Arial"/>
                  </a:rPr>
                  <a:t>+</a:t>
                </a:r>
                <a:r>
                  <a:rPr lang="en-US" sz="1200" spc="-7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i="1" spc="-40" dirty="0">
                    <a:solidFill>
                      <a:srgbClr val="FFFFFF"/>
                    </a:solidFill>
                    <a:latin typeface="Arial"/>
                    <a:cs typeface="Arial"/>
                  </a:rPr>
                  <a:t>L</a:t>
                </a:r>
                <a:r>
                  <a:rPr lang="en-US" sz="1200" i="1" spc="-13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dirty="0">
                    <a:solidFill>
                      <a:srgbClr val="FFFFFF"/>
                    </a:solidFill>
                    <a:latin typeface="Arial"/>
                    <a:cs typeface="Arial"/>
                  </a:rPr>
                  <a:t>(</a:t>
                </a:r>
                <a:r>
                  <a:rPr lang="en-US" sz="1200" i="1" dirty="0">
                    <a:solidFill>
                      <a:srgbClr val="FFFFFF"/>
                    </a:solidFill>
                    <a:latin typeface="Arial"/>
                    <a:cs typeface="Arial"/>
                  </a:rPr>
                  <a:t>y</a:t>
                </a:r>
                <a:r>
                  <a:rPr lang="en-US" sz="1200" i="1" spc="50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i="1" spc="200" dirty="0">
                    <a:solidFill>
                      <a:srgbClr val="FFFFFF"/>
                    </a:solidFill>
                    <a:latin typeface="Menlo"/>
                    <a:cs typeface="Menlo"/>
                  </a:rPr>
                  <a:t>−</a:t>
                </a:r>
                <a:r>
                  <a:rPr lang="en-US" sz="1200" i="1" spc="-459" dirty="0">
                    <a:solidFill>
                      <a:srgbClr val="FFFFFF"/>
                    </a:solidFill>
                    <a:latin typeface="Menlo"/>
                    <a:cs typeface="Menlo"/>
                  </a:rPr>
                  <a:t> </a:t>
                </a:r>
                <a:r>
                  <a:rPr lang="en-US" sz="1200" i="1" spc="-130" dirty="0">
                    <a:solidFill>
                      <a:srgbClr val="FFFFFF"/>
                    </a:solidFill>
                    <a:latin typeface="Arial"/>
                    <a:cs typeface="Arial"/>
                  </a:rPr>
                  <a:t>C</a:t>
                </a:r>
                <a:r>
                  <a:rPr lang="en-US" sz="1200" i="1" spc="-190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i="1" spc="-450" dirty="0">
                    <a:solidFill>
                      <a:srgbClr val="FFFFFF"/>
                    </a:solidFill>
                    <a:latin typeface="Arial"/>
                    <a:cs typeface="Arial"/>
                  </a:rPr>
                  <a:t>x</a:t>
                </a:r>
                <a:r>
                  <a:rPr lang="en-US" sz="1200" spc="55" dirty="0">
                    <a:solidFill>
                      <a:srgbClr val="FFFFFF"/>
                    </a:solidFill>
                    <a:latin typeface="Arial"/>
                    <a:cs typeface="Arial"/>
                  </a:rPr>
                  <a:t>ˆ</a:t>
                </a:r>
                <a:r>
                  <a:rPr lang="en-US" sz="1200" spc="70" dirty="0">
                    <a:solidFill>
                      <a:srgbClr val="FFFFFF"/>
                    </a:solidFill>
                    <a:latin typeface="Arial"/>
                    <a:cs typeface="Arial"/>
                  </a:rPr>
                  <a:t>),</a:t>
                </a:r>
                <a:r>
                  <a:rPr lang="en-US" sz="1200" spc="50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i="1" dirty="0">
                    <a:solidFill>
                      <a:srgbClr val="FFFFFF"/>
                    </a:solidFill>
                    <a:latin typeface="Arial"/>
                    <a:cs typeface="Arial"/>
                  </a:rPr>
                  <a:t>u</a:t>
                </a:r>
                <a:r>
                  <a:rPr lang="en-US" sz="1200" i="1" spc="40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spc="200" dirty="0">
                    <a:solidFill>
                      <a:srgbClr val="FFFFFF"/>
                    </a:solidFill>
                    <a:latin typeface="Arial"/>
                    <a:cs typeface="Arial"/>
                  </a:rPr>
                  <a:t>=</a:t>
                </a:r>
                <a:r>
                  <a:rPr lang="en-US" sz="1200" spc="-10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i="1" spc="100" dirty="0">
                    <a:solidFill>
                      <a:srgbClr val="FFFFFF"/>
                    </a:solidFill>
                    <a:latin typeface="Menlo"/>
                    <a:cs typeface="Menlo"/>
                  </a:rPr>
                  <a:t>−</a:t>
                </a:r>
                <a:r>
                  <a:rPr lang="en-US" sz="1200" i="1" spc="100" dirty="0">
                    <a:solidFill>
                      <a:srgbClr val="FFFFFF"/>
                    </a:solidFill>
                    <a:latin typeface="Arial"/>
                    <a:cs typeface="Arial"/>
                  </a:rPr>
                  <a:t>K</a:t>
                </a:r>
                <a:r>
                  <a:rPr lang="en-US" sz="1200" i="1" spc="-190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i="1" spc="-440" dirty="0">
                    <a:solidFill>
                      <a:srgbClr val="FFFFFF"/>
                    </a:solidFill>
                    <a:latin typeface="Arial"/>
                    <a:cs typeface="Arial"/>
                  </a:rPr>
                  <a:t>x</a:t>
                </a:r>
                <a:r>
                  <a:rPr lang="en-US" sz="1200" spc="80" dirty="0">
                    <a:solidFill>
                      <a:srgbClr val="FFFFFF"/>
                    </a:solidFill>
                    <a:latin typeface="Arial"/>
                    <a:cs typeface="Arial"/>
                  </a:rPr>
                  <a:t>ˆ</a:t>
                </a:r>
                <a:r>
                  <a:rPr lang="en-US" sz="1200" spc="-8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spc="200" dirty="0">
                    <a:solidFill>
                      <a:srgbClr val="FFFFFF"/>
                    </a:solidFill>
                    <a:latin typeface="Arial"/>
                    <a:cs typeface="Arial"/>
                  </a:rPr>
                  <a:t>+</a:t>
                </a:r>
                <a:r>
                  <a:rPr lang="en-US" sz="1200" spc="-75" dirty="0">
                    <a:solidFill>
                      <a:srgbClr val="FFFFFF"/>
                    </a:solidFill>
                    <a:latin typeface="Arial"/>
                    <a:cs typeface="Arial"/>
                  </a:rPr>
                  <a:t> </a:t>
                </a:r>
                <a:r>
                  <a:rPr lang="en-US" sz="1200" i="1" spc="-50" dirty="0">
                    <a:solidFill>
                      <a:srgbClr val="FFFFFF"/>
                    </a:solidFill>
                    <a:latin typeface="Arial"/>
                    <a:cs typeface="Arial"/>
                  </a:rPr>
                  <a:t>v</a:t>
                </a:r>
                <a:endParaRPr sz="1200" dirty="0">
                  <a:latin typeface="Arial"/>
                  <a:cs typeface="Arial"/>
                </a:endParaRPr>
              </a:p>
            </p:txBody>
          </p:sp>
        </mc:Choice>
        <mc:Fallback xmlns="">
          <p:sp>
            <p:nvSpPr>
              <p:cNvPr id="2" name="objec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00" y="60916"/>
                <a:ext cx="3056255" cy="824649"/>
              </a:xfrm>
              <a:prstGeom prst="rect">
                <a:avLst/>
              </a:prstGeom>
              <a:blipFill>
                <a:blip r:embed="rId2"/>
                <a:stretch>
                  <a:fillRect l="-3593" t="-6667" r="-1198" b="-111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95248" y="1003945"/>
            <a:ext cx="3017604" cy="1897356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0" y="3346272"/>
            <a:ext cx="4608195" cy="109855"/>
          </a:xfrm>
          <a:custGeom>
            <a:avLst/>
            <a:gdLst/>
            <a:ahLst/>
            <a:cxnLst/>
            <a:rect l="l" t="t" r="r" b="b"/>
            <a:pathLst>
              <a:path w="4608195" h="109854">
                <a:moveTo>
                  <a:pt x="4607928" y="0"/>
                </a:moveTo>
                <a:lnTo>
                  <a:pt x="3071952" y="0"/>
                </a:lnTo>
                <a:lnTo>
                  <a:pt x="1535976" y="0"/>
                </a:lnTo>
                <a:lnTo>
                  <a:pt x="0" y="0"/>
                </a:lnTo>
                <a:lnTo>
                  <a:pt x="0" y="109728"/>
                </a:lnTo>
                <a:lnTo>
                  <a:pt x="1535976" y="109728"/>
                </a:lnTo>
                <a:lnTo>
                  <a:pt x="3071952" y="109728"/>
                </a:lnTo>
                <a:lnTo>
                  <a:pt x="4607928" y="109728"/>
                </a:lnTo>
                <a:lnTo>
                  <a:pt x="4607928" y="0"/>
                </a:lnTo>
                <a:close/>
              </a:path>
            </a:pathLst>
          </a:custGeom>
          <a:solidFill>
            <a:srgbClr val="1919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0" dirty="0"/>
              <a:t>Mod</a:t>
            </a:r>
            <a:r>
              <a:rPr spc="125" dirty="0"/>
              <a:t> </a:t>
            </a:r>
            <a:r>
              <a:rPr spc="10" dirty="0"/>
              <a:t>Ctrl</a:t>
            </a:r>
            <a:r>
              <a:rPr spc="130" dirty="0"/>
              <a:t> </a:t>
            </a:r>
            <a:r>
              <a:rPr spc="10" dirty="0"/>
              <a:t>Intro</a:t>
            </a:r>
            <a:r>
              <a:rPr spc="415" dirty="0"/>
              <a:t> </a:t>
            </a:r>
            <a:r>
              <a:rPr spc="50" dirty="0"/>
              <a:t>(w</a:t>
            </a:r>
            <a:r>
              <a:rPr spc="125" dirty="0"/>
              <a:t> </a:t>
            </a:r>
            <a:r>
              <a:rPr spc="10" dirty="0"/>
              <a:t>Matlab</a:t>
            </a:r>
            <a:r>
              <a:rPr spc="130" dirty="0"/>
              <a:t> </a:t>
            </a:r>
            <a:r>
              <a:rPr spc="125" dirty="0"/>
              <a:t>&amp;</a:t>
            </a:r>
            <a:r>
              <a:rPr spc="130" dirty="0"/>
              <a:t> </a:t>
            </a:r>
            <a:r>
              <a:rPr spc="-10" dirty="0"/>
              <a:t>Python)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665249" y="3338410"/>
            <a:ext cx="1277620" cy="1225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00" dirty="0">
                <a:solidFill>
                  <a:srgbClr val="BF447D"/>
                </a:solidFill>
                <a:latin typeface="Arial"/>
                <a:cs typeface="Arial"/>
                <a:hlinkClick r:id="rId4" action="ppaction://hlinksldjump"/>
              </a:rPr>
              <a:t>Observers</a:t>
            </a:r>
            <a:r>
              <a:rPr sz="600" spc="135" dirty="0">
                <a:solidFill>
                  <a:srgbClr val="BF447D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600" dirty="0">
                <a:solidFill>
                  <a:srgbClr val="BF447D"/>
                </a:solidFill>
                <a:latin typeface="Arial"/>
                <a:cs typeface="Arial"/>
                <a:hlinkClick r:id="rId4" action="ppaction://hlinksldjump"/>
              </a:rPr>
              <a:t>and</a:t>
            </a:r>
            <a:r>
              <a:rPr sz="600" spc="140" dirty="0">
                <a:solidFill>
                  <a:srgbClr val="BF447D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600" dirty="0">
                <a:solidFill>
                  <a:srgbClr val="BF447D"/>
                </a:solidFill>
                <a:latin typeface="Arial"/>
                <a:cs typeface="Arial"/>
                <a:hlinkClick r:id="rId4" action="ppaction://hlinksldjump"/>
              </a:rPr>
              <a:t>Observer</a:t>
            </a:r>
            <a:r>
              <a:rPr sz="600" spc="140" dirty="0">
                <a:solidFill>
                  <a:srgbClr val="BF447D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600" dirty="0">
                <a:solidFill>
                  <a:srgbClr val="BF447D"/>
                </a:solidFill>
                <a:latin typeface="Arial"/>
                <a:cs typeface="Arial"/>
                <a:hlinkClick r:id="rId4" action="ppaction://hlinksldjump"/>
              </a:rPr>
              <a:t>State</a:t>
            </a:r>
            <a:r>
              <a:rPr sz="600" spc="140" dirty="0">
                <a:solidFill>
                  <a:srgbClr val="BF447D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600" spc="30" dirty="0">
                <a:solidFill>
                  <a:srgbClr val="BF447D"/>
                </a:solidFill>
                <a:latin typeface="Arial"/>
                <a:cs typeface="Arial"/>
                <a:hlinkClick r:id="rId4" action="ppaction://hlinksldjump"/>
              </a:rPr>
              <a:t>FB</a:t>
            </a:r>
            <a:endParaRPr sz="60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r>
              <a:rPr dirty="0"/>
              <a:t>26</a:t>
            </a:r>
            <a:r>
              <a:rPr spc="-40" dirty="0"/>
              <a:t> </a:t>
            </a:r>
            <a:r>
              <a:rPr spc="185" dirty="0"/>
              <a:t>/</a:t>
            </a:r>
            <a:r>
              <a:rPr spc="-40" dirty="0"/>
              <a:t> </a:t>
            </a:r>
            <a:r>
              <a:rPr spc="-25" dirty="0"/>
              <a:t>27</a:t>
            </a:r>
          </a:p>
        </p:txBody>
      </p:sp>
    </p:spTree>
  </p:cSld>
  <p:clrMapOvr>
    <a:masterClrMapping/>
  </p:clrMapOvr>
  <p:transition>
    <p:cut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60" dirty="0"/>
              <a:t>The</a:t>
            </a:r>
            <a:r>
              <a:rPr spc="-5" dirty="0"/>
              <a:t> </a:t>
            </a:r>
            <a:r>
              <a:rPr spc="-120" dirty="0"/>
              <a:t>separation</a:t>
            </a:r>
            <a:r>
              <a:rPr dirty="0"/>
              <a:t> </a:t>
            </a:r>
            <a:r>
              <a:rPr spc="-100" dirty="0"/>
              <a:t>theorem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15442" y="521802"/>
            <a:ext cx="1861008" cy="19684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800" spc="300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▶</a:t>
            </a:r>
            <a:r>
              <a:rPr sz="1800" spc="359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 </a:t>
            </a:r>
            <a:r>
              <a:rPr sz="1200" spc="-80" dirty="0">
                <a:solidFill>
                  <a:srgbClr val="FFFFFF"/>
                </a:solidFill>
                <a:latin typeface="Arial"/>
                <a:cs typeface="Arial"/>
              </a:rPr>
              <a:t>closed-</a:t>
            </a:r>
            <a:r>
              <a:rPr sz="1200" spc="-40" dirty="0">
                <a:solidFill>
                  <a:srgbClr val="FFFFFF"/>
                </a:solidFill>
                <a:latin typeface="Arial"/>
                <a:cs typeface="Arial"/>
              </a:rPr>
              <a:t>loop</a:t>
            </a:r>
            <a:r>
              <a:rPr sz="1200" spc="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40" dirty="0">
                <a:solidFill>
                  <a:srgbClr val="FFFFFF"/>
                </a:solidFill>
                <a:latin typeface="Arial"/>
                <a:cs typeface="Arial"/>
              </a:rPr>
              <a:t>dynamics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15442" y="1357894"/>
            <a:ext cx="4337851" cy="1856739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230504" marR="698500" indent="-193040">
              <a:lnSpc>
                <a:spcPts val="1350"/>
              </a:lnSpc>
              <a:spcBef>
                <a:spcPts val="215"/>
              </a:spcBef>
            </a:pPr>
            <a:r>
              <a:rPr sz="1800" spc="300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▶</a:t>
            </a:r>
            <a:r>
              <a:rPr sz="1800" spc="202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 </a:t>
            </a:r>
            <a:r>
              <a:rPr sz="1200" b="1" spc="-30" dirty="0">
                <a:solidFill>
                  <a:srgbClr val="FFFFFF"/>
                </a:solidFill>
                <a:latin typeface="Arial"/>
                <a:cs typeface="Arial"/>
              </a:rPr>
              <a:t>powerful</a:t>
            </a:r>
            <a:r>
              <a:rPr sz="1200" b="1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spc="-10" dirty="0">
                <a:solidFill>
                  <a:srgbClr val="FFFFFF"/>
                </a:solidFill>
                <a:latin typeface="Arial"/>
                <a:cs typeface="Arial"/>
              </a:rPr>
              <a:t>result:</a:t>
            </a:r>
            <a:r>
              <a:rPr sz="1200" b="1" spc="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spc="-25" dirty="0">
                <a:solidFill>
                  <a:srgbClr val="FFFFFF"/>
                </a:solidFill>
                <a:latin typeface="Arial"/>
                <a:cs typeface="Arial"/>
              </a:rPr>
              <a:t>separation</a:t>
            </a:r>
            <a:r>
              <a:rPr sz="1200" b="1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spc="-10" dirty="0">
                <a:solidFill>
                  <a:srgbClr val="FFFFFF"/>
                </a:solidFill>
                <a:latin typeface="Arial"/>
                <a:cs typeface="Arial"/>
              </a:rPr>
              <a:t>theorem:</a:t>
            </a:r>
            <a:r>
              <a:rPr sz="1200" b="1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80" dirty="0">
                <a:solidFill>
                  <a:srgbClr val="FFFFFF"/>
                </a:solidFill>
                <a:latin typeface="Arial"/>
                <a:cs typeface="Arial"/>
              </a:rPr>
              <a:t>closed-</a:t>
            </a:r>
            <a:r>
              <a:rPr sz="1200" spc="-25" dirty="0">
                <a:solidFill>
                  <a:srgbClr val="FFFFFF"/>
                </a:solidFill>
                <a:latin typeface="Arial"/>
                <a:cs typeface="Arial"/>
              </a:rPr>
              <a:t>loop </a:t>
            </a:r>
            <a:r>
              <a:rPr sz="1200" spc="-90" dirty="0">
                <a:solidFill>
                  <a:srgbClr val="FFFFFF"/>
                </a:solidFill>
                <a:latin typeface="Arial"/>
                <a:cs typeface="Arial"/>
              </a:rPr>
              <a:t>eigenvalues</a:t>
            </a:r>
            <a:r>
              <a:rPr sz="1200" spc="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65" dirty="0">
                <a:solidFill>
                  <a:srgbClr val="FFFFFF"/>
                </a:solidFill>
                <a:latin typeface="Arial"/>
                <a:cs typeface="Arial"/>
              </a:rPr>
              <a:t>consist</a:t>
            </a:r>
            <a:r>
              <a:rPr sz="1200" spc="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endParaRPr sz="1200" dirty="0">
              <a:latin typeface="Arial"/>
              <a:cs typeface="Arial"/>
            </a:endParaRPr>
          </a:p>
          <a:p>
            <a:pPr marL="345440">
              <a:lnSpc>
                <a:spcPct val="100000"/>
              </a:lnSpc>
              <a:spcBef>
                <a:spcPts val="190"/>
              </a:spcBef>
            </a:pPr>
            <a:r>
              <a:rPr sz="1650" spc="262" baseline="7575" dirty="0">
                <a:solidFill>
                  <a:srgbClr val="7F7F7F"/>
                </a:solidFill>
                <a:latin typeface="Arial Unicode MS"/>
                <a:cs typeface="Arial Unicode MS"/>
              </a:rPr>
              <a:t>▶</a:t>
            </a:r>
            <a:r>
              <a:rPr sz="1650" spc="247" baseline="7575" dirty="0">
                <a:solidFill>
                  <a:srgbClr val="7F7F7F"/>
                </a:solidFill>
                <a:latin typeface="Arial Unicode MS"/>
                <a:cs typeface="Arial Unicode MS"/>
              </a:rPr>
              <a:t> </a:t>
            </a:r>
            <a:r>
              <a:rPr sz="1100" spc="-90" dirty="0">
                <a:solidFill>
                  <a:srgbClr val="FFFFFF"/>
                </a:solidFill>
                <a:latin typeface="Arial"/>
                <a:cs typeface="Arial"/>
              </a:rPr>
              <a:t>eigenvalues</a:t>
            </a:r>
            <a:r>
              <a:rPr sz="1100" spc="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1100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i="1" spc="-2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1100" i="1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i="1" spc="175" dirty="0">
                <a:solidFill>
                  <a:srgbClr val="FFFFFF"/>
                </a:solidFill>
                <a:latin typeface="Menlo"/>
                <a:cs typeface="Menlo"/>
              </a:rPr>
              <a:t>−</a:t>
            </a:r>
            <a:r>
              <a:rPr sz="1100" i="1" spc="-420" dirty="0">
                <a:solidFill>
                  <a:srgbClr val="FFFFFF"/>
                </a:solidFill>
                <a:latin typeface="Menlo"/>
                <a:cs typeface="Menlo"/>
              </a:rPr>
              <a:t> </a:t>
            </a:r>
            <a:r>
              <a:rPr sz="1100" i="1" dirty="0">
                <a:solidFill>
                  <a:srgbClr val="FFFFFF"/>
                </a:solidFill>
                <a:latin typeface="Arial"/>
                <a:cs typeface="Arial"/>
              </a:rPr>
              <a:t>BK</a:t>
            </a:r>
            <a:r>
              <a:rPr sz="1100" i="1" spc="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from</a:t>
            </a:r>
            <a:r>
              <a:rPr sz="1100" spc="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100" spc="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FFFFFF"/>
                </a:solidFill>
                <a:latin typeface="Arial"/>
                <a:cs typeface="Arial"/>
              </a:rPr>
              <a:t>state</a:t>
            </a:r>
            <a:r>
              <a:rPr sz="1100" spc="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60" dirty="0">
                <a:solidFill>
                  <a:srgbClr val="FFFFFF"/>
                </a:solidFill>
                <a:latin typeface="Arial"/>
                <a:cs typeface="Arial"/>
              </a:rPr>
              <a:t>feedback</a:t>
            </a:r>
            <a:r>
              <a:rPr sz="1100" spc="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20" dirty="0">
                <a:solidFill>
                  <a:srgbClr val="FFFFFF"/>
                </a:solidFill>
                <a:latin typeface="Arial"/>
                <a:cs typeface="Arial"/>
              </a:rPr>
              <a:t>control</a:t>
            </a:r>
            <a:r>
              <a:rPr sz="1100" spc="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design</a:t>
            </a:r>
            <a:endParaRPr sz="1100" dirty="0">
              <a:latin typeface="Arial"/>
              <a:cs typeface="Arial"/>
            </a:endParaRPr>
          </a:p>
          <a:p>
            <a:pPr marL="345440">
              <a:lnSpc>
                <a:spcPct val="100000"/>
              </a:lnSpc>
              <a:spcBef>
                <a:spcPts val="35"/>
              </a:spcBef>
            </a:pPr>
            <a:r>
              <a:rPr sz="1650" spc="262" baseline="7575" dirty="0">
                <a:solidFill>
                  <a:srgbClr val="7F7F7F"/>
                </a:solidFill>
                <a:latin typeface="Arial Unicode MS"/>
                <a:cs typeface="Arial Unicode MS"/>
              </a:rPr>
              <a:t>▶</a:t>
            </a:r>
            <a:r>
              <a:rPr sz="1650" spc="247" baseline="7575" dirty="0">
                <a:solidFill>
                  <a:srgbClr val="7F7F7F"/>
                </a:solidFill>
                <a:latin typeface="Arial Unicode MS"/>
                <a:cs typeface="Arial Unicode MS"/>
              </a:rPr>
              <a:t> </a:t>
            </a:r>
            <a:r>
              <a:rPr sz="1100" spc="-90" dirty="0">
                <a:solidFill>
                  <a:srgbClr val="FFFFFF"/>
                </a:solidFill>
                <a:latin typeface="Arial"/>
                <a:cs typeface="Arial"/>
              </a:rPr>
              <a:t>eigenvalues</a:t>
            </a:r>
            <a:r>
              <a:rPr sz="1100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1100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i="1" spc="-2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1100" i="1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i="1" spc="175" dirty="0">
                <a:solidFill>
                  <a:srgbClr val="FFFFFF"/>
                </a:solidFill>
                <a:latin typeface="Menlo"/>
                <a:cs typeface="Menlo"/>
              </a:rPr>
              <a:t>−</a:t>
            </a:r>
            <a:r>
              <a:rPr sz="1100" i="1" spc="-420" dirty="0">
                <a:solidFill>
                  <a:srgbClr val="FFFFFF"/>
                </a:solidFill>
                <a:latin typeface="Menlo"/>
                <a:cs typeface="Menlo"/>
              </a:rPr>
              <a:t> </a:t>
            </a:r>
            <a:r>
              <a:rPr sz="1100" i="1" dirty="0">
                <a:solidFill>
                  <a:srgbClr val="FFFFFF"/>
                </a:solidFill>
                <a:latin typeface="Arial"/>
                <a:cs typeface="Arial"/>
              </a:rPr>
              <a:t>LC</a:t>
            </a:r>
            <a:r>
              <a:rPr sz="1100" i="1" spc="1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from</a:t>
            </a:r>
            <a:r>
              <a:rPr sz="1100" spc="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100" spc="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75" dirty="0">
                <a:solidFill>
                  <a:srgbClr val="FFFFFF"/>
                </a:solidFill>
                <a:latin typeface="Arial"/>
                <a:cs typeface="Arial"/>
              </a:rPr>
              <a:t>observer</a:t>
            </a:r>
            <a:r>
              <a:rPr sz="1100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design</a:t>
            </a:r>
            <a:endParaRPr sz="1100" dirty="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320"/>
              </a:spcBef>
            </a:pPr>
            <a:r>
              <a:rPr sz="1800" spc="300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▶ </a:t>
            </a:r>
            <a:r>
              <a:rPr sz="1200" spc="-65" dirty="0">
                <a:solidFill>
                  <a:srgbClr val="FFFFFF"/>
                </a:solidFill>
                <a:latin typeface="Arial"/>
                <a:cs typeface="Arial"/>
              </a:rPr>
              <a:t>can</a:t>
            </a:r>
            <a:r>
              <a:rPr sz="1200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75" dirty="0">
                <a:solidFill>
                  <a:srgbClr val="FFFFFF"/>
                </a:solidFill>
                <a:latin typeface="Arial"/>
                <a:cs typeface="Arial"/>
              </a:rPr>
              <a:t>design</a:t>
            </a:r>
            <a:r>
              <a:rPr sz="1200" spc="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i="1" dirty="0">
                <a:solidFill>
                  <a:srgbClr val="FFFFFF"/>
                </a:solidFill>
                <a:latin typeface="Arial"/>
                <a:cs typeface="Arial"/>
              </a:rPr>
              <a:t>K</a:t>
            </a:r>
            <a:r>
              <a:rPr sz="1200" i="1" spc="1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50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1200" spc="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i="1" dirty="0">
                <a:solidFill>
                  <a:srgbClr val="FFFFFF"/>
                </a:solidFill>
                <a:latin typeface="Arial"/>
                <a:cs typeface="Arial"/>
              </a:rPr>
              <a:t>L</a:t>
            </a:r>
            <a:r>
              <a:rPr sz="1200" i="1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80" dirty="0">
                <a:solidFill>
                  <a:srgbClr val="FFFFFF"/>
                </a:solidFill>
                <a:latin typeface="Arial"/>
                <a:cs typeface="Arial"/>
              </a:rPr>
              <a:t>separately</a:t>
            </a:r>
            <a:r>
              <a:rPr sz="1200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105" dirty="0">
                <a:solidFill>
                  <a:srgbClr val="FFFFFF"/>
                </a:solidFill>
                <a:latin typeface="Arial"/>
                <a:cs typeface="Arial"/>
              </a:rPr>
              <a:t>based</a:t>
            </a:r>
            <a:r>
              <a:rPr sz="1200" spc="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Arial"/>
                <a:cs typeface="Arial"/>
              </a:rPr>
              <a:t>on</a:t>
            </a:r>
            <a:r>
              <a:rPr sz="1200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100" dirty="0">
                <a:solidFill>
                  <a:srgbClr val="FFFFFF"/>
                </a:solidFill>
                <a:latin typeface="Arial"/>
                <a:cs typeface="Arial"/>
              </a:rPr>
              <a:t>discussed</a:t>
            </a:r>
            <a:r>
              <a:rPr sz="1200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Arial"/>
                <a:cs typeface="Arial"/>
              </a:rPr>
              <a:t>tools</a:t>
            </a:r>
            <a:endParaRPr sz="1200" dirty="0">
              <a:latin typeface="Arial"/>
              <a:cs typeface="Arial"/>
            </a:endParaRPr>
          </a:p>
          <a:p>
            <a:pPr marL="230504" marR="30480" indent="-193040">
              <a:lnSpc>
                <a:spcPct val="100000"/>
              </a:lnSpc>
              <a:spcBef>
                <a:spcPts val="605"/>
              </a:spcBef>
            </a:pPr>
            <a:r>
              <a:rPr sz="1800" spc="300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▶</a:t>
            </a:r>
            <a:r>
              <a:rPr sz="1800" spc="254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if</a:t>
            </a:r>
            <a:r>
              <a:rPr sz="1200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85" dirty="0">
                <a:solidFill>
                  <a:srgbClr val="FFFFFF"/>
                </a:solidFill>
                <a:latin typeface="Arial"/>
                <a:cs typeface="Arial"/>
              </a:rPr>
              <a:t>system</a:t>
            </a:r>
            <a:r>
              <a:rPr sz="1200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sz="1200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35" dirty="0">
                <a:solidFill>
                  <a:srgbClr val="FFFFFF"/>
                </a:solidFill>
                <a:latin typeface="Arial"/>
                <a:cs typeface="Arial"/>
              </a:rPr>
              <a:t>controllable</a:t>
            </a:r>
            <a:r>
              <a:rPr sz="1200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50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1200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80" dirty="0">
                <a:solidFill>
                  <a:srgbClr val="FFFFFF"/>
                </a:solidFill>
                <a:latin typeface="Arial"/>
                <a:cs typeface="Arial"/>
              </a:rPr>
              <a:t>observable,</a:t>
            </a:r>
            <a:r>
              <a:rPr sz="1200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114" dirty="0">
                <a:solidFill>
                  <a:srgbClr val="FFFFFF"/>
                </a:solidFill>
                <a:latin typeface="Arial"/>
                <a:cs typeface="Arial"/>
              </a:rPr>
              <a:t>we</a:t>
            </a:r>
            <a:r>
              <a:rPr sz="1200" spc="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65" dirty="0">
                <a:solidFill>
                  <a:srgbClr val="FFFFFF"/>
                </a:solidFill>
                <a:latin typeface="Arial"/>
                <a:cs typeface="Arial"/>
              </a:rPr>
              <a:t>can</a:t>
            </a:r>
            <a:r>
              <a:rPr sz="1200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Arial"/>
                <a:cs typeface="Arial"/>
              </a:rPr>
              <a:t>arbitrarily</a:t>
            </a:r>
            <a:r>
              <a:rPr sz="1200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65" dirty="0">
                <a:solidFill>
                  <a:srgbClr val="FFFFFF"/>
                </a:solidFill>
                <a:latin typeface="Arial"/>
                <a:cs typeface="Arial"/>
              </a:rPr>
              <a:t>assign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2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80" dirty="0">
                <a:solidFill>
                  <a:srgbClr val="FFFFFF"/>
                </a:solidFill>
                <a:latin typeface="Arial"/>
                <a:cs typeface="Arial"/>
              </a:rPr>
              <a:t>closed-</a:t>
            </a:r>
            <a:r>
              <a:rPr sz="1200" spc="-40" dirty="0">
                <a:solidFill>
                  <a:srgbClr val="FFFFFF"/>
                </a:solidFill>
                <a:latin typeface="Arial"/>
                <a:cs typeface="Arial"/>
              </a:rPr>
              <a:t>loop</a:t>
            </a:r>
            <a:r>
              <a:rPr sz="12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Arial"/>
                <a:cs typeface="Arial"/>
              </a:rPr>
              <a:t>eigenvalues</a:t>
            </a:r>
            <a:endParaRPr sz="1200" dirty="0">
              <a:latin typeface="Arial"/>
              <a:cs typeface="Arial"/>
            </a:endParaRPr>
          </a:p>
          <a:p>
            <a:pPr marL="230504" marR="428625" indent="-193040">
              <a:lnSpc>
                <a:spcPct val="100000"/>
              </a:lnSpc>
              <a:spcBef>
                <a:spcPts val="605"/>
              </a:spcBef>
            </a:pPr>
            <a:r>
              <a:rPr sz="1800" spc="300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▶</a:t>
            </a:r>
            <a:r>
              <a:rPr sz="1800" spc="270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Arial"/>
                <a:cs typeface="Arial"/>
              </a:rPr>
              <a:t>rule</a:t>
            </a:r>
            <a:r>
              <a:rPr sz="1200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1200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Arial"/>
                <a:cs typeface="Arial"/>
              </a:rPr>
              <a:t>thumb:</a:t>
            </a:r>
            <a:r>
              <a:rPr sz="1200" spc="1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85" dirty="0">
                <a:solidFill>
                  <a:srgbClr val="FFFFFF"/>
                </a:solidFill>
                <a:latin typeface="Arial"/>
                <a:cs typeface="Arial"/>
              </a:rPr>
              <a:t>assign</a:t>
            </a:r>
            <a:r>
              <a:rPr sz="1200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85" dirty="0">
                <a:solidFill>
                  <a:srgbClr val="FFFFFF"/>
                </a:solidFill>
                <a:latin typeface="Arial"/>
                <a:cs typeface="Arial"/>
              </a:rPr>
              <a:t>observer</a:t>
            </a:r>
            <a:r>
              <a:rPr sz="1200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75" dirty="0">
                <a:solidFill>
                  <a:srgbClr val="FFFFFF"/>
                </a:solidFill>
                <a:latin typeface="Arial"/>
                <a:cs typeface="Arial"/>
              </a:rPr>
              <a:t>dynamics</a:t>
            </a:r>
            <a:r>
              <a:rPr sz="1200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1200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50" dirty="0">
                <a:solidFill>
                  <a:srgbClr val="FFFFFF"/>
                </a:solidFill>
                <a:latin typeface="Arial"/>
                <a:cs typeface="Arial"/>
              </a:rPr>
              <a:t>be</a:t>
            </a:r>
            <a:r>
              <a:rPr sz="1200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40" dirty="0">
                <a:solidFill>
                  <a:srgbClr val="FFFFFF"/>
                </a:solidFill>
                <a:latin typeface="Arial"/>
                <a:cs typeface="Arial"/>
              </a:rPr>
              <a:t>faster</a:t>
            </a:r>
            <a:r>
              <a:rPr sz="1200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Arial"/>
                <a:cs typeface="Arial"/>
              </a:rPr>
              <a:t>than </a:t>
            </a:r>
            <a:r>
              <a:rPr sz="1200" spc="-55" dirty="0">
                <a:solidFill>
                  <a:srgbClr val="FFFFFF"/>
                </a:solidFill>
                <a:latin typeface="Arial"/>
                <a:cs typeface="Arial"/>
              </a:rPr>
              <a:t>state-</a:t>
            </a:r>
            <a:r>
              <a:rPr sz="1200" spc="-65" dirty="0">
                <a:solidFill>
                  <a:srgbClr val="FFFFFF"/>
                </a:solidFill>
                <a:latin typeface="Arial"/>
                <a:cs typeface="Arial"/>
              </a:rPr>
              <a:t>feedback</a:t>
            </a:r>
            <a:r>
              <a:rPr sz="1200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Arial"/>
                <a:cs typeface="Arial"/>
              </a:rPr>
              <a:t>dynamics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0" y="3346284"/>
            <a:ext cx="4608195" cy="109855"/>
          </a:xfrm>
          <a:custGeom>
            <a:avLst/>
            <a:gdLst/>
            <a:ahLst/>
            <a:cxnLst/>
            <a:rect l="l" t="t" r="r" b="b"/>
            <a:pathLst>
              <a:path w="4608195" h="109854">
                <a:moveTo>
                  <a:pt x="4607928" y="0"/>
                </a:moveTo>
                <a:lnTo>
                  <a:pt x="3071939" y="0"/>
                </a:lnTo>
                <a:lnTo>
                  <a:pt x="1535963" y="0"/>
                </a:lnTo>
                <a:lnTo>
                  <a:pt x="0" y="0"/>
                </a:lnTo>
                <a:lnTo>
                  <a:pt x="0" y="109715"/>
                </a:lnTo>
                <a:lnTo>
                  <a:pt x="1535963" y="109715"/>
                </a:lnTo>
                <a:lnTo>
                  <a:pt x="3071939" y="109715"/>
                </a:lnTo>
                <a:lnTo>
                  <a:pt x="4607928" y="109715"/>
                </a:lnTo>
                <a:lnTo>
                  <a:pt x="4607928" y="0"/>
                </a:lnTo>
                <a:close/>
              </a:path>
            </a:pathLst>
          </a:custGeom>
          <a:solidFill>
            <a:srgbClr val="1919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0" dirty="0"/>
              <a:t>Mod</a:t>
            </a:r>
            <a:r>
              <a:rPr spc="125" dirty="0"/>
              <a:t> </a:t>
            </a:r>
            <a:r>
              <a:rPr spc="10" dirty="0"/>
              <a:t>Ctrl</a:t>
            </a:r>
            <a:r>
              <a:rPr spc="130" dirty="0"/>
              <a:t> </a:t>
            </a:r>
            <a:r>
              <a:rPr spc="10" dirty="0"/>
              <a:t>Intro</a:t>
            </a:r>
            <a:r>
              <a:rPr spc="415" dirty="0"/>
              <a:t> </a:t>
            </a:r>
            <a:r>
              <a:rPr spc="50" dirty="0"/>
              <a:t>(w</a:t>
            </a:r>
            <a:r>
              <a:rPr spc="125" dirty="0"/>
              <a:t> </a:t>
            </a:r>
            <a:r>
              <a:rPr spc="10" dirty="0"/>
              <a:t>Matlab</a:t>
            </a:r>
            <a:r>
              <a:rPr spc="130" dirty="0"/>
              <a:t> </a:t>
            </a:r>
            <a:r>
              <a:rPr spc="125" dirty="0"/>
              <a:t>&amp;</a:t>
            </a:r>
            <a:r>
              <a:rPr spc="130" dirty="0"/>
              <a:t> </a:t>
            </a:r>
            <a:r>
              <a:rPr spc="-10" dirty="0"/>
              <a:t>Python)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1665249" y="3338410"/>
            <a:ext cx="1277620" cy="1225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00" dirty="0">
                <a:solidFill>
                  <a:srgbClr val="BF447D"/>
                </a:solidFill>
                <a:latin typeface="Arial"/>
                <a:cs typeface="Arial"/>
                <a:hlinkClick r:id="rId2" action="ppaction://hlinksldjump"/>
              </a:rPr>
              <a:t>Observers</a:t>
            </a:r>
            <a:r>
              <a:rPr sz="600" spc="135" dirty="0">
                <a:solidFill>
                  <a:srgbClr val="BF447D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dirty="0">
                <a:solidFill>
                  <a:srgbClr val="BF447D"/>
                </a:solidFill>
                <a:latin typeface="Arial"/>
                <a:cs typeface="Arial"/>
                <a:hlinkClick r:id="rId2" action="ppaction://hlinksldjump"/>
              </a:rPr>
              <a:t>and</a:t>
            </a:r>
            <a:r>
              <a:rPr sz="600" spc="140" dirty="0">
                <a:solidFill>
                  <a:srgbClr val="BF447D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dirty="0">
                <a:solidFill>
                  <a:srgbClr val="BF447D"/>
                </a:solidFill>
                <a:latin typeface="Arial"/>
                <a:cs typeface="Arial"/>
                <a:hlinkClick r:id="rId2" action="ppaction://hlinksldjump"/>
              </a:rPr>
              <a:t>Observer</a:t>
            </a:r>
            <a:r>
              <a:rPr sz="600" spc="140" dirty="0">
                <a:solidFill>
                  <a:srgbClr val="BF447D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dirty="0">
                <a:solidFill>
                  <a:srgbClr val="BF447D"/>
                </a:solidFill>
                <a:latin typeface="Arial"/>
                <a:cs typeface="Arial"/>
                <a:hlinkClick r:id="rId2" action="ppaction://hlinksldjump"/>
              </a:rPr>
              <a:t>State</a:t>
            </a:r>
            <a:r>
              <a:rPr sz="600" spc="140" dirty="0">
                <a:solidFill>
                  <a:srgbClr val="BF447D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spc="30" dirty="0">
                <a:solidFill>
                  <a:srgbClr val="BF447D"/>
                </a:solidFill>
                <a:latin typeface="Arial"/>
                <a:cs typeface="Arial"/>
                <a:hlinkClick r:id="rId2" action="ppaction://hlinksldjump"/>
              </a:rPr>
              <a:t>FB</a:t>
            </a:r>
            <a:endParaRPr sz="6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275163" y="3338410"/>
            <a:ext cx="278130" cy="1225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00" dirty="0">
                <a:solidFill>
                  <a:srgbClr val="E5E5E5"/>
                </a:solidFill>
                <a:latin typeface="Arial"/>
                <a:cs typeface="Arial"/>
              </a:rPr>
              <a:t>27</a:t>
            </a:r>
            <a:r>
              <a:rPr sz="600" spc="-40" dirty="0">
                <a:solidFill>
                  <a:srgbClr val="E5E5E5"/>
                </a:solidFill>
                <a:latin typeface="Arial"/>
                <a:cs typeface="Arial"/>
              </a:rPr>
              <a:t> </a:t>
            </a:r>
            <a:r>
              <a:rPr sz="600" spc="185" dirty="0">
                <a:solidFill>
                  <a:srgbClr val="E5E5E5"/>
                </a:solidFill>
                <a:latin typeface="Arial"/>
                <a:cs typeface="Arial"/>
              </a:rPr>
              <a:t>/</a:t>
            </a:r>
            <a:r>
              <a:rPr sz="600" spc="-40" dirty="0">
                <a:solidFill>
                  <a:srgbClr val="E5E5E5"/>
                </a:solidFill>
                <a:latin typeface="Arial"/>
                <a:cs typeface="Arial"/>
              </a:rPr>
              <a:t> </a:t>
            </a:r>
            <a:r>
              <a:rPr sz="600" spc="-25" dirty="0">
                <a:solidFill>
                  <a:srgbClr val="E5E5E5"/>
                </a:solidFill>
                <a:latin typeface="Arial"/>
                <a:cs typeface="Arial"/>
              </a:rPr>
              <a:t>27</a:t>
            </a:r>
            <a:endParaRPr sz="600">
              <a:latin typeface="Arial"/>
              <a:cs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9E453982-9D23-9A58-2159-6AA3A9340882}"/>
                  </a:ext>
                </a:extLst>
              </p:cNvPr>
              <p:cNvSpPr txBox="1"/>
              <p:nvPr/>
            </p:nvSpPr>
            <p:spPr>
              <a:xfrm>
                <a:off x="1005979" y="785684"/>
                <a:ext cx="2596160" cy="35554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CN" sz="1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US" altLang="zh-CN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CN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𝐵𝐾</m:t>
                                </m:r>
                              </m:e>
                              <m:e>
                                <m:r>
                                  <a:rPr lang="en-US" altLang="zh-CN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𝐵𝐾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US" altLang="zh-CN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CN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𝐿𝐶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CN" sz="1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1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1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CN" sz="1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zh-CN" altLang="en-US" sz="12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9E453982-9D23-9A58-2159-6AA3A93408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5979" y="785684"/>
                <a:ext cx="2596160" cy="355547"/>
              </a:xfrm>
              <a:prstGeom prst="rect">
                <a:avLst/>
              </a:prstGeom>
              <a:blipFill>
                <a:blip r:embed="rId3"/>
                <a:stretch>
                  <a:fillRect l="-704" t="-3448" r="-235" b="-1379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372</TotalTime>
  <Words>2820</Words>
  <Application>Microsoft Office PowerPoint</Application>
  <PresentationFormat>自定义</PresentationFormat>
  <Paragraphs>316</Paragraphs>
  <Slides>27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34" baseType="lpstr">
      <vt:lpstr>Arial Unicode MS</vt:lpstr>
      <vt:lpstr>Hack</vt:lpstr>
      <vt:lpstr>Menlo</vt:lpstr>
      <vt:lpstr>Arial</vt:lpstr>
      <vt:lpstr>Cambria Math</vt:lpstr>
      <vt:lpstr>Times New Roman</vt:lpstr>
      <vt:lpstr>Office Theme</vt:lpstr>
      <vt:lpstr>Observer and Observer State Feedback</vt:lpstr>
      <vt:lpstr>Introduction</vt:lpstr>
      <vt:lpstr>Open-loop observer</vt:lpstr>
      <vt:lpstr>Luenberger (closed-loop) observer concept</vt:lpstr>
      <vt:lpstr>Luenberger (closed-loop) observer algorithm</vt:lpstr>
      <vt:lpstr>Luenberger (closed-loop) observer error dynamics</vt:lpstr>
      <vt:lpstr>Luenberger (closed-loop) observer</vt:lpstr>
      <vt:lpstr>Observer eigenvalue placement: o.c.f.</vt:lpstr>
      <vt:lpstr>Observer eigenvalue placement: o.c.f.</vt:lpstr>
      <vt:lpstr>Observer eigenvalue placement: o.c.f.</vt:lpstr>
      <vt:lpstr>General observer eigenvalue placement</vt:lpstr>
      <vt:lpstr>General observer eigenvalue placement</vt:lpstr>
      <vt:lpstr>PowerPoint 演示文稿</vt:lpstr>
      <vt:lpstr>PowerPoint 演示文稿</vt:lpstr>
      <vt:lpstr>PowerPoint 演示文稿</vt:lpstr>
      <vt:lpstr>Luenberger observer summary</vt:lpstr>
      <vt:lpstr>Luenberger observer summary</vt:lpstr>
      <vt:lpstr>Discrete-time observers: Introduction</vt:lpstr>
      <vt:lpstr>Discrete-time full state observer</vt:lpstr>
      <vt:lpstr>DT full state observer with predictor</vt:lpstr>
      <vt:lpstr>DT full state observer with predictor</vt:lpstr>
      <vt:lpstr>Example</vt:lpstr>
      <vt:lpstr>1. Concepts</vt:lpstr>
      <vt:lpstr>Observer state feedback</vt:lpstr>
      <vt:lpstr>Closed-loop dynamics</vt:lpstr>
      <vt:lpstr>PowerPoint 演示文稿</vt:lpstr>
      <vt:lpstr>The separation theorem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Shuan Cheng</cp:lastModifiedBy>
  <cp:revision>1</cp:revision>
  <dcterms:created xsi:type="dcterms:W3CDTF">2025-07-12T07:57:55Z</dcterms:created>
  <dcterms:modified xsi:type="dcterms:W3CDTF">2025-11-22T06:00:31Z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2025-01-17T00:00:00Z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2025-07-12T00:00:00Z</vt:filetime>
  </property>
  <property fmtid="{D5CDD505-2E9C-101B-9397-08002B2CF9AE}" pid="5" name="PTEX.Fullbanner">
    <vt:lpwstr>This is pdfTeX, Version 3.141592653-2.6-1.40.26 (TeX Live 2024) kpathsea version 6.4.0</vt:lpwstr>
  </property>
  <property fmtid="{D5CDD505-2E9C-101B-9397-08002B2CF9AE}" pid="6" name="Producer">
    <vt:lpwstr>pdfTeX-1.40.26</vt:lpwstr>
  </property>
</Properties>
</file>