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8842D-D80D-4DEB-B9F5-B621876FB03B}" v="155" dt="2025-11-23T01:41:37.8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1265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an Cheng" userId="b14087c0-bac9-44dd-b3f8-5d50e1ee75e5" providerId="ADAL" clId="{75A9BF88-81BC-4677-82BB-DF96F3D360A6}"/>
    <pc:docChg chg="undo custSel modSld">
      <pc:chgData name="Shuan Cheng" userId="b14087c0-bac9-44dd-b3f8-5d50e1ee75e5" providerId="ADAL" clId="{75A9BF88-81BC-4677-82BB-DF96F3D360A6}" dt="2025-11-23T01:41:37.802" v="269" actId="207"/>
      <pc:docMkLst>
        <pc:docMk/>
      </pc:docMkLst>
      <pc:sldChg chg="addSp delSp modSp mod">
        <pc:chgData name="Shuan Cheng" userId="b14087c0-bac9-44dd-b3f8-5d50e1ee75e5" providerId="ADAL" clId="{75A9BF88-81BC-4677-82BB-DF96F3D360A6}" dt="2025-11-22T23:25:25.826" v="12" actId="207"/>
        <pc:sldMkLst>
          <pc:docMk/>
          <pc:sldMk cId="0" sldId="259"/>
        </pc:sldMkLst>
        <pc:spChg chg="mod">
          <ac:chgData name="Shuan Cheng" userId="b14087c0-bac9-44dd-b3f8-5d50e1ee75e5" providerId="ADAL" clId="{75A9BF88-81BC-4677-82BB-DF96F3D360A6}" dt="2025-11-22T23:23:39.292" v="10" actId="20577"/>
          <ac:spMkLst>
            <pc:docMk/>
            <pc:sldMk cId="0" sldId="259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3:29.724" v="0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3:29.724" v="0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3:29.724" v="0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3:29.724" v="0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3:29.724" v="0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3:29.724" v="0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3:29.724" v="0" actId="47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23:31.507" v="1" actId="14100"/>
          <ac:spMkLst>
            <pc:docMk/>
            <pc:sldMk cId="0" sldId="259"/>
            <ac:spMk id="1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25:25.826" v="12" actId="207"/>
          <ac:spMkLst>
            <pc:docMk/>
            <pc:sldMk cId="0" sldId="259"/>
            <ac:spMk id="23" creationId="{D57B3560-1AD9-5525-A656-AFCC69E06136}"/>
          </ac:spMkLst>
        </pc:spChg>
      </pc:sldChg>
      <pc:sldChg chg="addSp delSp modSp mod">
        <pc:chgData name="Shuan Cheng" userId="b14087c0-bac9-44dd-b3f8-5d50e1ee75e5" providerId="ADAL" clId="{75A9BF88-81BC-4677-82BB-DF96F3D360A6}" dt="2025-11-22T23:27:37.611" v="18" actId="207"/>
        <pc:sldMkLst>
          <pc:docMk/>
          <pc:sldMk cId="0" sldId="260"/>
        </pc:sldMkLst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3.979" v="16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27:28.049" v="13" actId="14100"/>
          <ac:spMkLst>
            <pc:docMk/>
            <pc:sldMk cId="0" sldId="260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31.912" v="15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29.955" v="14" actId="478"/>
          <ac:spMkLst>
            <pc:docMk/>
            <pc:sldMk cId="0" sldId="260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29.955" v="14" actId="478"/>
          <ac:spMkLst>
            <pc:docMk/>
            <pc:sldMk cId="0" sldId="260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29.955" v="14" actId="478"/>
          <ac:spMkLst>
            <pc:docMk/>
            <pc:sldMk cId="0" sldId="260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29.955" v="14" actId="478"/>
          <ac:spMkLst>
            <pc:docMk/>
            <pc:sldMk cId="0" sldId="260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29.955" v="14" actId="478"/>
          <ac:spMkLst>
            <pc:docMk/>
            <pc:sldMk cId="0" sldId="260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29.955" v="14" actId="478"/>
          <ac:spMkLst>
            <pc:docMk/>
            <pc:sldMk cId="0" sldId="260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29.955" v="14" actId="478"/>
          <ac:spMkLst>
            <pc:docMk/>
            <pc:sldMk cId="0" sldId="260"/>
            <ac:spMk id="3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27:37.611" v="18" actId="207"/>
          <ac:spMkLst>
            <pc:docMk/>
            <pc:sldMk cId="0" sldId="260"/>
            <ac:spMk id="38" creationId="{F637A61B-089A-CC49-A40F-86B87766FB50}"/>
          </ac:spMkLst>
        </pc:spChg>
        <pc:spChg chg="add mod">
          <ac:chgData name="Shuan Cheng" userId="b14087c0-bac9-44dd-b3f8-5d50e1ee75e5" providerId="ADAL" clId="{75A9BF88-81BC-4677-82BB-DF96F3D360A6}" dt="2025-11-22T23:27:37.611" v="18" actId="207"/>
          <ac:spMkLst>
            <pc:docMk/>
            <pc:sldMk cId="0" sldId="260"/>
            <ac:spMk id="39" creationId="{30A0F623-2B89-E5A4-48F5-7948470ECCE8}"/>
          </ac:spMkLst>
        </pc:spChg>
        <pc:spChg chg="add mod">
          <ac:chgData name="Shuan Cheng" userId="b14087c0-bac9-44dd-b3f8-5d50e1ee75e5" providerId="ADAL" clId="{75A9BF88-81BC-4677-82BB-DF96F3D360A6}" dt="2025-11-22T23:27:37.611" v="18" actId="207"/>
          <ac:spMkLst>
            <pc:docMk/>
            <pc:sldMk cId="0" sldId="260"/>
            <ac:spMk id="40" creationId="{BB940D88-CC40-6746-A949-A88EC1B1FCB7}"/>
          </ac:spMkLst>
        </pc:spChg>
      </pc:sldChg>
      <pc:sldChg chg="addSp delSp modSp mod">
        <pc:chgData name="Shuan Cheng" userId="b14087c0-bac9-44dd-b3f8-5d50e1ee75e5" providerId="ADAL" clId="{75A9BF88-81BC-4677-82BB-DF96F3D360A6}" dt="2025-11-22T23:41:56.992" v="45" actId="114"/>
        <pc:sldMkLst>
          <pc:docMk/>
          <pc:sldMk cId="0" sldId="262"/>
        </pc:sldMkLst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5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11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2T23:39:57.628" v="25" actId="1076"/>
          <ac:spMkLst>
            <pc:docMk/>
            <pc:sldMk cId="0" sldId="262"/>
            <ac:spMk id="13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18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28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34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35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37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42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40:07.525" v="26" actId="478"/>
          <ac:spMkLst>
            <pc:docMk/>
            <pc:sldMk cId="0" sldId="262"/>
            <ac:spMk id="4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39:38.552" v="22" actId="207"/>
          <ac:spMkLst>
            <pc:docMk/>
            <pc:sldMk cId="0" sldId="262"/>
            <ac:spMk id="50" creationId="{5EB89384-7330-082E-7055-BD830969E79A}"/>
          </ac:spMkLst>
        </pc:spChg>
        <pc:spChg chg="add mod">
          <ac:chgData name="Shuan Cheng" userId="b14087c0-bac9-44dd-b3f8-5d50e1ee75e5" providerId="ADAL" clId="{75A9BF88-81BC-4677-82BB-DF96F3D360A6}" dt="2025-11-22T23:39:25.496" v="21" actId="207"/>
          <ac:spMkLst>
            <pc:docMk/>
            <pc:sldMk cId="0" sldId="262"/>
            <ac:spMk id="51" creationId="{0809989E-6565-3F66-77BA-9912BA35A8E3}"/>
          </ac:spMkLst>
        </pc:spChg>
        <pc:spChg chg="add mod">
          <ac:chgData name="Shuan Cheng" userId="b14087c0-bac9-44dd-b3f8-5d50e1ee75e5" providerId="ADAL" clId="{75A9BF88-81BC-4677-82BB-DF96F3D360A6}" dt="2025-11-22T23:39:38.552" v="22" actId="207"/>
          <ac:spMkLst>
            <pc:docMk/>
            <pc:sldMk cId="0" sldId="262"/>
            <ac:spMk id="52" creationId="{FDA59D87-11A8-18F1-C3E8-95772079D173}"/>
          </ac:spMkLst>
        </pc:spChg>
        <pc:spChg chg="add mod">
          <ac:chgData name="Shuan Cheng" userId="b14087c0-bac9-44dd-b3f8-5d50e1ee75e5" providerId="ADAL" clId="{75A9BF88-81BC-4677-82BB-DF96F3D360A6}" dt="2025-11-22T23:39:25.496" v="21" actId="207"/>
          <ac:spMkLst>
            <pc:docMk/>
            <pc:sldMk cId="0" sldId="262"/>
            <ac:spMk id="53" creationId="{656964BC-7E6D-74A7-AA38-3A4E9BE6D8FA}"/>
          </ac:spMkLst>
        </pc:spChg>
        <pc:spChg chg="add mod">
          <ac:chgData name="Shuan Cheng" userId="b14087c0-bac9-44dd-b3f8-5d50e1ee75e5" providerId="ADAL" clId="{75A9BF88-81BC-4677-82BB-DF96F3D360A6}" dt="2025-11-22T23:39:25.496" v="21" actId="207"/>
          <ac:spMkLst>
            <pc:docMk/>
            <pc:sldMk cId="0" sldId="262"/>
            <ac:spMk id="54" creationId="{E7194B8B-A7D8-B25C-77D6-885F03F5CB1F}"/>
          </ac:spMkLst>
        </pc:spChg>
        <pc:spChg chg="add mod">
          <ac:chgData name="Shuan Cheng" userId="b14087c0-bac9-44dd-b3f8-5d50e1ee75e5" providerId="ADAL" clId="{75A9BF88-81BC-4677-82BB-DF96F3D360A6}" dt="2025-11-22T23:39:38.552" v="22" actId="207"/>
          <ac:spMkLst>
            <pc:docMk/>
            <pc:sldMk cId="0" sldId="262"/>
            <ac:spMk id="55" creationId="{A95558A2-DE6D-924F-4C56-AF0E73D6BFEA}"/>
          </ac:spMkLst>
        </pc:spChg>
        <pc:spChg chg="add mod">
          <ac:chgData name="Shuan Cheng" userId="b14087c0-bac9-44dd-b3f8-5d50e1ee75e5" providerId="ADAL" clId="{75A9BF88-81BC-4677-82BB-DF96F3D360A6}" dt="2025-11-22T23:39:25.496" v="21" actId="207"/>
          <ac:spMkLst>
            <pc:docMk/>
            <pc:sldMk cId="0" sldId="262"/>
            <ac:spMk id="56" creationId="{C729D62D-D131-E5B6-A643-A16514D4E6BC}"/>
          </ac:spMkLst>
        </pc:spChg>
        <pc:spChg chg="add mod">
          <ac:chgData name="Shuan Cheng" userId="b14087c0-bac9-44dd-b3f8-5d50e1ee75e5" providerId="ADAL" clId="{75A9BF88-81BC-4677-82BB-DF96F3D360A6}" dt="2025-11-22T23:39:25.496" v="21" actId="207"/>
          <ac:spMkLst>
            <pc:docMk/>
            <pc:sldMk cId="0" sldId="262"/>
            <ac:spMk id="57" creationId="{EEA3070F-57FA-13B4-319E-90BE40CED01F}"/>
          </ac:spMkLst>
        </pc:spChg>
        <pc:spChg chg="add mod">
          <ac:chgData name="Shuan Cheng" userId="b14087c0-bac9-44dd-b3f8-5d50e1ee75e5" providerId="ADAL" clId="{75A9BF88-81BC-4677-82BB-DF96F3D360A6}" dt="2025-11-22T23:39:25.496" v="21" actId="207"/>
          <ac:spMkLst>
            <pc:docMk/>
            <pc:sldMk cId="0" sldId="262"/>
            <ac:spMk id="58" creationId="{357D675F-1E4B-A8D6-D89F-AEFFE6C56771}"/>
          </ac:spMkLst>
        </pc:spChg>
        <pc:spChg chg="add mod">
          <ac:chgData name="Shuan Cheng" userId="b14087c0-bac9-44dd-b3f8-5d50e1ee75e5" providerId="ADAL" clId="{75A9BF88-81BC-4677-82BB-DF96F3D360A6}" dt="2025-11-22T23:39:25.496" v="21" actId="207"/>
          <ac:spMkLst>
            <pc:docMk/>
            <pc:sldMk cId="0" sldId="262"/>
            <ac:spMk id="59" creationId="{BA63E156-D9D8-5869-2B21-D74E5ABCF89C}"/>
          </ac:spMkLst>
        </pc:spChg>
        <pc:spChg chg="add del">
          <ac:chgData name="Shuan Cheng" userId="b14087c0-bac9-44dd-b3f8-5d50e1ee75e5" providerId="ADAL" clId="{75A9BF88-81BC-4677-82BB-DF96F3D360A6}" dt="2025-11-22T23:40:09.188" v="28" actId="22"/>
          <ac:spMkLst>
            <pc:docMk/>
            <pc:sldMk cId="0" sldId="262"/>
            <ac:spMk id="61" creationId="{C2975E9F-3B9B-6742-9D14-32DF82CD5D0C}"/>
          </ac:spMkLst>
        </pc:spChg>
        <pc:spChg chg="add mod">
          <ac:chgData name="Shuan Cheng" userId="b14087c0-bac9-44dd-b3f8-5d50e1ee75e5" providerId="ADAL" clId="{75A9BF88-81BC-4677-82BB-DF96F3D360A6}" dt="2025-11-22T23:40:23.207" v="30" actId="207"/>
          <ac:spMkLst>
            <pc:docMk/>
            <pc:sldMk cId="0" sldId="262"/>
            <ac:spMk id="62" creationId="{889C239A-2A19-C47F-8EFC-B3C2FA3B73A6}"/>
          </ac:spMkLst>
        </pc:spChg>
        <pc:spChg chg="add mod">
          <ac:chgData name="Shuan Cheng" userId="b14087c0-bac9-44dd-b3f8-5d50e1ee75e5" providerId="ADAL" clId="{75A9BF88-81BC-4677-82BB-DF96F3D360A6}" dt="2025-11-22T23:41:56.992" v="45" actId="114"/>
          <ac:spMkLst>
            <pc:docMk/>
            <pc:sldMk cId="0" sldId="262"/>
            <ac:spMk id="63" creationId="{9FD05626-5EA8-6346-9501-94214C7EC6C5}"/>
          </ac:spMkLst>
        </pc:spChg>
        <pc:spChg chg="add mod">
          <ac:chgData name="Shuan Cheng" userId="b14087c0-bac9-44dd-b3f8-5d50e1ee75e5" providerId="ADAL" clId="{75A9BF88-81BC-4677-82BB-DF96F3D360A6}" dt="2025-11-22T23:40:23.207" v="30" actId="207"/>
          <ac:spMkLst>
            <pc:docMk/>
            <pc:sldMk cId="0" sldId="262"/>
            <ac:spMk id="64" creationId="{91854E7F-6A06-62C6-3F38-D63BEB5F90E4}"/>
          </ac:spMkLst>
        </pc:spChg>
        <pc:spChg chg="add mod">
          <ac:chgData name="Shuan Cheng" userId="b14087c0-bac9-44dd-b3f8-5d50e1ee75e5" providerId="ADAL" clId="{75A9BF88-81BC-4677-82BB-DF96F3D360A6}" dt="2025-11-22T23:40:44.674" v="38" actId="20577"/>
          <ac:spMkLst>
            <pc:docMk/>
            <pc:sldMk cId="0" sldId="262"/>
            <ac:spMk id="65" creationId="{EE0156F6-4A70-0E33-54A0-BCF31BDA30DE}"/>
          </ac:spMkLst>
        </pc:spChg>
        <pc:spChg chg="add mod">
          <ac:chgData name="Shuan Cheng" userId="b14087c0-bac9-44dd-b3f8-5d50e1ee75e5" providerId="ADAL" clId="{75A9BF88-81BC-4677-82BB-DF96F3D360A6}" dt="2025-11-22T23:40:23.207" v="30" actId="207"/>
          <ac:spMkLst>
            <pc:docMk/>
            <pc:sldMk cId="0" sldId="262"/>
            <ac:spMk id="66" creationId="{17DD962D-B436-7CE2-338C-0C7C1F9E9E6D}"/>
          </ac:spMkLst>
        </pc:spChg>
        <pc:spChg chg="add mod">
          <ac:chgData name="Shuan Cheng" userId="b14087c0-bac9-44dd-b3f8-5d50e1ee75e5" providerId="ADAL" clId="{75A9BF88-81BC-4677-82BB-DF96F3D360A6}" dt="2025-11-22T23:40:23.207" v="30" actId="207"/>
          <ac:spMkLst>
            <pc:docMk/>
            <pc:sldMk cId="0" sldId="262"/>
            <ac:spMk id="67" creationId="{4AF0C869-7A8F-01FE-81BB-388792A0E500}"/>
          </ac:spMkLst>
        </pc:spChg>
        <pc:spChg chg="add mod">
          <ac:chgData name="Shuan Cheng" userId="b14087c0-bac9-44dd-b3f8-5d50e1ee75e5" providerId="ADAL" clId="{75A9BF88-81BC-4677-82BB-DF96F3D360A6}" dt="2025-11-22T23:40:56.018" v="40" actId="255"/>
          <ac:spMkLst>
            <pc:docMk/>
            <pc:sldMk cId="0" sldId="262"/>
            <ac:spMk id="68" creationId="{3DC80A27-C2AD-680A-06B1-50982ED212CA}"/>
          </ac:spMkLst>
        </pc:spChg>
        <pc:spChg chg="add mod">
          <ac:chgData name="Shuan Cheng" userId="b14087c0-bac9-44dd-b3f8-5d50e1ee75e5" providerId="ADAL" clId="{75A9BF88-81BC-4677-82BB-DF96F3D360A6}" dt="2025-11-22T23:40:23.207" v="30" actId="207"/>
          <ac:spMkLst>
            <pc:docMk/>
            <pc:sldMk cId="0" sldId="262"/>
            <ac:spMk id="69" creationId="{FFDABC5A-F22E-796B-B58E-39B228FCFDE7}"/>
          </ac:spMkLst>
        </pc:spChg>
        <pc:spChg chg="add mod">
          <ac:chgData name="Shuan Cheng" userId="b14087c0-bac9-44dd-b3f8-5d50e1ee75e5" providerId="ADAL" clId="{75A9BF88-81BC-4677-82BB-DF96F3D360A6}" dt="2025-11-22T23:40:23.207" v="30" actId="207"/>
          <ac:spMkLst>
            <pc:docMk/>
            <pc:sldMk cId="0" sldId="262"/>
            <ac:spMk id="70" creationId="{E5479E0C-7689-9DEB-CCCC-EC5BAF872C3B}"/>
          </ac:spMkLst>
        </pc:spChg>
      </pc:sldChg>
      <pc:sldChg chg="addSp delSp modSp mod">
        <pc:chgData name="Shuan Cheng" userId="b14087c0-bac9-44dd-b3f8-5d50e1ee75e5" providerId="ADAL" clId="{75A9BF88-81BC-4677-82BB-DF96F3D360A6}" dt="2025-11-22T23:46:16.802" v="65" actId="1076"/>
        <pc:sldMkLst>
          <pc:docMk/>
          <pc:sldMk cId="0" sldId="263"/>
        </pc:sldMkLst>
        <pc:spChg chg="del">
          <ac:chgData name="Shuan Cheng" userId="b14087c0-bac9-44dd-b3f8-5d50e1ee75e5" providerId="ADAL" clId="{75A9BF88-81BC-4677-82BB-DF96F3D360A6}" dt="2025-11-22T23:45:31.731" v="46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5:31.731" v="46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5:31.731" v="46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5:31.731" v="46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5:31.731" v="46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5:31.731" v="46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5:31.731" v="46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5:31.731" v="46" actId="47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5:50.852" v="63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6:05.326" v="64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6:16.802" v="65" actId="1076"/>
          <ac:spMkLst>
            <pc:docMk/>
            <pc:sldMk cId="0" sldId="263"/>
            <ac:spMk id="2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45:33.737" v="48" actId="207"/>
          <ac:spMkLst>
            <pc:docMk/>
            <pc:sldMk cId="0" sldId="263"/>
            <ac:spMk id="27" creationId="{58EE7C7A-DC4B-D529-76AE-30ACEFFEF6CA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00:49.122" v="79" actId="14100"/>
        <pc:sldMkLst>
          <pc:docMk/>
          <pc:sldMk cId="0" sldId="264"/>
        </pc:sldMkLst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15.055" v="66" actId="478"/>
          <ac:spMkLst>
            <pc:docMk/>
            <pc:sldMk cId="0" sldId="264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29.725" v="67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29.725" v="67" actId="478"/>
          <ac:spMkLst>
            <pc:docMk/>
            <pc:sldMk cId="0" sldId="264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29.725" v="67" actId="478"/>
          <ac:spMkLst>
            <pc:docMk/>
            <pc:sldMk cId="0" sldId="264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29.725" v="67" actId="478"/>
          <ac:spMkLst>
            <pc:docMk/>
            <pc:sldMk cId="0" sldId="264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29.725" v="67" actId="478"/>
          <ac:spMkLst>
            <pc:docMk/>
            <pc:sldMk cId="0" sldId="264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29.725" v="67" actId="478"/>
          <ac:spMkLst>
            <pc:docMk/>
            <pc:sldMk cId="0" sldId="264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29.725" v="67" actId="478"/>
          <ac:spMkLst>
            <pc:docMk/>
            <pc:sldMk cId="0" sldId="264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9:29.725" v="67" actId="478"/>
          <ac:spMkLst>
            <pc:docMk/>
            <pc:sldMk cId="0" sldId="264"/>
            <ac:spMk id="3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50:15.234" v="71" actId="1076"/>
          <ac:spMkLst>
            <pc:docMk/>
            <pc:sldMk cId="0" sldId="264"/>
            <ac:spMk id="3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49:29.994" v="68"/>
          <ac:spMkLst>
            <pc:docMk/>
            <pc:sldMk cId="0" sldId="264"/>
            <ac:spMk id="39" creationId="{5993CF0C-0D93-F362-005B-982210E05503}"/>
          </ac:spMkLst>
        </pc:spChg>
        <pc:spChg chg="add mod">
          <ac:chgData name="Shuan Cheng" userId="b14087c0-bac9-44dd-b3f8-5d50e1ee75e5" providerId="ADAL" clId="{75A9BF88-81BC-4677-82BB-DF96F3D360A6}" dt="2025-11-22T23:49:29.994" v="68"/>
          <ac:spMkLst>
            <pc:docMk/>
            <pc:sldMk cId="0" sldId="264"/>
            <ac:spMk id="40" creationId="{4940195E-6DA0-42B1-8C48-D62F27406539}"/>
          </ac:spMkLst>
        </pc:spChg>
        <pc:spChg chg="add mod">
          <ac:chgData name="Shuan Cheng" userId="b14087c0-bac9-44dd-b3f8-5d50e1ee75e5" providerId="ADAL" clId="{75A9BF88-81BC-4677-82BB-DF96F3D360A6}" dt="2025-11-22T23:49:29.994" v="68"/>
          <ac:spMkLst>
            <pc:docMk/>
            <pc:sldMk cId="0" sldId="264"/>
            <ac:spMk id="41" creationId="{91028E2B-D22A-3D10-3C53-7552B7748A5B}"/>
          </ac:spMkLst>
        </pc:spChg>
        <pc:spChg chg="add mod">
          <ac:chgData name="Shuan Cheng" userId="b14087c0-bac9-44dd-b3f8-5d50e1ee75e5" providerId="ADAL" clId="{75A9BF88-81BC-4677-82BB-DF96F3D360A6}" dt="2025-11-22T23:49:29.994" v="68"/>
          <ac:spMkLst>
            <pc:docMk/>
            <pc:sldMk cId="0" sldId="264"/>
            <ac:spMk id="42" creationId="{D464AF3B-735B-9375-AFBA-6BEE2C058E63}"/>
          </ac:spMkLst>
        </pc:spChg>
        <pc:spChg chg="add mod">
          <ac:chgData name="Shuan Cheng" userId="b14087c0-bac9-44dd-b3f8-5d50e1ee75e5" providerId="ADAL" clId="{75A9BF88-81BC-4677-82BB-DF96F3D360A6}" dt="2025-11-22T23:49:29.994" v="68"/>
          <ac:spMkLst>
            <pc:docMk/>
            <pc:sldMk cId="0" sldId="264"/>
            <ac:spMk id="43" creationId="{70935165-E97E-BDFB-DDBC-5307C6361D69}"/>
          </ac:spMkLst>
        </pc:spChg>
        <pc:spChg chg="add mod">
          <ac:chgData name="Shuan Cheng" userId="b14087c0-bac9-44dd-b3f8-5d50e1ee75e5" providerId="ADAL" clId="{75A9BF88-81BC-4677-82BB-DF96F3D360A6}" dt="2025-11-22T23:49:29.994" v="68"/>
          <ac:spMkLst>
            <pc:docMk/>
            <pc:sldMk cId="0" sldId="264"/>
            <ac:spMk id="44" creationId="{C54EC897-76F3-738D-4157-289AD712BD70}"/>
          </ac:spMkLst>
        </pc:spChg>
        <pc:spChg chg="add mod">
          <ac:chgData name="Shuan Cheng" userId="b14087c0-bac9-44dd-b3f8-5d50e1ee75e5" providerId="ADAL" clId="{75A9BF88-81BC-4677-82BB-DF96F3D360A6}" dt="2025-11-22T23:49:29.994" v="68"/>
          <ac:spMkLst>
            <pc:docMk/>
            <pc:sldMk cId="0" sldId="264"/>
            <ac:spMk id="45" creationId="{4FC8805F-775C-7A18-EC0B-CBF0D898A026}"/>
          </ac:spMkLst>
        </pc:spChg>
        <pc:spChg chg="add mod">
          <ac:chgData name="Shuan Cheng" userId="b14087c0-bac9-44dd-b3f8-5d50e1ee75e5" providerId="ADAL" clId="{75A9BF88-81BC-4677-82BB-DF96F3D360A6}" dt="2025-11-22T23:49:29.994" v="68"/>
          <ac:spMkLst>
            <pc:docMk/>
            <pc:sldMk cId="0" sldId="264"/>
            <ac:spMk id="46" creationId="{6BBAB2C2-3369-9A96-2EEA-5F7E9A7D01D6}"/>
          </ac:spMkLst>
        </pc:spChg>
        <pc:spChg chg="add mod">
          <ac:chgData name="Shuan Cheng" userId="b14087c0-bac9-44dd-b3f8-5d50e1ee75e5" providerId="ADAL" clId="{75A9BF88-81BC-4677-82BB-DF96F3D360A6}" dt="2025-11-22T23:49:36.831" v="70" actId="207"/>
          <ac:spMkLst>
            <pc:docMk/>
            <pc:sldMk cId="0" sldId="264"/>
            <ac:spMk id="47" creationId="{CABC4C6C-D2C6-492B-D7BA-6DE313190E78}"/>
          </ac:spMkLst>
        </pc:spChg>
        <pc:spChg chg="add mod">
          <ac:chgData name="Shuan Cheng" userId="b14087c0-bac9-44dd-b3f8-5d50e1ee75e5" providerId="ADAL" clId="{75A9BF88-81BC-4677-82BB-DF96F3D360A6}" dt="2025-11-22T23:49:36.831" v="70" actId="207"/>
          <ac:spMkLst>
            <pc:docMk/>
            <pc:sldMk cId="0" sldId="264"/>
            <ac:spMk id="48" creationId="{219E3E3A-0F2E-6334-BA90-521D171F7D78}"/>
          </ac:spMkLst>
        </pc:spChg>
        <pc:spChg chg="add mod">
          <ac:chgData name="Shuan Cheng" userId="b14087c0-bac9-44dd-b3f8-5d50e1ee75e5" providerId="ADAL" clId="{75A9BF88-81BC-4677-82BB-DF96F3D360A6}" dt="2025-11-22T23:49:36.831" v="70" actId="207"/>
          <ac:spMkLst>
            <pc:docMk/>
            <pc:sldMk cId="0" sldId="264"/>
            <ac:spMk id="49" creationId="{EA084356-BFE0-BCC7-E5E2-29669AD1933F}"/>
          </ac:spMkLst>
        </pc:spChg>
        <pc:spChg chg="add mod">
          <ac:chgData name="Shuan Cheng" userId="b14087c0-bac9-44dd-b3f8-5d50e1ee75e5" providerId="ADAL" clId="{75A9BF88-81BC-4677-82BB-DF96F3D360A6}" dt="2025-11-22T23:49:36.831" v="70" actId="207"/>
          <ac:spMkLst>
            <pc:docMk/>
            <pc:sldMk cId="0" sldId="264"/>
            <ac:spMk id="50" creationId="{26943660-6B68-879A-11D3-7822867A02E9}"/>
          </ac:spMkLst>
        </pc:spChg>
        <pc:spChg chg="add mod">
          <ac:chgData name="Shuan Cheng" userId="b14087c0-bac9-44dd-b3f8-5d50e1ee75e5" providerId="ADAL" clId="{75A9BF88-81BC-4677-82BB-DF96F3D360A6}" dt="2025-11-22T23:49:36.831" v="70" actId="207"/>
          <ac:spMkLst>
            <pc:docMk/>
            <pc:sldMk cId="0" sldId="264"/>
            <ac:spMk id="51" creationId="{42DD9143-5DE2-347F-A5AA-BB4D433DAC62}"/>
          </ac:spMkLst>
        </pc:spChg>
        <pc:spChg chg="add mod">
          <ac:chgData name="Shuan Cheng" userId="b14087c0-bac9-44dd-b3f8-5d50e1ee75e5" providerId="ADAL" clId="{75A9BF88-81BC-4677-82BB-DF96F3D360A6}" dt="2025-11-22T23:49:36.831" v="70" actId="207"/>
          <ac:spMkLst>
            <pc:docMk/>
            <pc:sldMk cId="0" sldId="264"/>
            <ac:spMk id="52" creationId="{9DB0A649-13E4-9F5E-6457-CB115913CF81}"/>
          </ac:spMkLst>
        </pc:spChg>
        <pc:spChg chg="add mod">
          <ac:chgData name="Shuan Cheng" userId="b14087c0-bac9-44dd-b3f8-5d50e1ee75e5" providerId="ADAL" clId="{75A9BF88-81BC-4677-82BB-DF96F3D360A6}" dt="2025-11-22T23:49:36.831" v="70" actId="207"/>
          <ac:spMkLst>
            <pc:docMk/>
            <pc:sldMk cId="0" sldId="264"/>
            <ac:spMk id="53" creationId="{4977C008-D997-CBC7-9169-908FD6B0D254}"/>
          </ac:spMkLst>
        </pc:spChg>
        <pc:spChg chg="add mod">
          <ac:chgData name="Shuan Cheng" userId="b14087c0-bac9-44dd-b3f8-5d50e1ee75e5" providerId="ADAL" clId="{75A9BF88-81BC-4677-82BB-DF96F3D360A6}" dt="2025-11-22T23:49:36.831" v="70" actId="207"/>
          <ac:spMkLst>
            <pc:docMk/>
            <pc:sldMk cId="0" sldId="264"/>
            <ac:spMk id="54" creationId="{0A2DB564-EB6A-DB3D-0391-09D4B533DEF2}"/>
          </ac:spMkLst>
        </pc:spChg>
        <pc:spChg chg="add mod">
          <ac:chgData name="Shuan Cheng" userId="b14087c0-bac9-44dd-b3f8-5d50e1ee75e5" providerId="ADAL" clId="{75A9BF88-81BC-4677-82BB-DF96F3D360A6}" dt="2025-11-23T00:00:49.122" v="79" actId="14100"/>
          <ac:spMkLst>
            <pc:docMk/>
            <pc:sldMk cId="0" sldId="264"/>
            <ac:spMk id="55" creationId="{3155EC28-A545-6294-59EB-BDC593DA9E95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00:19.952" v="78" actId="207"/>
        <pc:sldMkLst>
          <pc:docMk/>
          <pc:sldMk cId="0" sldId="265"/>
        </pc:sldMkLst>
        <pc:spChg chg="mod">
          <ac:chgData name="Shuan Cheng" userId="b14087c0-bac9-44dd-b3f8-5d50e1ee75e5" providerId="ADAL" clId="{75A9BF88-81BC-4677-82BB-DF96F3D360A6}" dt="2025-11-23T00:00:07.419" v="75" actId="14100"/>
          <ac:spMkLst>
            <pc:docMk/>
            <pc:sldMk cId="0" sldId="265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0:10.853" v="76" actId="478"/>
          <ac:spMkLst>
            <pc:docMk/>
            <pc:sldMk cId="0" sldId="265"/>
            <ac:spMk id="3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00:05.434" v="74" actId="14100"/>
          <ac:spMkLst>
            <pc:docMk/>
            <pc:sldMk cId="0" sldId="265"/>
            <ac:spMk id="40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45" creationId="{FDBBA58C-561A-3825-71EC-480CD098AA45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46" creationId="{FB515714-7B4A-FABC-5933-64EDC1B5E09E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47" creationId="{A7BB7CFD-1785-1520-E7A5-63D78ECE96B6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48" creationId="{B7400FE7-3D6C-D798-C095-6DDDFB1BC0B3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49" creationId="{D0E842D0-73DB-D502-4CB1-97CC7DB2283F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50" creationId="{61FD5C03-0EDE-BDA6-B4E9-87B956EF9601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51" creationId="{C60CAD44-3C0B-1C9D-D37D-FEBEFD3B2C8B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54" creationId="{086ACE58-F9F9-BEA5-6262-EBEF18A3D55D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55" creationId="{C2F56F07-8ECB-1DA2-89E3-D217A1E487BD}"/>
          </ac:spMkLst>
        </pc:spChg>
        <pc:spChg chg="add mod">
          <ac:chgData name="Shuan Cheng" userId="b14087c0-bac9-44dd-b3f8-5d50e1ee75e5" providerId="ADAL" clId="{75A9BF88-81BC-4677-82BB-DF96F3D360A6}" dt="2025-11-23T00:00:19.952" v="78" actId="207"/>
          <ac:spMkLst>
            <pc:docMk/>
            <pc:sldMk cId="0" sldId="265"/>
            <ac:spMk id="56" creationId="{AE92DD1F-C9D1-ADFF-1F91-A422ABF6453E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09:30.836" v="90" actId="207"/>
        <pc:sldMkLst>
          <pc:docMk/>
          <pc:sldMk cId="0" sldId="269"/>
        </pc:sldMkLst>
        <pc:spChg chg="mod">
          <ac:chgData name="Shuan Cheng" userId="b14087c0-bac9-44dd-b3f8-5d50e1ee75e5" providerId="ADAL" clId="{75A9BF88-81BC-4677-82BB-DF96F3D360A6}" dt="2025-11-23T00:09:27.948" v="88" actId="14100"/>
          <ac:spMkLst>
            <pc:docMk/>
            <pc:sldMk cId="0" sldId="269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09:26.508" v="87" actId="14100"/>
          <ac:spMkLst>
            <pc:docMk/>
            <pc:sldMk cId="0" sldId="269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9.034" v="82" actId="478"/>
          <ac:spMkLst>
            <pc:docMk/>
            <pc:sldMk cId="0" sldId="269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9.034" v="82" actId="478"/>
          <ac:spMkLst>
            <pc:docMk/>
            <pc:sldMk cId="0" sldId="269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3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5.182" v="80" actId="478"/>
          <ac:spMkLst>
            <pc:docMk/>
            <pc:sldMk cId="0" sldId="269"/>
            <ac:spMk id="3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4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4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4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17.086" v="81" actId="478"/>
          <ac:spMkLst>
            <pc:docMk/>
            <pc:sldMk cId="0" sldId="269"/>
            <ac:spMk id="4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09:24.287" v="86" actId="20577"/>
          <ac:spMkLst>
            <pc:docMk/>
            <pc:sldMk cId="0" sldId="269"/>
            <ac:spMk id="5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09:30.836" v="90" actId="207"/>
          <ac:spMkLst>
            <pc:docMk/>
            <pc:sldMk cId="0" sldId="269"/>
            <ac:spMk id="57" creationId="{37F23B4A-F168-6F95-8D7D-1E7C0F5C8B58}"/>
          </ac:spMkLst>
        </pc:spChg>
        <pc:spChg chg="add mod">
          <ac:chgData name="Shuan Cheng" userId="b14087c0-bac9-44dd-b3f8-5d50e1ee75e5" providerId="ADAL" clId="{75A9BF88-81BC-4677-82BB-DF96F3D360A6}" dt="2025-11-23T00:09:30.836" v="90" actId="207"/>
          <ac:spMkLst>
            <pc:docMk/>
            <pc:sldMk cId="0" sldId="269"/>
            <ac:spMk id="58" creationId="{53CB487C-3F0B-3A8E-7453-ABE324508ED4}"/>
          </ac:spMkLst>
        </pc:spChg>
        <pc:spChg chg="add mod">
          <ac:chgData name="Shuan Cheng" userId="b14087c0-bac9-44dd-b3f8-5d50e1ee75e5" providerId="ADAL" clId="{75A9BF88-81BC-4677-82BB-DF96F3D360A6}" dt="2025-11-23T00:09:30.836" v="90" actId="207"/>
          <ac:spMkLst>
            <pc:docMk/>
            <pc:sldMk cId="0" sldId="269"/>
            <ac:spMk id="59" creationId="{873B018A-E7F4-A902-FE83-69F1912A1587}"/>
          </ac:spMkLst>
        </pc:spChg>
        <pc:spChg chg="add mod">
          <ac:chgData name="Shuan Cheng" userId="b14087c0-bac9-44dd-b3f8-5d50e1ee75e5" providerId="ADAL" clId="{75A9BF88-81BC-4677-82BB-DF96F3D360A6}" dt="2025-11-23T00:09:30.836" v="90" actId="207"/>
          <ac:spMkLst>
            <pc:docMk/>
            <pc:sldMk cId="0" sldId="269"/>
            <ac:spMk id="60" creationId="{2DF4BDEB-2B16-773D-8B55-069D20595A7E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11:51.421" v="100" actId="207"/>
        <pc:sldMkLst>
          <pc:docMk/>
          <pc:sldMk cId="0" sldId="270"/>
        </pc:sldMkLst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9.175" v="98" actId="478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1:46.909" v="97" actId="20577"/>
          <ac:spMkLst>
            <pc:docMk/>
            <pc:sldMk cId="0" sldId="270"/>
            <ac:spMk id="9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9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9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9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9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9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9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9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9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10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1:43.915" v="92" actId="478"/>
          <ac:spMkLst>
            <pc:docMk/>
            <pc:sldMk cId="0" sldId="270"/>
            <ac:spMk id="10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1:41.017" v="91" actId="20577"/>
          <ac:spMkLst>
            <pc:docMk/>
            <pc:sldMk cId="0" sldId="270"/>
            <ac:spMk id="10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11:51.421" v="100" actId="207"/>
          <ac:spMkLst>
            <pc:docMk/>
            <pc:sldMk cId="0" sldId="270"/>
            <ac:spMk id="110" creationId="{FDC4BDF6-B036-7F06-B9B9-275B8A1BB58A}"/>
          </ac:spMkLst>
        </pc:spChg>
        <pc:spChg chg="add mod">
          <ac:chgData name="Shuan Cheng" userId="b14087c0-bac9-44dd-b3f8-5d50e1ee75e5" providerId="ADAL" clId="{75A9BF88-81BC-4677-82BB-DF96F3D360A6}" dt="2025-11-23T00:11:51.421" v="100" actId="207"/>
          <ac:spMkLst>
            <pc:docMk/>
            <pc:sldMk cId="0" sldId="270"/>
            <ac:spMk id="111" creationId="{5E6BD469-B2C1-87C0-356F-0FBCB7AFA668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14:12.941" v="117" actId="207"/>
        <pc:sldMkLst>
          <pc:docMk/>
          <pc:sldMk cId="0" sldId="271"/>
        </pc:sldMkLst>
        <pc:spChg chg="mod">
          <ac:chgData name="Shuan Cheng" userId="b14087c0-bac9-44dd-b3f8-5d50e1ee75e5" providerId="ADAL" clId="{75A9BF88-81BC-4677-82BB-DF96F3D360A6}" dt="2025-11-23T00:12:05.742" v="101" actId="14100"/>
          <ac:spMkLst>
            <pc:docMk/>
            <pc:sldMk cId="0" sldId="271"/>
            <ac:spMk id="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2:26.697" v="102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2:34.304" v="103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2:34.304" v="103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4:00.976" v="112" actId="20577"/>
          <ac:spMkLst>
            <pc:docMk/>
            <pc:sldMk cId="0" sldId="271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10.855" v="115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04.239" v="113" actId="478"/>
          <ac:spMkLst>
            <pc:docMk/>
            <pc:sldMk cId="0" sldId="271"/>
            <ac:spMk id="2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14:04.544" v="114"/>
          <ac:spMkLst>
            <pc:docMk/>
            <pc:sldMk cId="0" sldId="271"/>
            <ac:spMk id="27" creationId="{2DF6CBBE-8398-65A1-65FF-65B0C0EF3426}"/>
          </ac:spMkLst>
        </pc:spChg>
        <pc:spChg chg="add mod">
          <ac:chgData name="Shuan Cheng" userId="b14087c0-bac9-44dd-b3f8-5d50e1ee75e5" providerId="ADAL" clId="{75A9BF88-81BC-4677-82BB-DF96F3D360A6}" dt="2025-11-23T00:14:12.941" v="117" actId="207"/>
          <ac:spMkLst>
            <pc:docMk/>
            <pc:sldMk cId="0" sldId="271"/>
            <ac:spMk id="28" creationId="{F4E05DB2-4DF3-D90C-EF7B-64E543AF2F8D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20:01.167" v="135" actId="207"/>
        <pc:sldMkLst>
          <pc:docMk/>
          <pc:sldMk cId="0" sldId="273"/>
        </pc:sldMkLst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00.192" v="118" actId="478"/>
          <ac:spMkLst>
            <pc:docMk/>
            <pc:sldMk cId="0" sldId="273"/>
            <ac:spMk id="1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6:34.974" v="132" actId="20577"/>
          <ac:spMkLst>
            <pc:docMk/>
            <pc:sldMk cId="0" sldId="273"/>
            <ac:spMk id="1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6:26.365" v="122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6:03.354" v="119" actId="14100"/>
          <ac:spMkLst>
            <pc:docMk/>
            <pc:sldMk cId="0" sldId="273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3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3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3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4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4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6:39.711" v="133" actId="478"/>
          <ac:spMkLst>
            <pc:docMk/>
            <pc:sldMk cId="0" sldId="273"/>
            <ac:spMk id="46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20:01.167" v="135" actId="207"/>
          <ac:spMkLst>
            <pc:docMk/>
            <pc:sldMk cId="0" sldId="273"/>
            <ac:spMk id="51" creationId="{6B86D1FD-C50B-E056-BDAA-1E18B39AB00C}"/>
          </ac:spMkLst>
        </pc:spChg>
        <pc:spChg chg="add mod">
          <ac:chgData name="Shuan Cheng" userId="b14087c0-bac9-44dd-b3f8-5d50e1ee75e5" providerId="ADAL" clId="{75A9BF88-81BC-4677-82BB-DF96F3D360A6}" dt="2025-11-23T00:20:01.167" v="135" actId="207"/>
          <ac:spMkLst>
            <pc:docMk/>
            <pc:sldMk cId="0" sldId="273"/>
            <ac:spMk id="52" creationId="{0992FE02-AB06-33B5-E216-D0A37A857A91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28:59.506" v="146" actId="207"/>
        <pc:sldMkLst>
          <pc:docMk/>
          <pc:sldMk cId="0" sldId="274"/>
        </pc:sldMkLst>
        <pc:spChg chg="mod">
          <ac:chgData name="Shuan Cheng" userId="b14087c0-bac9-44dd-b3f8-5d50e1ee75e5" providerId="ADAL" clId="{75A9BF88-81BC-4677-82BB-DF96F3D360A6}" dt="2025-11-23T00:20:35.432" v="137" actId="1076"/>
          <ac:spMkLst>
            <pc:docMk/>
            <pc:sldMk cId="0" sldId="274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7.198" v="138" actId="478"/>
          <ac:spMkLst>
            <pc:docMk/>
            <pc:sldMk cId="0" sldId="274"/>
            <ac:spMk id="1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20:58.881" v="139" actId="14100"/>
          <ac:spMkLst>
            <pc:docMk/>
            <pc:sldMk cId="0" sldId="274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0.664" v="140" actId="478"/>
          <ac:spMkLst>
            <pc:docMk/>
            <pc:sldMk cId="0" sldId="274"/>
            <ac:spMk id="3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21:03.663" v="142" actId="6549"/>
          <ac:spMkLst>
            <pc:docMk/>
            <pc:sldMk cId="0" sldId="274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3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3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4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4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4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5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5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5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1:02.076" v="141" actId="478"/>
          <ac:spMkLst>
            <pc:docMk/>
            <pc:sldMk cId="0" sldId="274"/>
            <ac:spMk id="56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21:15.080" v="144" actId="207"/>
          <ac:spMkLst>
            <pc:docMk/>
            <pc:sldMk cId="0" sldId="274"/>
            <ac:spMk id="64" creationId="{20686302-2F6A-71C3-0803-A0CF83D3337A}"/>
          </ac:spMkLst>
        </pc:spChg>
        <pc:spChg chg="add mod">
          <ac:chgData name="Shuan Cheng" userId="b14087c0-bac9-44dd-b3f8-5d50e1ee75e5" providerId="ADAL" clId="{75A9BF88-81BC-4677-82BB-DF96F3D360A6}" dt="2025-11-23T00:28:59.506" v="146" actId="207"/>
          <ac:spMkLst>
            <pc:docMk/>
            <pc:sldMk cId="0" sldId="274"/>
            <ac:spMk id="65" creationId="{23843017-5CCE-F6BE-7CA9-C9AC8744963F}"/>
          </ac:spMkLst>
        </pc:spChg>
        <pc:spChg chg="add mod">
          <ac:chgData name="Shuan Cheng" userId="b14087c0-bac9-44dd-b3f8-5d50e1ee75e5" providerId="ADAL" clId="{75A9BF88-81BC-4677-82BB-DF96F3D360A6}" dt="2025-11-23T00:28:59.506" v="146" actId="207"/>
          <ac:spMkLst>
            <pc:docMk/>
            <pc:sldMk cId="0" sldId="274"/>
            <ac:spMk id="66" creationId="{AB8FA7D9-2BB9-4FA0-A904-93F034FF0BF5}"/>
          </ac:spMkLst>
        </pc:spChg>
        <pc:spChg chg="add mod">
          <ac:chgData name="Shuan Cheng" userId="b14087c0-bac9-44dd-b3f8-5d50e1ee75e5" providerId="ADAL" clId="{75A9BF88-81BC-4677-82BB-DF96F3D360A6}" dt="2025-11-23T00:28:59.506" v="146" actId="207"/>
          <ac:spMkLst>
            <pc:docMk/>
            <pc:sldMk cId="0" sldId="274"/>
            <ac:spMk id="67" creationId="{3FBF2C91-1FCE-AAFA-6859-2A1C60E70C08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37:23.582" v="160" actId="1076"/>
        <pc:sldMkLst>
          <pc:docMk/>
          <pc:sldMk cId="0" sldId="275"/>
        </pc:sldMkLst>
        <pc:spChg chg="del">
          <ac:chgData name="Shuan Cheng" userId="b14087c0-bac9-44dd-b3f8-5d50e1ee75e5" providerId="ADAL" clId="{75A9BF88-81BC-4677-82BB-DF96F3D360A6}" dt="2025-11-23T00:30:06.229" v="147" actId="478"/>
          <ac:spMkLst>
            <pc:docMk/>
            <pc:sldMk cId="0" sldId="275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06.229" v="147" actId="478"/>
          <ac:spMkLst>
            <pc:docMk/>
            <pc:sldMk cId="0" sldId="275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06.229" v="147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06.229" v="147" actId="478"/>
          <ac:spMkLst>
            <pc:docMk/>
            <pc:sldMk cId="0" sldId="275"/>
            <ac:spMk id="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30:17.919" v="153" actId="14100"/>
          <ac:spMkLst>
            <pc:docMk/>
            <pc:sldMk cId="0" sldId="275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4.661" v="154" actId="478"/>
          <ac:spMkLst>
            <pc:docMk/>
            <pc:sldMk cId="0" sldId="275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4.661" v="154" actId="478"/>
          <ac:spMkLst>
            <pc:docMk/>
            <pc:sldMk cId="0" sldId="275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4.661" v="154" actId="478"/>
          <ac:spMkLst>
            <pc:docMk/>
            <pc:sldMk cId="0" sldId="275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4.661" v="154" actId="478"/>
          <ac:spMkLst>
            <pc:docMk/>
            <pc:sldMk cId="0" sldId="275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4.661" v="154" actId="478"/>
          <ac:spMkLst>
            <pc:docMk/>
            <pc:sldMk cId="0" sldId="275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4.661" v="154" actId="478"/>
          <ac:spMkLst>
            <pc:docMk/>
            <pc:sldMk cId="0" sldId="275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4.661" v="154" actId="478"/>
          <ac:spMkLst>
            <pc:docMk/>
            <pc:sldMk cId="0" sldId="275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4.661" v="154" actId="478"/>
          <ac:spMkLst>
            <pc:docMk/>
            <pc:sldMk cId="0" sldId="275"/>
            <ac:spMk id="1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37:23.582" v="160" actId="1076"/>
          <ac:spMkLst>
            <pc:docMk/>
            <pc:sldMk cId="0" sldId="275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7.406" v="155" actId="478"/>
          <ac:spMkLst>
            <pc:docMk/>
            <pc:sldMk cId="0" sldId="275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7.406" v="155" actId="478"/>
          <ac:spMkLst>
            <pc:docMk/>
            <pc:sldMk cId="0" sldId="275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7.406" v="155" actId="478"/>
          <ac:spMkLst>
            <pc:docMk/>
            <pc:sldMk cId="0" sldId="275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7.406" v="155" actId="478"/>
          <ac:spMkLst>
            <pc:docMk/>
            <pc:sldMk cId="0" sldId="275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7:07.406" v="155" actId="478"/>
          <ac:spMkLst>
            <pc:docMk/>
            <pc:sldMk cId="0" sldId="275"/>
            <ac:spMk id="2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37:18.561" v="159" actId="207"/>
          <ac:spMkLst>
            <pc:docMk/>
            <pc:sldMk cId="0" sldId="275"/>
            <ac:spMk id="26" creationId="{7EE5F605-BAD9-770E-E1D8-F4544C00957D}"/>
          </ac:spMkLst>
        </pc:spChg>
        <pc:spChg chg="add mod">
          <ac:chgData name="Shuan Cheng" userId="b14087c0-bac9-44dd-b3f8-5d50e1ee75e5" providerId="ADAL" clId="{75A9BF88-81BC-4677-82BB-DF96F3D360A6}" dt="2025-11-23T00:37:18.561" v="159" actId="207"/>
          <ac:spMkLst>
            <pc:docMk/>
            <pc:sldMk cId="0" sldId="275"/>
            <ac:spMk id="27" creationId="{EA6D470D-2A8C-D7E7-C47D-FAA2544CBF9A}"/>
          </ac:spMkLst>
        </pc:spChg>
        <pc:spChg chg="add mod">
          <ac:chgData name="Shuan Cheng" userId="b14087c0-bac9-44dd-b3f8-5d50e1ee75e5" providerId="ADAL" clId="{75A9BF88-81BC-4677-82BB-DF96F3D360A6}" dt="2025-11-23T00:37:18.561" v="159" actId="207"/>
          <ac:spMkLst>
            <pc:docMk/>
            <pc:sldMk cId="0" sldId="275"/>
            <ac:spMk id="28" creationId="{F3E03BDC-6159-5B75-04C8-8603427C897E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57:13.878" v="172" actId="208"/>
        <pc:sldMkLst>
          <pc:docMk/>
          <pc:sldMk cId="0" sldId="276"/>
        </pc:sldMkLst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3.669" v="161" actId="478"/>
          <ac:spMkLst>
            <pc:docMk/>
            <pc:sldMk cId="0" sldId="276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4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06.260" v="162" actId="478"/>
          <ac:spMkLst>
            <pc:docMk/>
            <pc:sldMk cId="0" sldId="276"/>
            <ac:spMk id="4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47:13.917" v="165" actId="20577"/>
          <ac:spMkLst>
            <pc:docMk/>
            <pc:sldMk cId="0" sldId="276"/>
            <ac:spMk id="4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5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5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5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5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5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5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5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6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6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47:10.781" v="164" actId="478"/>
          <ac:spMkLst>
            <pc:docMk/>
            <pc:sldMk cId="0" sldId="276"/>
            <ac:spMk id="6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47:17.063" v="167" actId="207"/>
          <ac:spMkLst>
            <pc:docMk/>
            <pc:sldMk cId="0" sldId="276"/>
            <ac:spMk id="64" creationId="{3B4B4E9E-7108-FDFE-4DDB-62E3C4CF9E49}"/>
          </ac:spMkLst>
        </pc:spChg>
        <pc:spChg chg="add mod">
          <ac:chgData name="Shuan Cheng" userId="b14087c0-bac9-44dd-b3f8-5d50e1ee75e5" providerId="ADAL" clId="{75A9BF88-81BC-4677-82BB-DF96F3D360A6}" dt="2025-11-23T00:47:17.063" v="167" actId="207"/>
          <ac:spMkLst>
            <pc:docMk/>
            <pc:sldMk cId="0" sldId="276"/>
            <ac:spMk id="65" creationId="{552F27B7-1DB9-1ECA-0500-B1AD5B483E21}"/>
          </ac:spMkLst>
        </pc:spChg>
        <pc:spChg chg="add del mod">
          <ac:chgData name="Shuan Cheng" userId="b14087c0-bac9-44dd-b3f8-5d50e1ee75e5" providerId="ADAL" clId="{75A9BF88-81BC-4677-82BB-DF96F3D360A6}" dt="2025-11-23T00:49:20.759" v="168" actId="478"/>
          <ac:spMkLst>
            <pc:docMk/>
            <pc:sldMk cId="0" sldId="276"/>
            <ac:spMk id="66" creationId="{AF6F65D7-F3CF-F9BB-397A-EF7FB4188615}"/>
          </ac:spMkLst>
        </pc:spChg>
        <pc:spChg chg="add del mod">
          <ac:chgData name="Shuan Cheng" userId="b14087c0-bac9-44dd-b3f8-5d50e1ee75e5" providerId="ADAL" clId="{75A9BF88-81BC-4677-82BB-DF96F3D360A6}" dt="2025-11-23T00:49:20.759" v="168" actId="478"/>
          <ac:spMkLst>
            <pc:docMk/>
            <pc:sldMk cId="0" sldId="276"/>
            <ac:spMk id="67" creationId="{D95D58E7-6816-C132-5777-55D6C77020C1}"/>
          </ac:spMkLst>
        </pc:spChg>
        <pc:spChg chg="add mod">
          <ac:chgData name="Shuan Cheng" userId="b14087c0-bac9-44dd-b3f8-5d50e1ee75e5" providerId="ADAL" clId="{75A9BF88-81BC-4677-82BB-DF96F3D360A6}" dt="2025-11-23T00:49:22.645" v="170" actId="207"/>
          <ac:spMkLst>
            <pc:docMk/>
            <pc:sldMk cId="0" sldId="276"/>
            <ac:spMk id="68" creationId="{80E797DE-490C-7125-1F18-8EADBE2D4098}"/>
          </ac:spMkLst>
        </pc:spChg>
        <pc:spChg chg="add mod">
          <ac:chgData name="Shuan Cheng" userId="b14087c0-bac9-44dd-b3f8-5d50e1ee75e5" providerId="ADAL" clId="{75A9BF88-81BC-4677-82BB-DF96F3D360A6}" dt="2025-11-23T00:49:22.645" v="170" actId="207"/>
          <ac:spMkLst>
            <pc:docMk/>
            <pc:sldMk cId="0" sldId="276"/>
            <ac:spMk id="69" creationId="{71740A4E-D294-9CE3-5873-9340952BE72B}"/>
          </ac:spMkLst>
        </pc:spChg>
        <pc:grpChg chg="add mod">
          <ac:chgData name="Shuan Cheng" userId="b14087c0-bac9-44dd-b3f8-5d50e1ee75e5" providerId="ADAL" clId="{75A9BF88-81BC-4677-82BB-DF96F3D360A6}" dt="2025-11-23T00:57:08.887" v="171"/>
          <ac:grpSpMkLst>
            <pc:docMk/>
            <pc:sldMk cId="0" sldId="276"/>
            <ac:grpSpMk id="72" creationId="{378F1754-AF72-EB0F-F75A-8B7930618189}"/>
          </ac:grpSpMkLst>
        </pc:grpChg>
        <pc:grpChg chg="add mod">
          <ac:chgData name="Shuan Cheng" userId="b14087c0-bac9-44dd-b3f8-5d50e1ee75e5" providerId="ADAL" clId="{75A9BF88-81BC-4677-82BB-DF96F3D360A6}" dt="2025-11-23T00:57:08.887" v="171"/>
          <ac:grpSpMkLst>
            <pc:docMk/>
            <pc:sldMk cId="0" sldId="276"/>
            <ac:grpSpMk id="76" creationId="{57D03B20-1726-763B-FA70-E160527B077E}"/>
          </ac:grpSpMkLst>
        </pc:grpChg>
        <pc:grpChg chg="add mod">
          <ac:chgData name="Shuan Cheng" userId="b14087c0-bac9-44dd-b3f8-5d50e1ee75e5" providerId="ADAL" clId="{75A9BF88-81BC-4677-82BB-DF96F3D360A6}" dt="2025-11-23T00:57:08.887" v="171"/>
          <ac:grpSpMkLst>
            <pc:docMk/>
            <pc:sldMk cId="0" sldId="276"/>
            <ac:grpSpMk id="79" creationId="{6C80A4F4-44F5-8D09-6DB2-85C9CB464FF8}"/>
          </ac:grpSpMkLst>
        </pc:grpChg>
        <pc:grpChg chg="add mod">
          <ac:chgData name="Shuan Cheng" userId="b14087c0-bac9-44dd-b3f8-5d50e1ee75e5" providerId="ADAL" clId="{75A9BF88-81BC-4677-82BB-DF96F3D360A6}" dt="2025-11-23T00:57:08.887" v="171"/>
          <ac:grpSpMkLst>
            <pc:docMk/>
            <pc:sldMk cId="0" sldId="276"/>
            <ac:grpSpMk id="83" creationId="{9E9ECCFF-A803-3940-0002-E9AE250AC7AB}"/>
          </ac:grpSpMkLst>
        </pc:grpChg>
        <pc:cxnChg chg="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70" creationId="{B7FCB4E9-E8E5-5DB0-7C43-0D077099CF86}"/>
          </ac:cxnSpMkLst>
        </pc:cxnChg>
        <pc:cxnChg chg="add 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71" creationId="{88D0F2E4-D1E7-56DC-AD1B-CFE578A14702}"/>
          </ac:cxnSpMkLst>
        </pc:cxnChg>
        <pc:cxnChg chg="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73" creationId="{0E0A6838-B5D4-BD52-C3E1-F72E78D111F1}"/>
          </ac:cxnSpMkLst>
        </pc:cxnChg>
        <pc:cxnChg chg="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74" creationId="{DAC00D7F-E34B-32A3-B261-E0842E753FDC}"/>
          </ac:cxnSpMkLst>
        </pc:cxnChg>
        <pc:cxnChg chg="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75" creationId="{A9AABB01-E522-3210-B83E-0C3EBB4F9738}"/>
          </ac:cxnSpMkLst>
        </pc:cxnChg>
        <pc:cxnChg chg="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77" creationId="{38B48D84-92DA-B0F5-B7BD-FF6AA023BF2B}"/>
          </ac:cxnSpMkLst>
        </pc:cxnChg>
        <pc:cxnChg chg="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78" creationId="{40277F47-7AA8-B9EC-D8F6-0DE0D8FE0C08}"/>
          </ac:cxnSpMkLst>
        </pc:cxnChg>
        <pc:cxnChg chg="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80" creationId="{BD5F6607-1EEB-C125-45AD-844C7385D94A}"/>
          </ac:cxnSpMkLst>
        </pc:cxnChg>
        <pc:cxnChg chg="add 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82" creationId="{8D7258A0-8B18-4F11-8CBF-2E2CB69DD51B}"/>
          </ac:cxnSpMkLst>
        </pc:cxnChg>
        <pc:cxnChg chg="mod">
          <ac:chgData name="Shuan Cheng" userId="b14087c0-bac9-44dd-b3f8-5d50e1ee75e5" providerId="ADAL" clId="{75A9BF88-81BC-4677-82BB-DF96F3D360A6}" dt="2025-11-23T00:57:13.878" v="172" actId="208"/>
          <ac:cxnSpMkLst>
            <pc:docMk/>
            <pc:sldMk cId="0" sldId="276"/>
            <ac:cxnSpMk id="85" creationId="{04BCDCF2-071B-3E57-9D6F-8F3CEB611B8E}"/>
          </ac:cxnSpMkLst>
        </pc:cxnChg>
      </pc:sldChg>
      <pc:sldChg chg="addSp delSp modSp mod">
        <pc:chgData name="Shuan Cheng" userId="b14087c0-bac9-44dd-b3f8-5d50e1ee75e5" providerId="ADAL" clId="{75A9BF88-81BC-4677-82BB-DF96F3D360A6}" dt="2025-11-23T01:00:26.185" v="184" actId="207"/>
        <pc:sldMkLst>
          <pc:docMk/>
          <pc:sldMk cId="0" sldId="277"/>
        </pc:sldMkLst>
        <pc:spChg chg="del">
          <ac:chgData name="Shuan Cheng" userId="b14087c0-bac9-44dd-b3f8-5d50e1ee75e5" providerId="ADAL" clId="{75A9BF88-81BC-4677-82BB-DF96F3D360A6}" dt="2025-11-23T01:00:07.538" v="173" actId="478"/>
          <ac:spMkLst>
            <pc:docMk/>
            <pc:sldMk cId="0" sldId="277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07.538" v="173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07.538" v="173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07.538" v="173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07.538" v="173" actId="478"/>
          <ac:spMkLst>
            <pc:docMk/>
            <pc:sldMk cId="0" sldId="277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07.538" v="173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07.538" v="173" actId="478"/>
          <ac:spMkLst>
            <pc:docMk/>
            <pc:sldMk cId="0" sldId="277"/>
            <ac:spMk id="1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00:14.759" v="178" actId="14100"/>
          <ac:spMkLst>
            <pc:docMk/>
            <pc:sldMk cId="0" sldId="277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17.533" v="179" actId="478"/>
          <ac:spMkLst>
            <pc:docMk/>
            <pc:sldMk cId="0" sldId="277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20.593" v="180" actId="478"/>
          <ac:spMkLst>
            <pc:docMk/>
            <pc:sldMk cId="0" sldId="277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22.496" v="181" actId="478"/>
          <ac:spMkLst>
            <pc:docMk/>
            <pc:sldMk cId="0" sldId="277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22.496" v="181" actId="478"/>
          <ac:spMkLst>
            <pc:docMk/>
            <pc:sldMk cId="0" sldId="277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22.496" v="181" actId="478"/>
          <ac:spMkLst>
            <pc:docMk/>
            <pc:sldMk cId="0" sldId="277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22.496" v="181" actId="478"/>
          <ac:spMkLst>
            <pc:docMk/>
            <pc:sldMk cId="0" sldId="277"/>
            <ac:spMk id="2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00:24.107" v="182" actId="14100"/>
          <ac:spMkLst>
            <pc:docMk/>
            <pc:sldMk cId="0" sldId="277"/>
            <ac:spMk id="2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00:26.185" v="184" actId="207"/>
          <ac:spMkLst>
            <pc:docMk/>
            <pc:sldMk cId="0" sldId="277"/>
            <ac:spMk id="29" creationId="{DCEFCE01-9DB8-B9F6-0264-91628FE78160}"/>
          </ac:spMkLst>
        </pc:spChg>
        <pc:spChg chg="add mod">
          <ac:chgData name="Shuan Cheng" userId="b14087c0-bac9-44dd-b3f8-5d50e1ee75e5" providerId="ADAL" clId="{75A9BF88-81BC-4677-82BB-DF96F3D360A6}" dt="2025-11-23T01:00:26.185" v="184" actId="207"/>
          <ac:spMkLst>
            <pc:docMk/>
            <pc:sldMk cId="0" sldId="277"/>
            <ac:spMk id="30" creationId="{5F7E1A38-398B-042F-18F5-FABB56553B5E}"/>
          </ac:spMkLst>
        </pc:spChg>
        <pc:spChg chg="add mod">
          <ac:chgData name="Shuan Cheng" userId="b14087c0-bac9-44dd-b3f8-5d50e1ee75e5" providerId="ADAL" clId="{75A9BF88-81BC-4677-82BB-DF96F3D360A6}" dt="2025-11-23T01:00:26.185" v="184" actId="207"/>
          <ac:spMkLst>
            <pc:docMk/>
            <pc:sldMk cId="0" sldId="277"/>
            <ac:spMk id="31" creationId="{AA0B9E32-E564-9A42-8458-1CBADC64CEED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02:12.045" v="189" actId="14100"/>
        <pc:sldMkLst>
          <pc:docMk/>
          <pc:sldMk cId="0" sldId="278"/>
        </pc:sldMkLst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04.829" v="186" actId="478"/>
          <ac:spMkLst>
            <pc:docMk/>
            <pc:sldMk cId="0" sldId="278"/>
            <ac:spMk id="2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02:12.045" v="189" actId="14100"/>
          <ac:spMkLst>
            <pc:docMk/>
            <pc:sldMk cId="0" sldId="278"/>
            <ac:spMk id="2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02:01.157" v="185" actId="14100"/>
          <ac:spMkLst>
            <pc:docMk/>
            <pc:sldMk cId="0" sldId="278"/>
            <ac:spMk id="2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02:06.669" v="188" actId="207"/>
          <ac:spMkLst>
            <pc:docMk/>
            <pc:sldMk cId="0" sldId="278"/>
            <ac:spMk id="29" creationId="{67ECE8BA-8CE2-AA32-0B7A-DC88B225408F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13:43.939" v="193" actId="207"/>
        <pc:sldMkLst>
          <pc:docMk/>
          <pc:sldMk cId="0" sldId="279"/>
        </pc:sldMkLst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4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5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6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6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7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3.894" v="190" actId="478"/>
          <ac:spMkLst>
            <pc:docMk/>
            <pc:sldMk cId="0" sldId="279"/>
            <ac:spMk id="8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28.876" v="191" actId="478"/>
          <ac:spMkLst>
            <pc:docMk/>
            <pc:sldMk cId="0" sldId="279"/>
            <ac:spMk id="105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13:43.939" v="193" actId="207"/>
          <ac:spMkLst>
            <pc:docMk/>
            <pc:sldMk cId="0" sldId="279"/>
            <ac:spMk id="109" creationId="{0C6EC090-9631-B12C-6969-1C1113F1738B}"/>
          </ac:spMkLst>
        </pc:spChg>
        <pc:spChg chg="add mod">
          <ac:chgData name="Shuan Cheng" userId="b14087c0-bac9-44dd-b3f8-5d50e1ee75e5" providerId="ADAL" clId="{75A9BF88-81BC-4677-82BB-DF96F3D360A6}" dt="2025-11-23T01:13:43.939" v="193" actId="207"/>
          <ac:spMkLst>
            <pc:docMk/>
            <pc:sldMk cId="0" sldId="279"/>
            <ac:spMk id="110" creationId="{547EAEA5-FC37-5523-7BAB-787C2A50970B}"/>
          </ac:spMkLst>
        </pc:spChg>
        <pc:spChg chg="add mod">
          <ac:chgData name="Shuan Cheng" userId="b14087c0-bac9-44dd-b3f8-5d50e1ee75e5" providerId="ADAL" clId="{75A9BF88-81BC-4677-82BB-DF96F3D360A6}" dt="2025-11-23T01:13:43.939" v="193" actId="207"/>
          <ac:spMkLst>
            <pc:docMk/>
            <pc:sldMk cId="0" sldId="279"/>
            <ac:spMk id="111" creationId="{A7519CD0-DB77-FA07-B20A-4B6D03E8892A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14:49.562" v="199" actId="1076"/>
        <pc:sldMkLst>
          <pc:docMk/>
          <pc:sldMk cId="0" sldId="281"/>
        </pc:sldMkLst>
        <pc:spChg chg="del">
          <ac:chgData name="Shuan Cheng" userId="b14087c0-bac9-44dd-b3f8-5d50e1ee75e5" providerId="ADAL" clId="{75A9BF88-81BC-4677-82BB-DF96F3D360A6}" dt="2025-11-23T01:14:34.413" v="194" actId="478"/>
          <ac:spMkLst>
            <pc:docMk/>
            <pc:sldMk cId="0" sldId="281"/>
            <ac:spMk id="5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4:34.413" v="194" actId="478"/>
          <ac:spMkLst>
            <pc:docMk/>
            <pc:sldMk cId="0" sldId="281"/>
            <ac:spMk id="57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14:49.562" v="199" actId="1076"/>
          <ac:spMkLst>
            <pc:docMk/>
            <pc:sldMk cId="0" sldId="281"/>
            <ac:spMk id="67" creationId="{D0F19F2D-F9E3-64E9-53E0-DBCE9D8B536E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15:53.222" v="203" actId="207"/>
        <pc:sldMkLst>
          <pc:docMk/>
          <pc:sldMk cId="0" sldId="282"/>
        </pc:sldMkLst>
        <pc:spChg chg="del">
          <ac:chgData name="Shuan Cheng" userId="b14087c0-bac9-44dd-b3f8-5d50e1ee75e5" providerId="ADAL" clId="{75A9BF88-81BC-4677-82BB-DF96F3D360A6}" dt="2025-11-23T01:15:44.316" v="200" actId="478"/>
          <ac:spMkLst>
            <pc:docMk/>
            <pc:sldMk cId="0" sldId="282"/>
            <ac:spMk id="14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5:44.316" v="200" actId="478"/>
          <ac:spMkLst>
            <pc:docMk/>
            <pc:sldMk cId="0" sldId="282"/>
            <ac:spMk id="14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15:53.222" v="203" actId="207"/>
          <ac:spMkLst>
            <pc:docMk/>
            <pc:sldMk cId="0" sldId="282"/>
            <ac:spMk id="147" creationId="{62519930-2F28-19E4-D918-B06C4ECCF733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18:34.378" v="212" actId="207"/>
        <pc:sldMkLst>
          <pc:docMk/>
          <pc:sldMk cId="0" sldId="283"/>
        </pc:sldMkLst>
        <pc:spChg chg="mod">
          <ac:chgData name="Shuan Cheng" userId="b14087c0-bac9-44dd-b3f8-5d50e1ee75e5" providerId="ADAL" clId="{75A9BF88-81BC-4677-82BB-DF96F3D360A6}" dt="2025-11-23T01:18:19.795" v="208" actId="1035"/>
          <ac:spMkLst>
            <pc:docMk/>
            <pc:sldMk cId="0" sldId="283"/>
            <ac:spMk id="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8:19.795" v="208" actId="1035"/>
          <ac:spMkLst>
            <pc:docMk/>
            <pc:sldMk cId="0" sldId="283"/>
            <ac:spMk id="3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8:19.795" v="208" actId="1035"/>
          <ac:spMkLst>
            <pc:docMk/>
            <pc:sldMk cId="0" sldId="283"/>
            <ac:spMk id="5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8:19.795" v="208" actId="1035"/>
          <ac:spMkLst>
            <pc:docMk/>
            <pc:sldMk cId="0" sldId="283"/>
            <ac:spMk id="5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8:19.795" v="208" actId="1035"/>
          <ac:spMkLst>
            <pc:docMk/>
            <pc:sldMk cId="0" sldId="283"/>
            <ac:spMk id="5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8:19.795" v="208" actId="1035"/>
          <ac:spMkLst>
            <pc:docMk/>
            <pc:sldMk cId="0" sldId="283"/>
            <ac:spMk id="57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3T01:18:27.785" v="210" actId="478"/>
          <ac:spMkLst>
            <pc:docMk/>
            <pc:sldMk cId="0" sldId="283"/>
            <ac:spMk id="58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3T01:18:27.785" v="210" actId="478"/>
          <ac:spMkLst>
            <pc:docMk/>
            <pc:sldMk cId="0" sldId="283"/>
            <ac:spMk id="5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8:19.795" v="208" actId="1035"/>
          <ac:spMkLst>
            <pc:docMk/>
            <pc:sldMk cId="0" sldId="283"/>
            <ac:spMk id="10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8:25.221" v="209" actId="478"/>
          <ac:spMkLst>
            <pc:docMk/>
            <pc:sldMk cId="0" sldId="283"/>
            <ac:spMk id="119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3T01:18:25.221" v="209" actId="478"/>
          <ac:spMkLst>
            <pc:docMk/>
            <pc:sldMk cId="0" sldId="283"/>
            <ac:spMk id="12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8:03.306" v="206" actId="14100"/>
          <ac:spMkLst>
            <pc:docMk/>
            <pc:sldMk cId="0" sldId="283"/>
            <ac:spMk id="12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8:00.187" v="205" actId="14100"/>
          <ac:spMkLst>
            <pc:docMk/>
            <pc:sldMk cId="0" sldId="283"/>
            <ac:spMk id="12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18:34.378" v="212" actId="207"/>
          <ac:spMkLst>
            <pc:docMk/>
            <pc:sldMk cId="0" sldId="283"/>
            <ac:spMk id="127" creationId="{E63D8503-6895-60EB-88DA-E626D6AB6B28}"/>
          </ac:spMkLst>
        </pc:spChg>
        <pc:spChg chg="add mod">
          <ac:chgData name="Shuan Cheng" userId="b14087c0-bac9-44dd-b3f8-5d50e1ee75e5" providerId="ADAL" clId="{75A9BF88-81BC-4677-82BB-DF96F3D360A6}" dt="2025-11-23T01:18:34.378" v="212" actId="207"/>
          <ac:spMkLst>
            <pc:docMk/>
            <pc:sldMk cId="0" sldId="283"/>
            <ac:spMk id="128" creationId="{5FBB81AA-C98D-FADF-8813-1A159BA70B69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32:07.731" v="220" actId="207"/>
        <pc:sldMkLst>
          <pc:docMk/>
          <pc:sldMk cId="0" sldId="285"/>
        </pc:sldMkLst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3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2:02.161" v="218" actId="478"/>
          <ac:spMkLst>
            <pc:docMk/>
            <pc:sldMk cId="0" sldId="285"/>
            <ac:spMk id="3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31:53.666" v="217" actId="14100"/>
          <ac:spMkLst>
            <pc:docMk/>
            <pc:sldMk cId="0" sldId="285"/>
            <ac:spMk id="4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46" creationId="{E35DB069-5E19-1901-9EE2-1C06362FB186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49" creationId="{85F36D5B-7805-4E2B-6E5F-5601925D8FEF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50" creationId="{CF15F86C-6E4D-DA81-E2C4-FADC79D44F5D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52" creationId="{795957AA-F5C2-9A6B-2872-E87EB714BD8A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53" creationId="{96DD5FA1-3321-791C-6899-1DBC7FD2A2E0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55" creationId="{CD0AC8CD-40E7-F3C1-A8C1-3E650CAFCAA7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57" creationId="{AC453831-C7F7-9619-9B18-4A900EDDF9E7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58" creationId="{9EE127D9-AA83-90CD-33A6-1F59CACE6981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60" creationId="{3C27FC0A-E0DE-C5A3-FB13-95766E996BF6}"/>
          </ac:spMkLst>
        </pc:spChg>
        <pc:spChg chg="add mod">
          <ac:chgData name="Shuan Cheng" userId="b14087c0-bac9-44dd-b3f8-5d50e1ee75e5" providerId="ADAL" clId="{75A9BF88-81BC-4677-82BB-DF96F3D360A6}" dt="2025-11-23T01:32:07.731" v="220" actId="207"/>
          <ac:spMkLst>
            <pc:docMk/>
            <pc:sldMk cId="0" sldId="285"/>
            <ac:spMk id="61" creationId="{361D0694-9E9C-5FC1-AAC6-827D8662A416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38:27.935" v="267" actId="20577"/>
        <pc:sldMkLst>
          <pc:docMk/>
          <pc:sldMk cId="0" sldId="286"/>
        </pc:sldMkLst>
        <pc:spChg chg="mod">
          <ac:chgData name="Shuan Cheng" userId="b14087c0-bac9-44dd-b3f8-5d50e1ee75e5" providerId="ADAL" clId="{75A9BF88-81BC-4677-82BB-DF96F3D360A6}" dt="2025-11-23T01:34:54.477" v="240" actId="20577"/>
          <ac:spMkLst>
            <pc:docMk/>
            <pc:sldMk cId="0" sldId="286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45.487" v="241" actId="478"/>
          <ac:spMkLst>
            <pc:docMk/>
            <pc:sldMk cId="0" sldId="286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45.487" v="241" actId="478"/>
          <ac:spMkLst>
            <pc:docMk/>
            <pc:sldMk cId="0" sldId="286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45.487" v="241" actId="478"/>
          <ac:spMkLst>
            <pc:docMk/>
            <pc:sldMk cId="0" sldId="286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45.487" v="241" actId="478"/>
          <ac:spMkLst>
            <pc:docMk/>
            <pc:sldMk cId="0" sldId="286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49.515" v="242" actId="478"/>
          <ac:spMkLst>
            <pc:docMk/>
            <pc:sldMk cId="0" sldId="286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45.487" v="241" actId="478"/>
          <ac:spMkLst>
            <pc:docMk/>
            <pc:sldMk cId="0" sldId="286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1.328" v="243" actId="478"/>
          <ac:spMkLst>
            <pc:docMk/>
            <pc:sldMk cId="0" sldId="286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3.994" v="244" actId="478"/>
          <ac:spMkLst>
            <pc:docMk/>
            <pc:sldMk cId="0" sldId="286"/>
            <ac:spMk id="1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38:02.827" v="248" actId="1076"/>
          <ac:spMkLst>
            <pc:docMk/>
            <pc:sldMk cId="0" sldId="286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6.372" v="245" actId="478"/>
          <ac:spMkLst>
            <pc:docMk/>
            <pc:sldMk cId="0" sldId="286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6.372" v="245" actId="478"/>
          <ac:spMkLst>
            <pc:docMk/>
            <pc:sldMk cId="0" sldId="286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6.372" v="245" actId="478"/>
          <ac:spMkLst>
            <pc:docMk/>
            <pc:sldMk cId="0" sldId="286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6.372" v="245" actId="478"/>
          <ac:spMkLst>
            <pc:docMk/>
            <pc:sldMk cId="0" sldId="286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6.372" v="245" actId="478"/>
          <ac:spMkLst>
            <pc:docMk/>
            <pc:sldMk cId="0" sldId="286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6.372" v="245" actId="478"/>
          <ac:spMkLst>
            <pc:docMk/>
            <pc:sldMk cId="0" sldId="286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6.372" v="245" actId="478"/>
          <ac:spMkLst>
            <pc:docMk/>
            <pc:sldMk cId="0" sldId="286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7:56.372" v="245" actId="478"/>
          <ac:spMkLst>
            <pc:docMk/>
            <pc:sldMk cId="0" sldId="286"/>
            <ac:spMk id="28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38:27.935" v="267" actId="20577"/>
          <ac:spMkLst>
            <pc:docMk/>
            <pc:sldMk cId="0" sldId="286"/>
            <ac:spMk id="34" creationId="{ACA1D836-55D4-FCE8-6AAD-9B33C86B7A49}"/>
          </ac:spMkLst>
        </pc:spChg>
        <pc:spChg chg="add mod">
          <ac:chgData name="Shuan Cheng" userId="b14087c0-bac9-44dd-b3f8-5d50e1ee75e5" providerId="ADAL" clId="{75A9BF88-81BC-4677-82BB-DF96F3D360A6}" dt="2025-11-23T01:37:59.072" v="247" actId="207"/>
          <ac:spMkLst>
            <pc:docMk/>
            <pc:sldMk cId="0" sldId="286"/>
            <ac:spMk id="35" creationId="{5EEADD60-8539-2976-B750-D8F558C7B915}"/>
          </ac:spMkLst>
        </pc:spChg>
      </pc:sldChg>
      <pc:sldChg chg="modSp">
        <pc:chgData name="Shuan Cheng" userId="b14087c0-bac9-44dd-b3f8-5d50e1ee75e5" providerId="ADAL" clId="{75A9BF88-81BC-4677-82BB-DF96F3D360A6}" dt="2025-11-23T01:41:37.802" v="269" actId="207"/>
        <pc:sldMkLst>
          <pc:docMk/>
          <pc:sldMk cId="0" sldId="289"/>
        </pc:sldMkLst>
        <pc:spChg chg="mod">
          <ac:chgData name="Shuan Cheng" userId="b14087c0-bac9-44dd-b3f8-5d50e1ee75e5" providerId="ADAL" clId="{75A9BF88-81BC-4677-82BB-DF96F3D360A6}" dt="2025-11-23T01:41:37.802" v="269" actId="207"/>
          <ac:spMkLst>
            <pc:docMk/>
            <pc:sldMk cId="0" sldId="28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916"/>
            <a:ext cx="433578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128" y="640550"/>
            <a:ext cx="4382770" cy="2309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094" y="3338410"/>
            <a:ext cx="1447800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9763" y="3338410"/>
            <a:ext cx="303529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4" Type="http://schemas.openxmlformats.org/officeDocument/2006/relationships/slide" Target="slide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4" Type="http://schemas.openxmlformats.org/officeDocument/2006/relationships/slide" Target="slide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slide" Target="slide3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4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29.xml"/><Relationship Id="rId4" Type="http://schemas.openxmlformats.org/officeDocument/2006/relationships/slide" Target="slide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3.png"/><Relationship Id="rId7" Type="http://schemas.openxmlformats.org/officeDocument/2006/relationships/image" Target="../media/image6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4.png"/><Relationship Id="rId9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9818" y="215336"/>
            <a:ext cx="13093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1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r>
              <a:rPr sz="17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40" dirty="0">
                <a:solidFill>
                  <a:srgbClr val="FFFFFF"/>
                </a:solidFill>
                <a:latin typeface="Arial"/>
                <a:cs typeface="Arial"/>
              </a:rPr>
              <a:t>Systems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818" y="539261"/>
            <a:ext cx="344741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40" dirty="0">
                <a:solidFill>
                  <a:srgbClr val="FFFFFF"/>
                </a:solidFill>
              </a:rPr>
              <a:t>Linear</a:t>
            </a:r>
            <a:r>
              <a:rPr sz="2050" spc="10" dirty="0">
                <a:solidFill>
                  <a:srgbClr val="FFFFFF"/>
                </a:solidFill>
              </a:rPr>
              <a:t> </a:t>
            </a:r>
            <a:r>
              <a:rPr sz="2050" spc="-120" dirty="0">
                <a:solidFill>
                  <a:srgbClr val="FFFFFF"/>
                </a:solidFill>
              </a:rPr>
              <a:t>Quadratic</a:t>
            </a:r>
            <a:r>
              <a:rPr sz="2050" spc="15" dirty="0">
                <a:solidFill>
                  <a:srgbClr val="FFFFFF"/>
                </a:solidFill>
              </a:rPr>
              <a:t> </a:t>
            </a:r>
            <a:r>
              <a:rPr sz="2050" spc="-90" dirty="0">
                <a:solidFill>
                  <a:srgbClr val="FFFFFF"/>
                </a:solidFill>
              </a:rPr>
              <a:t>Optimal</a:t>
            </a:r>
            <a:r>
              <a:rPr sz="2050" spc="10" dirty="0">
                <a:solidFill>
                  <a:srgbClr val="FFFFFF"/>
                </a:solidFill>
              </a:rPr>
              <a:t> </a:t>
            </a:r>
            <a:r>
              <a:rPr sz="2050" spc="-70" dirty="0">
                <a:solidFill>
                  <a:srgbClr val="FFFFFF"/>
                </a:solidFill>
              </a:rPr>
              <a:t>Control</a:t>
            </a:r>
            <a:endParaRPr sz="2050"/>
          </a:p>
        </p:txBody>
      </p:sp>
      <p:sp>
        <p:nvSpPr>
          <p:cNvPr id="4" name="object 4"/>
          <p:cNvSpPr txBox="1"/>
          <p:nvPr/>
        </p:nvSpPr>
        <p:spPr>
          <a:xfrm>
            <a:off x="2022538" y="1175280"/>
            <a:ext cx="5632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Xu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Chen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1958145"/>
            <a:ext cx="4608195" cy="1497965"/>
            <a:chOff x="0" y="1958145"/>
            <a:chExt cx="4608195" cy="14979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210" y="1958145"/>
              <a:ext cx="3225235" cy="14978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346272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3071952" y="109728"/>
                  </a:lnTo>
                  <a:lnTo>
                    <a:pt x="4607928" y="109728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5" dirty="0"/>
              <a:t>Motivation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05"/>
              </a:spcBef>
            </a:pPr>
            <a:r>
              <a:rPr b="0" spc="-25" dirty="0">
                <a:latin typeface="Arial"/>
                <a:cs typeface="Arial"/>
              </a:rPr>
              <a:t>state</a:t>
            </a:r>
            <a:r>
              <a:rPr b="0" spc="5" dirty="0">
                <a:latin typeface="Arial"/>
                <a:cs typeface="Arial"/>
              </a:rPr>
              <a:t> </a:t>
            </a:r>
            <a:r>
              <a:rPr b="0" spc="-80" dirty="0">
                <a:latin typeface="Arial"/>
                <a:cs typeface="Arial"/>
              </a:rPr>
              <a:t>feedback</a:t>
            </a:r>
            <a:r>
              <a:rPr b="0" spc="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control:</a:t>
            </a:r>
          </a:p>
          <a:p>
            <a:pPr marL="360680" marR="321310" indent="-193040">
              <a:lnSpc>
                <a:spcPct val="100000"/>
              </a:lnSpc>
              <a:spcBef>
                <a:spcPts val="30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8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spc="-65" dirty="0">
                <a:latin typeface="Arial"/>
                <a:cs typeface="Arial"/>
              </a:rPr>
              <a:t>allows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arbitrarily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assign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the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75" dirty="0">
                <a:latin typeface="Arial"/>
                <a:cs typeface="Arial"/>
              </a:rPr>
              <a:t>closed-</a:t>
            </a:r>
            <a:r>
              <a:rPr sz="1200" b="0" spc="-45" dirty="0">
                <a:latin typeface="Arial"/>
                <a:cs typeface="Arial"/>
              </a:rPr>
              <a:t>loop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spc="-90" dirty="0">
                <a:latin typeface="Arial"/>
                <a:cs typeface="Arial"/>
              </a:rPr>
              <a:t>eigenvalues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for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50" dirty="0">
                <a:latin typeface="Arial"/>
                <a:cs typeface="Arial"/>
              </a:rPr>
              <a:t>a </a:t>
            </a:r>
            <a:r>
              <a:rPr sz="1200" b="0" spc="-35" dirty="0">
                <a:latin typeface="Arial"/>
                <a:cs typeface="Arial"/>
              </a:rPr>
              <a:t>controllable</a:t>
            </a:r>
            <a:r>
              <a:rPr sz="1200" b="0" spc="-1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  <a:spcBef>
                <a:spcPts val="31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dirty="0">
                <a:latin typeface="Arial"/>
                <a:cs typeface="Arial"/>
              </a:rPr>
              <a:t>the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75" dirty="0">
                <a:latin typeface="Arial"/>
                <a:cs typeface="Arial"/>
              </a:rPr>
              <a:t>eigenvalue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80" dirty="0">
                <a:latin typeface="Arial"/>
                <a:cs typeface="Arial"/>
              </a:rPr>
              <a:t>assignment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100" dirty="0">
                <a:latin typeface="Arial"/>
                <a:cs typeface="Arial"/>
              </a:rPr>
              <a:t>has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been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60" dirty="0">
                <a:latin typeface="Arial"/>
                <a:cs typeface="Arial"/>
              </a:rPr>
              <a:t>manual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thus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far</a:t>
            </a:r>
            <a:endParaRPr sz="1200">
              <a:latin typeface="Arial"/>
              <a:cs typeface="Arial"/>
            </a:endParaRPr>
          </a:p>
          <a:p>
            <a:pPr marL="360680" marR="84455" indent="-193040">
              <a:lnSpc>
                <a:spcPct val="100000"/>
              </a:lnSpc>
              <a:spcBef>
                <a:spcPts val="305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7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spc="-65" dirty="0">
                <a:latin typeface="Arial"/>
                <a:cs typeface="Arial"/>
              </a:rPr>
              <a:t>performance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implicit:</a:t>
            </a:r>
            <a:r>
              <a:rPr sz="1200" b="0" spc="135" dirty="0">
                <a:latin typeface="Arial"/>
                <a:cs typeface="Arial"/>
              </a:rPr>
              <a:t> </a:t>
            </a:r>
            <a:r>
              <a:rPr sz="1200" b="0" spc="-114" dirty="0">
                <a:latin typeface="Arial"/>
                <a:cs typeface="Arial"/>
              </a:rPr>
              <a:t>we</a:t>
            </a:r>
            <a:r>
              <a:rPr sz="1200" b="0" spc="30" dirty="0">
                <a:latin typeface="Arial"/>
                <a:cs typeface="Arial"/>
              </a:rPr>
              <a:t> </a:t>
            </a:r>
            <a:r>
              <a:rPr sz="1200" b="0" spc="-90" dirty="0">
                <a:latin typeface="Arial"/>
                <a:cs typeface="Arial"/>
              </a:rPr>
              <a:t>assign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90" dirty="0">
                <a:latin typeface="Arial"/>
                <a:cs typeface="Arial"/>
              </a:rPr>
              <a:t>eigenvalues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spc="-65" dirty="0">
                <a:latin typeface="Arial"/>
                <a:cs typeface="Arial"/>
              </a:rPr>
              <a:t>induce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40" dirty="0">
                <a:latin typeface="Arial"/>
                <a:cs typeface="Arial"/>
              </a:rPr>
              <a:t>proper </a:t>
            </a:r>
            <a:r>
              <a:rPr sz="1200" b="0" spc="-35" dirty="0">
                <a:latin typeface="Arial"/>
                <a:cs typeface="Arial"/>
              </a:rPr>
              <a:t>error</a:t>
            </a:r>
            <a:r>
              <a:rPr sz="1200" b="0" spc="-4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convergence</a:t>
            </a:r>
            <a:endParaRPr sz="1200">
              <a:latin typeface="Arial"/>
              <a:cs typeface="Arial"/>
            </a:endParaRPr>
          </a:p>
          <a:p>
            <a:pPr marL="63500" marR="139700">
              <a:lnSpc>
                <a:spcPct val="100000"/>
              </a:lnSpc>
              <a:spcBef>
                <a:spcPts val="305"/>
              </a:spcBef>
            </a:pPr>
            <a:r>
              <a:rPr b="0" spc="-45" dirty="0">
                <a:latin typeface="Arial"/>
                <a:cs typeface="Arial"/>
              </a:rPr>
              <a:t>linear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35" dirty="0">
                <a:latin typeface="Arial"/>
                <a:cs typeface="Arial"/>
              </a:rPr>
              <a:t>quadratic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(LQ)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optimal </a:t>
            </a:r>
            <a:r>
              <a:rPr b="0" spc="-35" dirty="0">
                <a:latin typeface="Arial"/>
                <a:cs typeface="Arial"/>
              </a:rPr>
              <a:t>regulation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25" dirty="0">
                <a:latin typeface="Arial"/>
                <a:cs typeface="Arial"/>
              </a:rPr>
              <a:t>control,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60" dirty="0">
                <a:latin typeface="Arial"/>
                <a:cs typeface="Arial"/>
              </a:rPr>
              <a:t>aka,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LQ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35" dirty="0">
                <a:latin typeface="Arial"/>
                <a:cs typeface="Arial"/>
              </a:rPr>
              <a:t>regulator </a:t>
            </a:r>
            <a:r>
              <a:rPr b="0" dirty="0">
                <a:latin typeface="Arial"/>
                <a:cs typeface="Arial"/>
              </a:rPr>
              <a:t>(or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LQR):</a:t>
            </a:r>
          </a:p>
          <a:p>
            <a:pPr marL="168275">
              <a:lnSpc>
                <a:spcPct val="100000"/>
              </a:lnSpc>
              <a:spcBef>
                <a:spcPts val="31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 </a:t>
            </a:r>
            <a:r>
              <a:rPr sz="1200" b="0" spc="-10" dirty="0">
                <a:latin typeface="Arial"/>
                <a:cs typeface="Arial"/>
              </a:rPr>
              <a:t>no</a:t>
            </a:r>
            <a:r>
              <a:rPr sz="1200" b="0" spc="25" dirty="0">
                <a:latin typeface="Arial"/>
                <a:cs typeface="Arial"/>
              </a:rPr>
              <a:t> </a:t>
            </a:r>
            <a:r>
              <a:rPr sz="1200" b="0" spc="-95" dirty="0">
                <a:latin typeface="Arial"/>
                <a:cs typeface="Arial"/>
              </a:rPr>
              <a:t>need</a:t>
            </a:r>
            <a:r>
              <a:rPr sz="1200" b="0" spc="2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65" dirty="0">
                <a:latin typeface="Arial"/>
                <a:cs typeface="Arial"/>
              </a:rPr>
              <a:t>specify</a:t>
            </a:r>
            <a:r>
              <a:rPr sz="1200" b="0" spc="25" dirty="0">
                <a:latin typeface="Arial"/>
                <a:cs typeface="Arial"/>
              </a:rPr>
              <a:t> </a:t>
            </a:r>
            <a:r>
              <a:rPr sz="1200" b="0" spc="-80" dirty="0">
                <a:latin typeface="Arial"/>
                <a:cs typeface="Arial"/>
              </a:rPr>
              <a:t>closed-</a:t>
            </a:r>
            <a:r>
              <a:rPr sz="1200" b="0" spc="-40" dirty="0">
                <a:latin typeface="Arial"/>
                <a:cs typeface="Arial"/>
              </a:rPr>
              <a:t>loop</a:t>
            </a:r>
            <a:r>
              <a:rPr sz="1200" b="0" spc="2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poles</a:t>
            </a:r>
            <a:endParaRPr sz="1200">
              <a:latin typeface="Arial"/>
              <a:cs typeface="Arial"/>
            </a:endParaRPr>
          </a:p>
          <a:p>
            <a:pPr marL="360680" marR="30480" indent="-193040">
              <a:lnSpc>
                <a:spcPct val="100000"/>
              </a:lnSpc>
              <a:spcBef>
                <a:spcPts val="30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1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spc="-65" dirty="0">
                <a:latin typeface="Arial"/>
                <a:cs typeface="Arial"/>
              </a:rPr>
              <a:t>performance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dirty="0">
                <a:latin typeface="Arial"/>
                <a:cs typeface="Arial"/>
              </a:rPr>
              <a:t> </a:t>
            </a:r>
            <a:r>
              <a:rPr sz="1200" b="0" spc="-20" dirty="0">
                <a:latin typeface="Arial"/>
                <a:cs typeface="Arial"/>
              </a:rPr>
              <a:t>explicit:</a:t>
            </a:r>
            <a:r>
              <a:rPr sz="1200" b="0" spc="10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a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65" dirty="0">
                <a:latin typeface="Arial"/>
                <a:cs typeface="Arial"/>
              </a:rPr>
              <a:t>performance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60" dirty="0">
                <a:latin typeface="Arial"/>
                <a:cs typeface="Arial"/>
              </a:rPr>
              <a:t>index</a:t>
            </a:r>
            <a:r>
              <a:rPr sz="1200" b="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65" dirty="0">
                <a:latin typeface="Arial"/>
                <a:cs typeface="Arial"/>
              </a:rPr>
              <a:t>defined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95" dirty="0">
                <a:latin typeface="Arial"/>
                <a:cs typeface="Arial"/>
              </a:rPr>
              <a:t>ahead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of </a:t>
            </a:r>
            <a:r>
              <a:rPr sz="1200" b="0" spc="-20" dirty="0">
                <a:latin typeface="Arial"/>
                <a:cs typeface="Arial"/>
              </a:rPr>
              <a:t>time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28" y="639709"/>
            <a:ext cx="356679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Clr>
                <a:srgbClr val="7F7F7F"/>
              </a:buClr>
              <a:buFont typeface="Arial"/>
              <a:buAutoNum type="arabicPeriod"/>
              <a:tabLst>
                <a:tab pos="193675" algn="l"/>
              </a:tabLst>
            </a:pPr>
            <a:r>
              <a:rPr sz="1200" spc="-60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1200" spc="30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formulation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Solution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to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infinite-horizon/stationary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Solution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to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finite-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horizon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3675" algn="l"/>
              </a:tabLst>
            </a:pPr>
            <a:r>
              <a:rPr sz="1200" spc="-5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From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finite-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horizon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LQ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to 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stationary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2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4127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5" dirty="0"/>
              <a:t>Goal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28" y="434375"/>
            <a:ext cx="28568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Consider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dimensional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state-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space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1215351" y="653450"/>
                <a:ext cx="2171065" cy="41524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 marR="30480" indent="25400">
                  <a:lnSpc>
                    <a:spcPct val="125299"/>
                  </a:lnSpc>
                  <a:spcBef>
                    <a:spcPts val="1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1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fr-FR" sz="11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fr-FR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fr-FR" sz="11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fr-FR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fr-FR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fr-FR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fr-FR" sz="11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fr-FR" sz="1100" i="1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fr-FR" sz="11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fr-FR" sz="11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fr-FR" sz="11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fr-FR" sz="1100" i="1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fr-FR" sz="1100" i="1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fr-FR" sz="11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fr-FR" sz="1100" spc="-1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fr-FR" sz="1100" i="1" spc="26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fr-FR" sz="11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fr-FR" sz="11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fr-FR" sz="1100" i="1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fr-FR" sz="1200" spc="82" baseline="-10416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fr-FR" sz="1100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fr-FR" sz="11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fr-FR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fr-FR" sz="1200" spc="-37" baseline="-10416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fr-FR" sz="1200" baseline="-10416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fr-FR" sz="11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fr-FR" sz="1100" i="1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fr-FR" sz="11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fr-FR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fr-FR" sz="11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i="1" spc="-90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r>
                  <a:rPr lang="fr-FR" sz="11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fr-FR" sz="1100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fr-FR" sz="1100" i="1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fr-FR" sz="1100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endParaRPr sz="11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351" y="653450"/>
                <a:ext cx="2171065" cy="415242"/>
              </a:xfrm>
              <a:prstGeom prst="rect">
                <a:avLst/>
              </a:prstGeom>
              <a:blipFill>
                <a:blip r:embed="rId2"/>
                <a:stretch>
                  <a:fillRect l="-2241" t="-2941" b="-2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4270768" y="802460"/>
            <a:ext cx="201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828" y="1155875"/>
            <a:ext cx="3906520" cy="379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395"/>
              </a:lnSpc>
              <a:spcBef>
                <a:spcPts val="95"/>
              </a:spcBef>
            </a:pP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100" dirty="0">
                <a:solidFill>
                  <a:srgbClr val="FFFFFF"/>
                </a:solidFill>
                <a:latin typeface="Apple Symbols"/>
                <a:cs typeface="Apple Symbols"/>
              </a:rPr>
              <a:t>∈</a:t>
            </a:r>
            <a:r>
              <a:rPr sz="1200" spc="-8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200" i="1" baseline="3125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2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100" dirty="0">
                <a:solidFill>
                  <a:srgbClr val="FFFFFF"/>
                </a:solidFill>
                <a:latin typeface="Apple Symbols"/>
                <a:cs typeface="Apple Symbols"/>
              </a:rPr>
              <a:t>∈</a:t>
            </a:r>
            <a:r>
              <a:rPr sz="1200" spc="-8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200" i="1" baseline="312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i="1" spc="-127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200" i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100" dirty="0">
                <a:solidFill>
                  <a:srgbClr val="FFFFFF"/>
                </a:solidFill>
                <a:latin typeface="Apple Symbols"/>
                <a:cs typeface="Apple Symbols"/>
              </a:rPr>
              <a:t>∈</a:t>
            </a:r>
            <a:r>
              <a:rPr sz="1200" spc="-8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200" i="1" spc="-37" baseline="31250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50800">
              <a:lnSpc>
                <a:spcPts val="1395"/>
              </a:lnSpc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LQ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optimal control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aims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minimizing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index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742" y="2030105"/>
            <a:ext cx="4159708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4" marR="431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8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65" dirty="0">
                <a:solidFill>
                  <a:srgbClr val="FFFFFF"/>
                </a:solidFill>
                <a:latin typeface="Apple Symbols"/>
                <a:cs typeface="Apple Symbols"/>
              </a:rPr>
              <a:t>⪰</a:t>
            </a:r>
            <a:r>
              <a:rPr sz="1200" spc="-10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i="1" spc="-5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65" dirty="0">
                <a:solidFill>
                  <a:srgbClr val="FFFFFF"/>
                </a:solidFill>
                <a:latin typeface="Apple Symbols"/>
                <a:cs typeface="Apple Symbols"/>
              </a:rPr>
              <a:t>⪰</a:t>
            </a:r>
            <a:r>
              <a:rPr sz="1200" spc="-10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i="1" spc="-5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20" dirty="0">
                <a:solidFill>
                  <a:srgbClr val="FFFFFF"/>
                </a:solidFill>
                <a:latin typeface="Apple Symbols"/>
                <a:cs typeface="Apple Symbols"/>
              </a:rPr>
              <a:t>≻</a:t>
            </a:r>
            <a:r>
              <a:rPr sz="1200" spc="-10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0:</a:t>
            </a:r>
            <a:r>
              <a:rPr sz="120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 a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nonnegative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well-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posed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0842" y="2413607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8449" y="253239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049" y="2429418"/>
            <a:ext cx="398335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u="sng" spc="-52" baseline="312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</a:t>
            </a:r>
            <a:r>
              <a:rPr sz="1200" spc="-157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127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104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-89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i="1" spc="-65" dirty="0">
                <a:solidFill>
                  <a:srgbClr val="FFFFFF"/>
                </a:solidFill>
                <a:latin typeface="Arial"/>
                <a:cs typeface="Arial"/>
              </a:rPr>
              <a:t>Sx</a:t>
            </a:r>
            <a:r>
              <a:rPr sz="1200" i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-8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penalizes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deviation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of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origin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at 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44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042" y="2611628"/>
            <a:ext cx="3236595" cy="6731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36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41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127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89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Qx</a:t>
            </a:r>
            <a:r>
              <a:rPr sz="1200" i="1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8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100" dirty="0">
                <a:solidFill>
                  <a:srgbClr val="FFFFFF"/>
                </a:solidFill>
                <a:latin typeface="Apple Symbols"/>
                <a:cs typeface="Apple Symbols"/>
              </a:rPr>
              <a:t>∈</a:t>
            </a:r>
            <a:r>
              <a:rPr sz="1200" spc="-5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baseline="-13888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i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2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penalizes</a:t>
            </a:r>
            <a:r>
              <a:rPr sz="12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transient</a:t>
            </a: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6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often,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1200" i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75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104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3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127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104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Qx</a:t>
            </a:r>
            <a:r>
              <a:rPr sz="1200" i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i="1" spc="135" baseline="41666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172" baseline="416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59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2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200" i="1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104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Ru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penalizes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efforts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4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57B3560-1AD9-5525-A656-AFCC69E06136}"/>
                  </a:ext>
                </a:extLst>
              </p:cNvPr>
              <p:cNvSpPr txBox="1"/>
              <p:nvPr/>
            </p:nvSpPr>
            <p:spPr>
              <a:xfrm>
                <a:off x="410045" y="1561287"/>
                <a:ext cx="3781676" cy="43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57B3560-1AD9-5525-A656-AFCC69E06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45" y="1561287"/>
                <a:ext cx="3781676" cy="435825"/>
              </a:xfrm>
              <a:prstGeom prst="rect">
                <a:avLst/>
              </a:prstGeom>
              <a:blipFill>
                <a:blip r:embed="rId4"/>
                <a:stretch>
                  <a:fillRect l="-805" t="-175000" r="-322" b="-25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2742" y="1053094"/>
            <a:ext cx="4407358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horizon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to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infinitely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long,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i.e.,</a:t>
            </a:r>
            <a:endParaRPr sz="12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5"/>
              </a:spcBef>
            </a:pP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41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25" dirty="0">
                <a:solidFill>
                  <a:srgbClr val="FFFFFF"/>
                </a:solidFill>
                <a:latin typeface="Apple Symbols"/>
                <a:cs typeface="Apple Symbols"/>
              </a:rPr>
              <a:t>→</a:t>
            </a:r>
            <a:r>
              <a:rPr sz="1200" spc="-10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270" dirty="0">
                <a:solidFill>
                  <a:srgbClr val="FFFFFF"/>
                </a:solidFill>
                <a:latin typeface="Apple Symbols"/>
                <a:cs typeface="Apple Symbols"/>
              </a:rPr>
              <a:t>∞</a:t>
            </a:r>
            <a:r>
              <a:rPr sz="1200" spc="27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reduces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infinite-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horizon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LQ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3100" y="2024010"/>
            <a:ext cx="3892550" cy="740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9710" marR="30480" indent="-182245">
              <a:lnSpc>
                <a:spcPct val="102600"/>
              </a:lnSpc>
              <a:spcBef>
                <a:spcPts val="5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84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needed,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1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turn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out,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drive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origin.</a:t>
            </a:r>
            <a:r>
              <a:rPr sz="110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Otherwise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100" i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go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unbounded.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3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often,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5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637A61B-089A-CC49-A40F-86B87766FB50}"/>
                  </a:ext>
                </a:extLst>
              </p:cNvPr>
              <p:cNvSpPr txBox="1"/>
              <p:nvPr/>
            </p:nvSpPr>
            <p:spPr>
              <a:xfrm>
                <a:off x="413144" y="545327"/>
                <a:ext cx="3781676" cy="43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F637A61B-089A-CC49-A40F-86B87766F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4" y="545327"/>
                <a:ext cx="3781676" cy="435825"/>
              </a:xfrm>
              <a:prstGeom prst="rect">
                <a:avLst/>
              </a:prstGeom>
              <a:blipFill>
                <a:blip r:embed="rId3"/>
                <a:stretch>
                  <a:fillRect l="-806" t="-175000" r="-323" b="-25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0A0F623-2B89-E5A4-48F5-7948470ECCE8}"/>
                  </a:ext>
                </a:extLst>
              </p:cNvPr>
              <p:cNvSpPr txBox="1"/>
              <p:nvPr/>
            </p:nvSpPr>
            <p:spPr>
              <a:xfrm>
                <a:off x="1068819" y="1504241"/>
                <a:ext cx="2611932" cy="422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0A0F623-2B89-E5A4-48F5-7948470EC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819" y="1504241"/>
                <a:ext cx="2611932" cy="422423"/>
              </a:xfrm>
              <a:prstGeom prst="rect">
                <a:avLst/>
              </a:prstGeom>
              <a:blipFill>
                <a:blip r:embed="rId4"/>
                <a:stretch>
                  <a:fillRect l="-9790" t="-186957" r="-699" b="-262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B940D88-CC40-6746-A949-A88EC1B1FCB7}"/>
                  </a:ext>
                </a:extLst>
              </p:cNvPr>
              <p:cNvSpPr txBox="1"/>
              <p:nvPr/>
            </p:nvSpPr>
            <p:spPr>
              <a:xfrm>
                <a:off x="1099501" y="2825708"/>
                <a:ext cx="2611933" cy="399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B940D88-CC40-6746-A949-A88EC1B1F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501" y="2825708"/>
                <a:ext cx="2611933" cy="399597"/>
              </a:xfrm>
              <a:prstGeom prst="rect">
                <a:avLst/>
              </a:prstGeom>
              <a:blipFill>
                <a:blip r:embed="rId5"/>
                <a:stretch>
                  <a:fillRect l="-9790" t="-198462" r="-699" b="-28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28" y="639709"/>
            <a:ext cx="356679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Clr>
                <a:srgbClr val="191919"/>
              </a:buClr>
              <a:buFont typeface="Arial"/>
              <a:buAutoNum type="arabicPeriod"/>
              <a:tabLst>
                <a:tab pos="193675" algn="l"/>
              </a:tabLst>
            </a:pPr>
            <a:r>
              <a:rPr sz="1200" spc="-6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1200" spc="3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formulation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Solution</a:t>
            </a:r>
            <a:r>
              <a:rPr sz="1200" spc="1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to</a:t>
            </a:r>
            <a:r>
              <a:rPr sz="1200" spc="1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1200" spc="5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infinite-horizon/stationary</a:t>
            </a:r>
            <a:r>
              <a:rPr sz="1200" spc="1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r>
              <a:rPr sz="1200" spc="1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Solution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to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finite-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horizon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3675" algn="l"/>
              </a:tabLst>
            </a:pPr>
            <a:r>
              <a:rPr sz="1200" spc="-5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From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finite-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horizon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LQ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to 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stationary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2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6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-20" dirty="0"/>
              <a:t> </a:t>
            </a:r>
            <a:r>
              <a:rPr spc="-80" dirty="0"/>
              <a:t>concept:</a:t>
            </a:r>
            <a:r>
              <a:rPr spc="140" dirty="0"/>
              <a:t> </a:t>
            </a:r>
            <a:r>
              <a:rPr spc="-60" dirty="0"/>
              <a:t>infinite-horizon/stationary</a:t>
            </a:r>
            <a:r>
              <a:rPr spc="-20" dirty="0"/>
              <a:t> </a:t>
            </a:r>
            <a:r>
              <a:rPr spc="-25" dirty="0"/>
              <a:t>LQ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0842" y="1429623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 dirty="0">
              <a:latin typeface="Arial Unicode MS"/>
              <a:cs typeface="Arial Unicode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p:sp>
        <p:nvSpPr>
          <p:cNvPr id="62" name="object 3">
            <a:extLst>
              <a:ext uri="{FF2B5EF4-FFF2-40B4-BE49-F238E27FC236}">
                <a16:creationId xmlns:a16="http://schemas.microsoft.com/office/drawing/2014/main" id="{889C239A-2A19-C47F-8EFC-B3C2FA3B73A6}"/>
              </a:ext>
            </a:extLst>
          </p:cNvPr>
          <p:cNvSpPr txBox="1"/>
          <p:nvPr/>
        </p:nvSpPr>
        <p:spPr>
          <a:xfrm>
            <a:off x="135928" y="445754"/>
            <a:ext cx="198183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chemeClr val="bg1"/>
                </a:solidFill>
                <a:latin typeface="Arial"/>
                <a:cs typeface="Arial"/>
              </a:rPr>
              <a:t>Consider</a:t>
            </a:r>
            <a:r>
              <a:rPr sz="12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performance</a:t>
            </a:r>
            <a:r>
              <a:rPr sz="12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chemeClr val="bg1"/>
                </a:solidFill>
                <a:latin typeface="Arial"/>
                <a:cs typeface="Arial"/>
              </a:rPr>
              <a:t>index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bject 12">
                <a:extLst>
                  <a:ext uri="{FF2B5EF4-FFF2-40B4-BE49-F238E27FC236}">
                    <a16:creationId xmlns:a16="http://schemas.microsoft.com/office/drawing/2014/main" id="{9FD05626-5EA8-6346-9501-94214C7EC6C5}"/>
                  </a:ext>
                </a:extLst>
              </p:cNvPr>
              <p:cNvSpPr txBox="1"/>
              <p:nvPr/>
            </p:nvSpPr>
            <p:spPr>
              <a:xfrm>
                <a:off x="110528" y="1232494"/>
                <a:ext cx="3365500" cy="19684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with</a:t>
                </a:r>
                <a:r>
                  <a:rPr lang="en-US" sz="1200" spc="-3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200" b="0" i="1" spc="-1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ar-AE" sz="1200" b="0" i="1" spc="-1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5" dirty="0">
                    <a:solidFill>
                      <a:schemeClr val="bg1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-4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solidFill>
                      <a:schemeClr val="bg1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90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90" dirty="0">
                    <a:solidFill>
                      <a:schemeClr val="bg1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8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solidFill>
                      <a:schemeClr val="bg1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spc="-8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solidFill>
                      <a:schemeClr val="bg1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90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90" dirty="0">
                    <a:solidFill>
                      <a:schemeClr val="bg1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chemeClr val="bg1"/>
                    </a:solidFill>
                    <a:latin typeface="Arial"/>
                    <a:cs typeface="Arial"/>
                  </a:rPr>
                  <a:t>,</a:t>
                </a:r>
                <a:r>
                  <a:rPr lang="en-US" sz="1200" i="1" spc="21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70" dirty="0">
                    <a:solidFill>
                      <a:schemeClr val="bg1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75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chemeClr val="bg1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spc="284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chemeClr val="bg1"/>
                    </a:solidFill>
                    <a:latin typeface="Arial"/>
                    <a:cs typeface="Arial"/>
                  </a:rPr>
                  <a:t>and</a:t>
                </a:r>
                <a:r>
                  <a:rPr lang="en-US" sz="1200" spc="3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chemeClr val="bg1"/>
                    </a:solidFill>
                    <a:latin typeface="Arial"/>
                    <a:cs typeface="Arial"/>
                  </a:rPr>
                  <a:t>R</a:t>
                </a:r>
                <a:r>
                  <a:rPr lang="en-US" sz="1200" i="1" spc="7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20" dirty="0">
                    <a:solidFill>
                      <a:schemeClr val="bg1"/>
                    </a:solidFill>
                    <a:latin typeface="Apple Symbols"/>
                    <a:cs typeface="Apple Symbols"/>
                  </a:rPr>
                  <a:t>≻</a:t>
                </a:r>
                <a:r>
                  <a:rPr lang="en-US" sz="1200" spc="-95" dirty="0">
                    <a:solidFill>
                      <a:schemeClr val="bg1"/>
                    </a:solidFill>
                    <a:latin typeface="Apple Symbols"/>
                    <a:cs typeface="Apple Symbols"/>
                  </a:rPr>
                  <a:t> </a:t>
                </a:r>
                <a:r>
                  <a:rPr lang="en-US" sz="1200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0.</a:t>
                </a:r>
                <a:endParaRPr lang="en-US" sz="12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3" name="object 12">
                <a:extLst>
                  <a:ext uri="{FF2B5EF4-FFF2-40B4-BE49-F238E27FC236}">
                    <a16:creationId xmlns:a16="http://schemas.microsoft.com/office/drawing/2014/main" id="{9FD05626-5EA8-6346-9501-94214C7EC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8" y="1232494"/>
                <a:ext cx="3365500" cy="196849"/>
              </a:xfrm>
              <a:prstGeom prst="rect">
                <a:avLst/>
              </a:prstGeom>
              <a:blipFill>
                <a:blip r:embed="rId3"/>
                <a:stretch>
                  <a:fillRect l="-1630" t="-21875" r="-362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bject 15">
            <a:extLst>
              <a:ext uri="{FF2B5EF4-FFF2-40B4-BE49-F238E27FC236}">
                <a16:creationId xmlns:a16="http://schemas.microsoft.com/office/drawing/2014/main" id="{91854E7F-6A06-62C6-3F38-D63BEB5F90E4}"/>
              </a:ext>
            </a:extLst>
          </p:cNvPr>
          <p:cNvSpPr txBox="1"/>
          <p:nvPr/>
        </p:nvSpPr>
        <p:spPr>
          <a:xfrm>
            <a:off x="433260" y="1445448"/>
            <a:ext cx="169735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solidFill>
                  <a:schemeClr val="bg1"/>
                </a:solidFill>
                <a:latin typeface="Arial"/>
                <a:cs typeface="Arial"/>
              </a:rPr>
              <a:t>recall</a:t>
            </a:r>
            <a:r>
              <a:rPr sz="12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chemeClr val="bg1"/>
                </a:solidFill>
                <a:latin typeface="Arial"/>
                <a:cs typeface="Arial"/>
              </a:rPr>
              <a:t>when</a:t>
            </a:r>
            <a:r>
              <a:rPr sz="12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chemeClr val="bg1"/>
                </a:solidFill>
                <a:latin typeface="Arial"/>
                <a:cs typeface="Arial"/>
              </a:rPr>
              <a:t>addressing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bject 23">
                <a:extLst>
                  <a:ext uri="{FF2B5EF4-FFF2-40B4-BE49-F238E27FC236}">
                    <a16:creationId xmlns:a16="http://schemas.microsoft.com/office/drawing/2014/main" id="{EE0156F6-4A70-0E33-54A0-BCF31BDA30DE}"/>
                  </a:ext>
                </a:extLst>
              </p:cNvPr>
              <p:cNvSpPr txBox="1"/>
              <p:nvPr/>
            </p:nvSpPr>
            <p:spPr>
              <a:xfrm>
                <a:off x="215442" y="1695803"/>
                <a:ext cx="3691890" cy="2729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spcBef>
                    <a:spcPts val="95"/>
                  </a:spcBef>
                </a:pPr>
                <a:r>
                  <a:rPr lang="zh-CN" altLang="en-US" sz="1200" spc="150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 </a:t>
                </a:r>
                <a:r>
                  <a:rPr lang="en-US" sz="1200" spc="-114" dirty="0">
                    <a:solidFill>
                      <a:schemeClr val="bg1"/>
                    </a:solidFill>
                    <a:latin typeface="Arial"/>
                    <a:cs typeface="Arial"/>
                  </a:rPr>
                  <a:t>we</a:t>
                </a:r>
                <a:r>
                  <a:rPr lang="en-US" sz="1200" spc="4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solidFill>
                      <a:schemeClr val="bg1"/>
                    </a:solidFill>
                    <a:latin typeface="Arial"/>
                    <a:cs typeface="Arial"/>
                  </a:rPr>
                  <a:t>defined</a:t>
                </a:r>
                <a:r>
                  <a:rPr lang="en-US" sz="1200" spc="4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b="0" i="1" spc="45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𝑉</m:t>
                    </m:r>
                    <m:d>
                      <m:dPr>
                        <m:ctrlPr>
                          <a:rPr lang="ar-AE" altLang="zh-CN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zh-CN" altLang="ar-AE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𝑡</m:t>
                        </m:r>
                      </m:e>
                    </m:d>
                    <m:r>
                      <a:rPr lang="ar-AE" altLang="zh-CN" sz="1200" b="0" i="1" spc="45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ar-AE" altLang="zh-CN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ar-AE" altLang="zh-CN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ar-AE" altLang="zh-CN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ar-AE" altLang="zh-CN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zh-CN" altLang="ar-AE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p>
                        <m:r>
                          <a:rPr lang="zh-CN" altLang="ar-AE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ar-AE" altLang="zh-CN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zh-CN" altLang="ar-AE" sz="1200" b="0" i="1" spc="45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𝑡</m:t>
                        </m:r>
                      </m:e>
                    </m:d>
                    <m:r>
                      <a:rPr lang="zh-CN" altLang="ar-AE" sz="1200" b="0" i="1" spc="45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𝑃𝑥</m:t>
                    </m:r>
                    <m:r>
                      <a:rPr lang="ar-AE" altLang="zh-CN" sz="1200" b="0" i="1" spc="45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r>
                      <a:rPr lang="zh-CN" altLang="ar-AE" sz="1200" b="0" i="1" spc="45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𝑡</m:t>
                    </m:r>
                    <m:r>
                      <a:rPr lang="ar-AE" altLang="zh-CN" sz="1200" b="0" i="1" spc="45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r>
                  <a:rPr lang="ar-AE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ar-AE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r>
                      <a:rPr lang="ar-AE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sSup>
                      <m:sSupPr>
                        <m:ctrlP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𝑃</m:t>
                        </m:r>
                      </m:e>
                      <m:sup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ar-AE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,</a:t>
                </a:r>
                <a:r>
                  <a:rPr lang="ar-AE" sz="1200" spc="4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solidFill>
                      <a:schemeClr val="bg1"/>
                    </a:solidFill>
                    <a:latin typeface="Arial"/>
                    <a:cs typeface="Arial"/>
                  </a:rPr>
                  <a:t>such</a:t>
                </a:r>
                <a:r>
                  <a:rPr lang="en-US" sz="1200" spc="4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solidFill>
                      <a:schemeClr val="bg1"/>
                    </a:solidFill>
                    <a:latin typeface="Arial"/>
                    <a:cs typeface="Arial"/>
                  </a:rPr>
                  <a:t>that</a:t>
                </a:r>
                <a:endParaRPr lang="en-US" sz="12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5" name="object 23">
                <a:extLst>
                  <a:ext uri="{FF2B5EF4-FFF2-40B4-BE49-F238E27FC236}">
                    <a16:creationId xmlns:a16="http://schemas.microsoft.com/office/drawing/2014/main" id="{EE0156F6-4A70-0E33-54A0-BCF31BDA3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1695803"/>
                <a:ext cx="3691890" cy="272960"/>
              </a:xfrm>
              <a:prstGeom prst="rect">
                <a:avLst/>
              </a:prstGeom>
              <a:blipFill>
                <a:blip r:embed="rId4"/>
                <a:stretch>
                  <a:fillRect l="-1485" t="-2222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object 45">
            <a:extLst>
              <a:ext uri="{FF2B5EF4-FFF2-40B4-BE49-F238E27FC236}">
                <a16:creationId xmlns:a16="http://schemas.microsoft.com/office/drawing/2014/main" id="{17DD962D-B436-7CE2-338C-0C7C1F9E9E6D}"/>
              </a:ext>
            </a:extLst>
          </p:cNvPr>
          <p:cNvSpPr txBox="1"/>
          <p:nvPr/>
        </p:nvSpPr>
        <p:spPr>
          <a:xfrm>
            <a:off x="407860" y="3072140"/>
            <a:ext cx="388620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i="1" baseline="3125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1200" i="1" spc="-104" baseline="312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200" i="1" spc="-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-100" dirty="0">
                <a:solidFill>
                  <a:schemeClr val="bg1"/>
                </a:solidFill>
                <a:latin typeface="Arial"/>
                <a:cs typeface="Arial"/>
              </a:rPr>
              <a:t>PA</a:t>
            </a:r>
            <a:r>
              <a:rPr sz="1200" i="1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Q</a:t>
            </a:r>
            <a:r>
              <a:rPr sz="1200" i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200" spc="-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0, </a:t>
            </a:r>
            <a:r>
              <a:rPr sz="1200" spc="-70" dirty="0">
                <a:solidFill>
                  <a:schemeClr val="bg1"/>
                </a:solidFill>
                <a:latin typeface="Arial"/>
                <a:cs typeface="Arial"/>
              </a:rPr>
              <a:t>when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 the 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origin</a:t>
            </a:r>
            <a:r>
              <a:rPr sz="12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Arial"/>
                <a:cs typeface="Arial"/>
              </a:rPr>
              <a:t>is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chemeClr val="bg1"/>
                </a:solidFill>
                <a:latin typeface="Arial"/>
                <a:cs typeface="Arial"/>
              </a:rPr>
              <a:t>asymptotically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Arial"/>
                <a:cs typeface="Arial"/>
              </a:rPr>
              <a:t>stable.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AF0C869-7A8F-01FE-81BB-388792A0E500}"/>
                  </a:ext>
                </a:extLst>
              </p:cNvPr>
              <p:cNvSpPr txBox="1"/>
              <p:nvPr/>
            </p:nvSpPr>
            <p:spPr>
              <a:xfrm>
                <a:off x="625285" y="702689"/>
                <a:ext cx="3564887" cy="422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AF0C869-7A8F-01FE-81BB-388792A0E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85" y="702689"/>
                <a:ext cx="3564887" cy="422423"/>
              </a:xfrm>
              <a:prstGeom prst="rect">
                <a:avLst/>
              </a:prstGeom>
              <a:blipFill>
                <a:blip r:embed="rId5"/>
                <a:stretch>
                  <a:fillRect l="-7192" t="-182857" r="-342" b="-25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3DC80A27-C2AD-680A-06B1-50982ED212CA}"/>
                  </a:ext>
                </a:extLst>
              </p:cNvPr>
              <p:cNvSpPr txBox="1"/>
              <p:nvPr/>
            </p:nvSpPr>
            <p:spPr>
              <a:xfrm>
                <a:off x="254812" y="2816482"/>
                <a:ext cx="3925913" cy="260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spc="150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altLang="zh-CN" sz="1800" spc="330" baseline="4629" dirty="0">
                    <a:solidFill>
                      <a:schemeClr val="bg1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altLang="zh-CN" sz="1200" spc="-40" dirty="0">
                    <a:solidFill>
                      <a:schemeClr val="bg1"/>
                    </a:solidFill>
                    <a:latin typeface="Arial"/>
                    <a:cs typeface="Arial"/>
                  </a:rPr>
                  <a:t>yielding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</m:e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CN" alt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comes from</a:t>
                </a:r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3DC80A27-C2AD-680A-06B1-50982ED21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12" y="2816482"/>
                <a:ext cx="3925913" cy="260777"/>
              </a:xfrm>
              <a:prstGeom prst="rect">
                <a:avLst/>
              </a:prstGeom>
              <a:blipFill>
                <a:blip r:embed="rId6"/>
                <a:stretch>
                  <a:fillRect l="-2484" t="-6977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FDABC5A-F22E-796B-B58E-39B228FCFDE7}"/>
                  </a:ext>
                </a:extLst>
              </p:cNvPr>
              <p:cNvSpPr txBox="1"/>
              <p:nvPr/>
            </p:nvSpPr>
            <p:spPr>
              <a:xfrm>
                <a:off x="162533" y="1974755"/>
                <a:ext cx="4282897" cy="7991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𝑄𝑥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̇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sz="12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𝑃𝐴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FDABC5A-F22E-796B-B58E-39B228FCF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33" y="1974755"/>
                <a:ext cx="4282897" cy="799193"/>
              </a:xfrm>
              <a:prstGeom prst="rect">
                <a:avLst/>
              </a:prstGeom>
              <a:blipFill>
                <a:blip r:embed="rId7"/>
                <a:stretch>
                  <a:fillRect t="-98473" b="-140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5479E0C-7689-9DEB-CCCC-EC5BAF872C3B}"/>
                  </a:ext>
                </a:extLst>
              </p:cNvPr>
              <p:cNvSpPr txBox="1"/>
              <p:nvPr/>
            </p:nvSpPr>
            <p:spPr>
              <a:xfrm>
                <a:off x="1924050" y="1425199"/>
                <a:ext cx="2031775" cy="26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𝑄𝑥</m:t>
                        </m:r>
                        <m:d>
                          <m:dPr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12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5479E0C-7689-9DEB-CCCC-EC5BAF872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50" y="1425199"/>
                <a:ext cx="2031775" cy="260777"/>
              </a:xfrm>
              <a:prstGeom prst="rect">
                <a:avLst/>
              </a:prstGeom>
              <a:blipFill>
                <a:blip r:embed="rId8"/>
                <a:stretch>
                  <a:fillRect l="-3303" t="-134884" r="-1502" b="-206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40" dirty="0"/>
              <a:t>the</a:t>
            </a:r>
            <a:r>
              <a:rPr spc="-5" dirty="0"/>
              <a:t> </a:t>
            </a:r>
            <a:r>
              <a:rPr spc="-60" dirty="0"/>
              <a:t>infinite-</a:t>
            </a:r>
            <a:r>
              <a:rPr spc="-90" dirty="0"/>
              <a:t>horizon</a:t>
            </a:r>
            <a:r>
              <a:rPr spc="-10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28" y="445754"/>
            <a:ext cx="1256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turns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out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85128" y="1073287"/>
                <a:ext cx="4344670" cy="104785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with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35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35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lang="en-US" sz="1200" i="1" spc="2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75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spc="284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lang="en-US" sz="1200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lang="en-US" sz="1200" i="1" spc="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20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≻</a:t>
                </a:r>
                <a:r>
                  <a:rPr lang="en-US" sz="1200" spc="-95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0: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68275">
                  <a:lnSpc>
                    <a:spcPct val="100000"/>
                  </a:lnSpc>
                  <a:spcBef>
                    <a:spcPts val="5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4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if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A,</a:t>
                </a:r>
                <a:r>
                  <a:rPr lang="en-US"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B</a:t>
                </a:r>
                <a:r>
                  <a:rPr lang="en-US" sz="1200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is</a:t>
                </a:r>
                <a:r>
                  <a:rPr lang="en-US"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b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controllable</a:t>
                </a:r>
                <a:r>
                  <a:rPr lang="en-US" sz="1200" b="1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(stabilizable)</a:t>
                </a:r>
                <a:r>
                  <a:rPr lang="en-US"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&amp;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A,</a:t>
                </a:r>
                <a:r>
                  <a:rPr lang="en-US"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lang="en-US" sz="1200" i="1" spc="-19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is</a:t>
                </a:r>
                <a:r>
                  <a:rPr lang="en-US"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b="1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observable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60680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(detectable)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68275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7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then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optimal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control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input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is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given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by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90525" algn="ctr">
                  <a:lnSpc>
                    <a:spcPct val="100000"/>
                  </a:lnSpc>
                  <a:spcBef>
                    <a:spcPts val="505"/>
                  </a:spcBef>
                </a:pPr>
                <a:r>
                  <a:rPr lang="en-US" sz="1200" i="1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u</a:t>
                </a:r>
                <a:r>
                  <a:rPr lang="en-US" sz="1200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−</a:t>
                </a:r>
                <a:r>
                  <a:rPr lang="en-US" sz="1200" i="1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lang="en-US" sz="1200" i="1" spc="135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−</a:t>
                </a:r>
                <a:r>
                  <a:rPr lang="en-US" sz="1200" spc="135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lang="en-US" sz="1200" i="1" spc="90" dirty="0">
                    <a:solidFill>
                      <a:srgbClr val="FFFFFF"/>
                    </a:solidFill>
                    <a:latin typeface="Arial"/>
                    <a:cs typeface="Arial"/>
                  </a:rPr>
                  <a:t>B</a:t>
                </a:r>
                <a:r>
                  <a:rPr lang="en-US" sz="1200" i="1" spc="135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i="1" spc="-8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P</a:t>
                </a:r>
                <a:r>
                  <a:rPr lang="en-US" sz="1200" spc="15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i="1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8" y="1073287"/>
                <a:ext cx="4344670" cy="1047851"/>
              </a:xfrm>
              <a:prstGeom prst="rect">
                <a:avLst/>
              </a:prstGeom>
              <a:blipFill>
                <a:blip r:embed="rId2"/>
                <a:stretch>
                  <a:fillRect l="-842" t="-4070" r="-2104" b="-6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240842" y="2126612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7247" y="2215806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4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7132" y="2137942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4457" y="2230576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4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9167" y="2146439"/>
            <a:ext cx="5232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055" algn="l"/>
              </a:tabLst>
            </a:pP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3260" y="2142424"/>
            <a:ext cx="3887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1040" algn="l"/>
                <a:tab pos="1178560" algn="l"/>
              </a:tabLst>
            </a:pP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positive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(semi)definite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solution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0560" y="2261362"/>
            <a:ext cx="3175000" cy="5194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algebraic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 Riccati</a:t>
            </a:r>
            <a:r>
              <a:rPr sz="12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equation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(ARE)</a:t>
            </a:r>
            <a:endParaRPr sz="120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505"/>
              </a:spcBef>
            </a:pP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baseline="34722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97" baseline="3472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100" dirty="0">
                <a:solidFill>
                  <a:srgbClr val="FFFFFF"/>
                </a:solidFill>
                <a:latin typeface="Arial"/>
                <a:cs typeface="Arial"/>
              </a:rPr>
              <a:t>PA</a:t>
            </a:r>
            <a:r>
              <a:rPr sz="1200" i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10" dirty="0">
                <a:solidFill>
                  <a:srgbClr val="FFFFFF"/>
                </a:solidFill>
                <a:latin typeface="Apple Symbols"/>
                <a:cs typeface="Apple Symbols"/>
              </a:rPr>
              <a:t>−</a:t>
            </a:r>
            <a:r>
              <a:rPr sz="1200" spc="-12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PBR</a:t>
            </a:r>
            <a:r>
              <a:rPr sz="1200" i="1" baseline="34722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200" baseline="34722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200" i="1" baseline="34722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89" baseline="3472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1200" i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5442" y="2794035"/>
            <a:ext cx="39795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1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asymptotically</a:t>
            </a:r>
            <a:r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stable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30334" y="3155772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08035" y="3093585"/>
            <a:ext cx="1689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050" baseline="-11904" dirty="0">
                <a:solidFill>
                  <a:srgbClr val="FFFFFF"/>
                </a:solidFill>
                <a:latin typeface="Arial"/>
                <a:cs typeface="Arial"/>
              </a:rPr>
              <a:t>min</a:t>
            </a:r>
            <a:r>
              <a:rPr sz="1050" spc="240" baseline="-119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0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050" baseline="31746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050" spc="240" baseline="3174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00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u="sng" spc="-82" baseline="3611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</a:t>
            </a:r>
            <a:r>
              <a:rPr sz="1500" spc="-225" baseline="361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0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0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50" spc="82" baseline="-11904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0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050" i="1" spc="82" baseline="39682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50" i="1" spc="217" baseline="3968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050" baseline="-11904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0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0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000" i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50" spc="44" baseline="-11904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000" spc="3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8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8EE7C7A-DC4B-D529-76AE-30ACEFFEF6CA}"/>
                  </a:ext>
                </a:extLst>
              </p:cNvPr>
              <p:cNvSpPr txBox="1"/>
              <p:nvPr/>
            </p:nvSpPr>
            <p:spPr>
              <a:xfrm>
                <a:off x="592341" y="674942"/>
                <a:ext cx="3564887" cy="422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8EE7C7A-DC4B-D529-76AE-30ACEFFEF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41" y="674942"/>
                <a:ext cx="3564887" cy="422423"/>
              </a:xfrm>
              <a:prstGeom prst="rect">
                <a:avLst/>
              </a:prstGeom>
              <a:blipFill>
                <a:blip r:embed="rId4"/>
                <a:stretch>
                  <a:fillRect l="-7009" t="-186957" r="-171" b="-262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742" y="407378"/>
            <a:ext cx="3869054" cy="54102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9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6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200" spc="6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6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6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pple Symbols"/>
                <a:cs typeface="Apple Symbols"/>
              </a:rPr>
              <a:t>−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i="1" spc="135" baseline="31250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200" spc="135" baseline="312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200" i="1" spc="135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104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Px</a:t>
            </a:r>
            <a:r>
              <a:rPr sz="1200" i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law</a:t>
            </a: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8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8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control,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loop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442" y="1808960"/>
            <a:ext cx="3632835" cy="4197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system,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Lyapunov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Eq.</a:t>
            </a:r>
            <a:r>
              <a:rPr sz="120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1200" dirty="0">
              <a:latin typeface="Arial"/>
              <a:cs typeface="Arial"/>
            </a:endParaRPr>
          </a:p>
          <a:p>
            <a:pPr marL="1136650" algn="ctr">
              <a:lnSpc>
                <a:spcPct val="100000"/>
              </a:lnSpc>
              <a:spcBef>
                <a:spcPts val="825"/>
              </a:spcBef>
            </a:pPr>
            <a:r>
              <a:rPr sz="700" i="1" spc="2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00666" y="298772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5442" y="2881056"/>
            <a:ext cx="39725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7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6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spc="89" baseline="-13888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240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positive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definite,</a:t>
            </a:r>
            <a:r>
              <a:rPr sz="120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u="sng" spc="-52" baseline="312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</a:t>
            </a:r>
            <a:r>
              <a:rPr sz="1200" spc="-157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127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104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baseline="-13888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3260" y="3064507"/>
            <a:ext cx="28327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Lyapunov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function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9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p:sp>
        <p:nvSpPr>
          <p:cNvPr id="47" name="object 24">
            <a:extLst>
              <a:ext uri="{FF2B5EF4-FFF2-40B4-BE49-F238E27FC236}">
                <a16:creationId xmlns:a16="http://schemas.microsoft.com/office/drawing/2014/main" id="{CABC4C6C-D2C6-492B-D7BA-6DE313190E78}"/>
              </a:ext>
            </a:extLst>
          </p:cNvPr>
          <p:cNvSpPr txBox="1"/>
          <p:nvPr/>
        </p:nvSpPr>
        <p:spPr>
          <a:xfrm>
            <a:off x="2471026" y="2110923"/>
            <a:ext cx="100901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000" i="1" spc="3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0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PA</a:t>
            </a:r>
            <a:r>
              <a:rPr sz="1000" i="1" spc="3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000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40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sz="1000" i="1" spc="40" dirty="0">
                <a:solidFill>
                  <a:schemeClr val="bg1"/>
                </a:solidFill>
                <a:latin typeface="Arial"/>
                <a:cs typeface="Arial"/>
              </a:rPr>
              <a:t>Q</a:t>
            </a:r>
            <a:endParaRPr sz="10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8" name="object 25">
            <a:extLst>
              <a:ext uri="{FF2B5EF4-FFF2-40B4-BE49-F238E27FC236}">
                <a16:creationId xmlns:a16="http://schemas.microsoft.com/office/drawing/2014/main" id="{219E3E3A-0F2E-6334-BA90-521D171F7D78}"/>
              </a:ext>
            </a:extLst>
          </p:cNvPr>
          <p:cNvSpPr txBox="1"/>
          <p:nvPr/>
        </p:nvSpPr>
        <p:spPr>
          <a:xfrm>
            <a:off x="2529979" y="2180160"/>
            <a:ext cx="1017269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20700" algn="l"/>
                <a:tab pos="936625" algn="l"/>
              </a:tabLst>
            </a:pPr>
            <a:r>
              <a:rPr sz="700" i="1" spc="-50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r>
              <a:rPr sz="700" i="1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1050" i="1" spc="-75" baseline="7936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r>
              <a:rPr sz="1050" i="1" baseline="7936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1050" i="1" spc="-75" baseline="7936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endParaRPr sz="1050" baseline="7936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9" name="object 26">
            <a:extLst>
              <a:ext uri="{FF2B5EF4-FFF2-40B4-BE49-F238E27FC236}">
                <a16:creationId xmlns:a16="http://schemas.microsoft.com/office/drawing/2014/main" id="{EA084356-BFE0-BCC7-E5E2-29669AD1933F}"/>
              </a:ext>
            </a:extLst>
          </p:cNvPr>
          <p:cNvSpPr txBox="1"/>
          <p:nvPr/>
        </p:nvSpPr>
        <p:spPr>
          <a:xfrm>
            <a:off x="1697469" y="2306551"/>
            <a:ext cx="90170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25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endParaRPr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0" name="object 27">
            <a:extLst>
              <a:ext uri="{FF2B5EF4-FFF2-40B4-BE49-F238E27FC236}">
                <a16:creationId xmlns:a16="http://schemas.microsoft.com/office/drawing/2014/main" id="{26943660-6B68-879A-11D3-7822867A02E9}"/>
              </a:ext>
            </a:extLst>
          </p:cNvPr>
          <p:cNvSpPr txBox="1"/>
          <p:nvPr/>
        </p:nvSpPr>
        <p:spPr>
          <a:xfrm>
            <a:off x="762939" y="2339975"/>
            <a:ext cx="148018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9000" algn="l"/>
                <a:tab pos="1408430" algn="l"/>
              </a:tabLst>
            </a:pPr>
            <a:r>
              <a:rPr sz="1000" spc="6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1000" spc="5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1000" spc="6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1" name="object 28">
            <a:extLst>
              <a:ext uri="{FF2B5EF4-FFF2-40B4-BE49-F238E27FC236}">
                <a16:creationId xmlns:a16="http://schemas.microsoft.com/office/drawing/2014/main" id="{42DD9143-5DE2-347F-A5AA-BB4D433DAC62}"/>
              </a:ext>
            </a:extLst>
          </p:cNvPr>
          <p:cNvSpPr txBox="1"/>
          <p:nvPr/>
        </p:nvSpPr>
        <p:spPr>
          <a:xfrm>
            <a:off x="3035846" y="2339975"/>
            <a:ext cx="8382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6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2" name="object 29">
            <a:extLst>
              <a:ext uri="{FF2B5EF4-FFF2-40B4-BE49-F238E27FC236}">
                <a16:creationId xmlns:a16="http://schemas.microsoft.com/office/drawing/2014/main" id="{9DB0A649-13E4-9F5E-6457-CB115913CF81}"/>
              </a:ext>
            </a:extLst>
          </p:cNvPr>
          <p:cNvSpPr txBox="1"/>
          <p:nvPr/>
        </p:nvSpPr>
        <p:spPr>
          <a:xfrm>
            <a:off x="1236484" y="2336777"/>
            <a:ext cx="2958465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8430" algn="l"/>
                <a:tab pos="2651760" algn="l"/>
              </a:tabLst>
            </a:pPr>
            <a:r>
              <a:rPr sz="700" i="1" spc="95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700" spc="9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700" spc="204" dirty="0">
                <a:solidFill>
                  <a:schemeClr val="bg1"/>
                </a:solidFill>
                <a:latin typeface="Arial"/>
                <a:cs typeface="Arial"/>
              </a:rPr>
              <a:t>  </a:t>
            </a:r>
            <a:r>
              <a:rPr sz="700" i="1" spc="25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700" i="1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700" i="1" spc="95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700" spc="9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700" spc="204" dirty="0">
                <a:solidFill>
                  <a:schemeClr val="bg1"/>
                </a:solidFill>
                <a:latin typeface="Arial"/>
                <a:cs typeface="Arial"/>
              </a:rPr>
              <a:t>  </a:t>
            </a:r>
            <a:r>
              <a:rPr sz="700" i="1" spc="25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700" i="1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700" i="1" spc="95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700" spc="9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700" spc="204" dirty="0">
                <a:solidFill>
                  <a:schemeClr val="bg1"/>
                </a:solidFill>
                <a:latin typeface="Arial"/>
                <a:cs typeface="Arial"/>
              </a:rPr>
              <a:t>  </a:t>
            </a:r>
            <a:r>
              <a:rPr sz="700" i="1" spc="25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endParaRPr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3" name="object 30">
            <a:extLst>
              <a:ext uri="{FF2B5EF4-FFF2-40B4-BE49-F238E27FC236}">
                <a16:creationId xmlns:a16="http://schemas.microsoft.com/office/drawing/2014/main" id="{4977C008-D997-CBC7-9169-908FD6B0D254}"/>
              </a:ext>
            </a:extLst>
          </p:cNvPr>
          <p:cNvSpPr txBox="1"/>
          <p:nvPr/>
        </p:nvSpPr>
        <p:spPr>
          <a:xfrm>
            <a:off x="601268" y="2351054"/>
            <a:ext cx="369252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1685" algn="l"/>
                <a:tab pos="1212215" algn="l"/>
                <a:tab pos="2178050" algn="l"/>
                <a:tab pos="3421379" algn="l"/>
              </a:tabLst>
            </a:pPr>
            <a:r>
              <a:rPr sz="1000" spc="240" dirty="0">
                <a:solidFill>
                  <a:schemeClr val="bg1"/>
                </a:solidFill>
                <a:latin typeface="Apple Symbols"/>
                <a:cs typeface="Apple Symbols"/>
              </a:rPr>
              <a:t>⇔</a:t>
            </a:r>
            <a:r>
              <a:rPr sz="1000" spc="400" dirty="0">
                <a:solidFill>
                  <a:schemeClr val="bg1"/>
                </a:solidFill>
                <a:latin typeface="Apple Symbols"/>
                <a:cs typeface="Apple Symbols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000" i="1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sz="1000" spc="-114" dirty="0">
                <a:solidFill>
                  <a:schemeClr val="bg1"/>
                </a:solidFill>
                <a:latin typeface="Apple Symbols"/>
                <a:cs typeface="Apple Symbols"/>
              </a:rPr>
              <a:t> </a:t>
            </a:r>
            <a:r>
              <a:rPr sz="1000" i="1" spc="-25" dirty="0">
                <a:solidFill>
                  <a:schemeClr val="bg1"/>
                </a:solidFill>
                <a:latin typeface="Arial"/>
                <a:cs typeface="Arial"/>
              </a:rPr>
              <a:t>BR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	B</a:t>
            </a:r>
            <a:r>
              <a:rPr sz="1000" i="1" spc="4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	P</a:t>
            </a:r>
            <a:r>
              <a:rPr sz="1000" i="1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000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spc="39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000" i="1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sz="1000" spc="-114" dirty="0">
                <a:solidFill>
                  <a:schemeClr val="bg1"/>
                </a:solidFill>
                <a:latin typeface="Apple Symbols"/>
                <a:cs typeface="Apple Symbols"/>
              </a:rPr>
              <a:t> </a:t>
            </a:r>
            <a:r>
              <a:rPr sz="1000" i="1" spc="-25" dirty="0">
                <a:solidFill>
                  <a:schemeClr val="bg1"/>
                </a:solidFill>
                <a:latin typeface="Arial"/>
                <a:cs typeface="Arial"/>
              </a:rPr>
              <a:t>BR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	B</a:t>
            </a:r>
            <a:r>
              <a:rPr sz="1000" i="1" spc="43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spc="120" dirty="0">
                <a:solidFill>
                  <a:schemeClr val="bg1"/>
                </a:solidFill>
                <a:latin typeface="Arial"/>
                <a:cs typeface="Arial"/>
              </a:rPr>
              <a:t> 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0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sz="1000" i="1" spc="65" dirty="0">
                <a:solidFill>
                  <a:schemeClr val="bg1"/>
                </a:solidFill>
                <a:latin typeface="Arial"/>
                <a:cs typeface="Arial"/>
              </a:rPr>
              <a:t>Q</a:t>
            </a:r>
            <a:r>
              <a:rPr sz="1000" i="1" spc="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sz="1000" spc="-114" dirty="0">
                <a:solidFill>
                  <a:schemeClr val="bg1"/>
                </a:solidFill>
                <a:latin typeface="Apple Symbols"/>
                <a:cs typeface="Apple Symbols"/>
              </a:rPr>
              <a:t> </a:t>
            </a:r>
            <a:r>
              <a:rPr sz="1000" i="1" spc="-25" dirty="0">
                <a:solidFill>
                  <a:schemeClr val="bg1"/>
                </a:solidFill>
                <a:latin typeface="Arial"/>
                <a:cs typeface="Arial"/>
              </a:rPr>
              <a:t>PBR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	B</a:t>
            </a:r>
            <a:r>
              <a:rPr sz="1000" i="1" spc="43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endParaRPr sz="10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4" name="object 31">
            <a:extLst>
              <a:ext uri="{FF2B5EF4-FFF2-40B4-BE49-F238E27FC236}">
                <a16:creationId xmlns:a16="http://schemas.microsoft.com/office/drawing/2014/main" id="{0A2DB564-EB6A-DB3D-0391-09D4B533DEF2}"/>
              </a:ext>
            </a:extLst>
          </p:cNvPr>
          <p:cNvSpPr txBox="1"/>
          <p:nvPr/>
        </p:nvSpPr>
        <p:spPr>
          <a:xfrm>
            <a:off x="1626793" y="2549809"/>
            <a:ext cx="2635250" cy="19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8445">
              <a:lnSpc>
                <a:spcPts val="475"/>
              </a:lnSpc>
              <a:spcBef>
                <a:spcPts val="95"/>
              </a:spcBef>
              <a:tabLst>
                <a:tab pos="1153160" algn="l"/>
              </a:tabLst>
            </a:pPr>
            <a:r>
              <a:rPr sz="700" i="1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endParaRPr sz="7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ts val="835"/>
              </a:lnSpc>
              <a:tabLst>
                <a:tab pos="1287780" algn="l"/>
              </a:tabLst>
            </a:pPr>
            <a:r>
              <a:rPr sz="1000" spc="240" dirty="0">
                <a:solidFill>
                  <a:schemeClr val="bg1"/>
                </a:solidFill>
                <a:latin typeface="Apple Symbols"/>
                <a:cs typeface="Apple Symbols"/>
              </a:rPr>
              <a:t>⇔</a:t>
            </a:r>
            <a:r>
              <a:rPr sz="1000" spc="-75" dirty="0">
                <a:solidFill>
                  <a:schemeClr val="bg1"/>
                </a:solidFill>
                <a:latin typeface="Apple Symbols"/>
                <a:cs typeface="Apple Symbols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lang="en-US" sz="1000" i="1" baseline="3000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0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chemeClr val="bg1"/>
                </a:solidFill>
                <a:latin typeface="Arial"/>
                <a:cs typeface="Arial"/>
              </a:rPr>
              <a:t>PA </a:t>
            </a:r>
            <a:r>
              <a:rPr sz="1000" spc="180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sz="1000" spc="-114" dirty="0">
                <a:solidFill>
                  <a:schemeClr val="bg1"/>
                </a:solidFill>
                <a:latin typeface="Apple Symbols"/>
                <a:cs typeface="Apple Symbols"/>
              </a:rPr>
              <a:t> </a:t>
            </a:r>
            <a:r>
              <a:rPr sz="1000" i="1" spc="-25" dirty="0">
                <a:solidFill>
                  <a:schemeClr val="bg1"/>
                </a:solidFill>
                <a:latin typeface="Arial"/>
                <a:cs typeface="Arial"/>
              </a:rPr>
              <a:t>PBR</a:t>
            </a:r>
            <a:r>
              <a:rPr lang="en-US" sz="1000" baseline="30000" dirty="0">
                <a:solidFill>
                  <a:schemeClr val="bg1"/>
                </a:solidFill>
                <a:latin typeface="Arial"/>
                <a:cs typeface="Arial"/>
              </a:rPr>
              <a:t> -1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lang="en-US" sz="1000" i="1" spc="415" baseline="3000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spc="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0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sz="1000" i="1" spc="65" dirty="0">
                <a:solidFill>
                  <a:schemeClr val="bg1"/>
                </a:solidFill>
                <a:latin typeface="Arial"/>
                <a:cs typeface="Arial"/>
              </a:rPr>
              <a:t>Q</a:t>
            </a:r>
            <a:r>
              <a:rPr sz="1000" i="1" spc="1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300" dirty="0">
                <a:solidFill>
                  <a:schemeClr val="bg1"/>
                </a:solidFill>
                <a:latin typeface="Apple Symbols"/>
                <a:cs typeface="Apple Symbols"/>
              </a:rPr>
              <a:t>⇐</a:t>
            </a:r>
            <a:r>
              <a:rPr sz="1000" spc="-70" dirty="0">
                <a:solidFill>
                  <a:schemeClr val="bg1"/>
                </a:solidFill>
                <a:latin typeface="Apple Symbols"/>
                <a:cs typeface="Apple Symbols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sz="1000" spc="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ARE!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155EC28-A545-6294-59EB-BDC593DA9E95}"/>
                  </a:ext>
                </a:extLst>
              </p:cNvPr>
              <p:cNvSpPr txBox="1"/>
              <p:nvPr/>
            </p:nvSpPr>
            <p:spPr>
              <a:xfrm>
                <a:off x="500040" y="986885"/>
                <a:ext cx="3869053" cy="7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𝑃𝑥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d>
                              <m:dPr>
                                <m:ctrl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lim>
                    </m:limLow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2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𝑄𝑥</m:t>
                            </m:r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𝑅𝑢</m:t>
                            </m:r>
                          </m:e>
                        </m:d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trlP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limLow>
                              <m:limLowPr>
                                <m:ctrl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d>
                                      <m:dPr>
                                        <m:ctrlP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𝑃𝐵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d>
                                  </m:e>
                                </m:groupChr>
                              </m:e>
                              <m:lim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lim>
                            </m:limLow>
                            <m:r>
                              <a:rPr lang="en-US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𝑥𝑑𝑡</m:t>
                            </m:r>
                          </m:e>
                        </m:nary>
                      </m:e>
                    </m:nary>
                  </m:oMath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3155EC28-A545-6294-59EB-BDC593DA9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0" y="986885"/>
                <a:ext cx="3869053" cy="792333"/>
              </a:xfrm>
              <a:prstGeom prst="rect">
                <a:avLst/>
              </a:prstGeom>
              <a:blipFill>
                <a:blip r:embed="rId3"/>
                <a:stretch>
                  <a:fillRect l="-2047" t="-5385" b="-4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757793"/>
            <a:ext cx="22420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1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Lyapunov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Eq.</a:t>
            </a:r>
            <a:r>
              <a:rPr sz="1200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ARE: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8628" y="1004976"/>
            <a:ext cx="4305300" cy="0"/>
          </a:xfrm>
          <a:custGeom>
            <a:avLst/>
            <a:gdLst/>
            <a:ahLst/>
            <a:cxnLst/>
            <a:rect l="l" t="t" r="r" b="b"/>
            <a:pathLst>
              <a:path w="4305300">
                <a:moveTo>
                  <a:pt x="0" y="0"/>
                </a:moveTo>
                <a:lnTo>
                  <a:pt x="4305020" y="0"/>
                </a:lnTo>
              </a:path>
            </a:pathLst>
          </a:custGeom>
          <a:ln w="505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48628" y="2431834"/>
            <a:ext cx="4305300" cy="0"/>
          </a:xfrm>
          <a:custGeom>
            <a:avLst/>
            <a:gdLst/>
            <a:ahLst/>
            <a:cxnLst/>
            <a:rect l="l" t="t" r="r" b="b"/>
            <a:pathLst>
              <a:path w="4305300">
                <a:moveTo>
                  <a:pt x="0" y="0"/>
                </a:moveTo>
                <a:lnTo>
                  <a:pt x="4305020" y="0"/>
                </a:lnTo>
              </a:path>
            </a:pathLst>
          </a:custGeom>
          <a:ln w="505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15442" y="2391905"/>
            <a:ext cx="4022573" cy="468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guaranteed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stability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attractive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feature</a:t>
            </a:r>
            <a:endParaRPr sz="12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nice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properties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show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later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10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p:sp>
        <p:nvSpPr>
          <p:cNvPr id="45" name="object 6">
            <a:extLst>
              <a:ext uri="{FF2B5EF4-FFF2-40B4-BE49-F238E27FC236}">
                <a16:creationId xmlns:a16="http://schemas.microsoft.com/office/drawing/2014/main" id="{FDBBA58C-561A-3825-71EC-480CD098AA45}"/>
              </a:ext>
            </a:extLst>
          </p:cNvPr>
          <p:cNvSpPr txBox="1"/>
          <p:nvPr/>
        </p:nvSpPr>
        <p:spPr>
          <a:xfrm>
            <a:off x="218281" y="1117017"/>
            <a:ext cx="1281430" cy="493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95"/>
              </a:spcBef>
              <a:tabLst>
                <a:tab pos="1064895" algn="l"/>
              </a:tabLst>
            </a:pP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Cost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Syst.</a:t>
            </a:r>
            <a:r>
              <a:rPr sz="1000" spc="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dynamics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23">
                <a:extLst>
                  <a:ext uri="{FF2B5EF4-FFF2-40B4-BE49-F238E27FC236}">
                    <a16:creationId xmlns:a16="http://schemas.microsoft.com/office/drawing/2014/main" id="{FB515714-7B4A-FABC-5933-64EDC1B5E09E}"/>
                  </a:ext>
                </a:extLst>
              </p:cNvPr>
              <p:cNvSpPr txBox="1"/>
              <p:nvPr/>
            </p:nvSpPr>
            <p:spPr>
              <a:xfrm>
                <a:off x="1573413" y="1449037"/>
                <a:ext cx="407034" cy="16607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000" b="0" i="1" spc="-204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ar-AE" sz="1000" b="0" i="1" spc="-204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sz="1000" spc="180" dirty="0">
                    <a:solidFill>
                      <a:schemeClr val="bg1"/>
                    </a:solidFill>
                    <a:latin typeface="Arial"/>
                    <a:cs typeface="Arial"/>
                  </a:rPr>
                  <a:t> =</a:t>
                </a:r>
                <a:r>
                  <a:rPr lang="ar-AE" sz="100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000" i="1" spc="-35" dirty="0">
                    <a:solidFill>
                      <a:schemeClr val="bg1"/>
                    </a:solidFill>
                    <a:latin typeface="Arial"/>
                    <a:cs typeface="Arial"/>
                  </a:rPr>
                  <a:t>Ax</a:t>
                </a:r>
                <a:endParaRPr lang="en-US" sz="10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6" name="object 23">
                <a:extLst>
                  <a:ext uri="{FF2B5EF4-FFF2-40B4-BE49-F238E27FC236}">
                    <a16:creationId xmlns:a16="http://schemas.microsoft.com/office/drawing/2014/main" id="{FB515714-7B4A-FABC-5933-64EDC1B5E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13" y="1449037"/>
                <a:ext cx="407034" cy="166071"/>
              </a:xfrm>
              <a:prstGeom prst="rect">
                <a:avLst/>
              </a:prstGeom>
              <a:blipFill>
                <a:blip r:embed="rId3"/>
                <a:stretch>
                  <a:fillRect l="-5970" t="-22222" r="-14925" b="-4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A7BB7CFD-1785-1520-E7A5-63D78ECE96B6}"/>
                  </a:ext>
                </a:extLst>
              </p:cNvPr>
              <p:cNvSpPr txBox="1"/>
              <p:nvPr/>
            </p:nvSpPr>
            <p:spPr>
              <a:xfrm>
                <a:off x="3077967" y="1297195"/>
                <a:ext cx="722630" cy="16607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000" b="0" i="1" spc="-204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ar-AE" sz="1000" b="0" i="1" spc="-204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sz="1000" spc="180" dirty="0">
                    <a:solidFill>
                      <a:schemeClr val="bg1"/>
                    </a:solidFill>
                    <a:latin typeface="Arial"/>
                    <a:cs typeface="Arial"/>
                  </a:rPr>
                  <a:t> =</a:t>
                </a:r>
                <a:r>
                  <a:rPr lang="ar-AE" sz="1000" spc="-2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000" i="1" dirty="0">
                    <a:solidFill>
                      <a:schemeClr val="bg1"/>
                    </a:solidFill>
                    <a:latin typeface="Arial"/>
                    <a:cs typeface="Arial"/>
                  </a:rPr>
                  <a:t>Ax</a:t>
                </a:r>
                <a:r>
                  <a:rPr lang="en-US" sz="1000" i="1" spc="2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000" spc="180" dirty="0">
                    <a:solidFill>
                      <a:schemeClr val="bg1"/>
                    </a:solidFill>
                    <a:latin typeface="Arial"/>
                    <a:cs typeface="Arial"/>
                  </a:rPr>
                  <a:t>+</a:t>
                </a:r>
                <a:r>
                  <a:rPr lang="en-US" sz="1000" spc="-6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0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Bu</a:t>
                </a:r>
                <a:endParaRPr lang="en-US" sz="10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7" name="object 24">
                <a:extLst>
                  <a:ext uri="{FF2B5EF4-FFF2-40B4-BE49-F238E27FC236}">
                    <a16:creationId xmlns:a16="http://schemas.microsoft.com/office/drawing/2014/main" id="{A7BB7CFD-1785-1520-E7A5-63D78ECE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967" y="1297195"/>
                <a:ext cx="722630" cy="166071"/>
              </a:xfrm>
              <a:prstGeom prst="rect">
                <a:avLst/>
              </a:prstGeom>
              <a:blipFill>
                <a:blip r:embed="rId4"/>
                <a:stretch>
                  <a:fillRect l="-3390" t="-22222" r="-9322" b="-4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object 25">
            <a:extLst>
              <a:ext uri="{FF2B5EF4-FFF2-40B4-BE49-F238E27FC236}">
                <a16:creationId xmlns:a16="http://schemas.microsoft.com/office/drawing/2014/main" id="{B7400FE7-3D6C-D798-C095-6DDDFB1BC0B3}"/>
              </a:ext>
            </a:extLst>
          </p:cNvPr>
          <p:cNvSpPr txBox="1"/>
          <p:nvPr/>
        </p:nvSpPr>
        <p:spPr>
          <a:xfrm>
            <a:off x="2615336" y="1449037"/>
            <a:ext cx="165481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000" i="1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1000" i="1" spc="-6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000" i="1" spc="6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sz="1000" spc="6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000" spc="10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controllable/stabilizable</a:t>
            </a:r>
            <a:endParaRPr sz="1000">
              <a:solidFill>
                <a:schemeClr val="bg1"/>
              </a:solidFill>
              <a:latin typeface="Arial"/>
              <a:cs typeface="Arial"/>
            </a:endParaRPr>
          </a:p>
          <a:p>
            <a:pPr marL="63500">
              <a:lnSpc>
                <a:spcPts val="1200"/>
              </a:lnSpc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000" i="1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1000" i="1" spc="-5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000" i="1" spc="-100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r>
              <a:rPr sz="1000" i="1" spc="-1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000" spc="1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observable/detectable</a:t>
            </a:r>
            <a:endParaRPr sz="10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9" name="object 26">
            <a:extLst>
              <a:ext uri="{FF2B5EF4-FFF2-40B4-BE49-F238E27FC236}">
                <a16:creationId xmlns:a16="http://schemas.microsoft.com/office/drawing/2014/main" id="{D0E842D0-73DB-D502-4CB1-97CC7DB2283F}"/>
              </a:ext>
            </a:extLst>
          </p:cNvPr>
          <p:cNvSpPr txBox="1"/>
          <p:nvPr/>
        </p:nvSpPr>
        <p:spPr>
          <a:xfrm>
            <a:off x="211848" y="1753837"/>
            <a:ext cx="860425" cy="516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Key</a:t>
            </a:r>
            <a:r>
              <a:rPr sz="1000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chemeClr val="bg1"/>
                </a:solidFill>
                <a:latin typeface="Arial"/>
                <a:cs typeface="Arial"/>
              </a:rPr>
              <a:t>Eq.</a:t>
            </a:r>
            <a:endParaRPr sz="100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Optimal</a:t>
            </a:r>
            <a:r>
              <a:rPr sz="10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control</a:t>
            </a:r>
            <a:endParaRPr sz="100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Opt.</a:t>
            </a:r>
            <a:r>
              <a:rPr sz="1000" spc="1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Arial"/>
                <a:cs typeface="Arial"/>
              </a:rPr>
              <a:t>cost</a:t>
            </a:r>
            <a:endParaRPr sz="10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0" name="object 27">
            <a:extLst>
              <a:ext uri="{FF2B5EF4-FFF2-40B4-BE49-F238E27FC236}">
                <a16:creationId xmlns:a16="http://schemas.microsoft.com/office/drawing/2014/main" id="{61FD5C03-0EDE-BDA6-B4E9-87B956EF9601}"/>
              </a:ext>
            </a:extLst>
          </p:cNvPr>
          <p:cNvSpPr txBox="1"/>
          <p:nvPr/>
        </p:nvSpPr>
        <p:spPr>
          <a:xfrm>
            <a:off x="2467932" y="1753837"/>
            <a:ext cx="194818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050" i="1" baseline="27777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1050" i="1" spc="-82" baseline="2777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000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chemeClr val="bg1"/>
                </a:solidFill>
                <a:latin typeface="Arial"/>
                <a:cs typeface="Arial"/>
              </a:rPr>
              <a:t>PA </a:t>
            </a:r>
            <a:r>
              <a:rPr sz="1000" spc="180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sz="1000" spc="-114" dirty="0">
                <a:solidFill>
                  <a:schemeClr val="bg1"/>
                </a:solidFill>
                <a:latin typeface="Apple Symbols"/>
                <a:cs typeface="Apple Symbols"/>
              </a:rPr>
              <a:t> </a:t>
            </a:r>
            <a:r>
              <a:rPr sz="1000" i="1" spc="50" dirty="0">
                <a:solidFill>
                  <a:schemeClr val="bg1"/>
                </a:solidFill>
                <a:latin typeface="Arial"/>
                <a:cs typeface="Arial"/>
              </a:rPr>
              <a:t>PBR</a:t>
            </a:r>
            <a:r>
              <a:rPr sz="1050" i="1" spc="75" baseline="27777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1050" spc="75" baseline="27777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000" i="1" spc="5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sz="1050" i="1" spc="75" baseline="27777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1050" i="1" spc="-82" baseline="2777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000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Q</a:t>
            </a:r>
            <a:r>
              <a:rPr sz="1000" i="1" spc="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0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1" name="object 30">
            <a:extLst>
              <a:ext uri="{FF2B5EF4-FFF2-40B4-BE49-F238E27FC236}">
                <a16:creationId xmlns:a16="http://schemas.microsoft.com/office/drawing/2014/main" id="{C60CAD44-3C0B-1C9D-D37D-FEBEFD3B2C8B}"/>
              </a:ext>
            </a:extLst>
          </p:cNvPr>
          <p:cNvSpPr txBox="1"/>
          <p:nvPr/>
        </p:nvSpPr>
        <p:spPr>
          <a:xfrm>
            <a:off x="1216441" y="1753837"/>
            <a:ext cx="1133475" cy="426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050" i="1" baseline="27777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1050" i="1" spc="-82" baseline="2777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1000" i="1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000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chemeClr val="bg1"/>
                </a:solidFill>
                <a:latin typeface="Arial"/>
                <a:cs typeface="Arial"/>
              </a:rPr>
              <a:t>PA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000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chemeClr val="bg1"/>
                </a:solidFill>
                <a:latin typeface="Arial"/>
                <a:cs typeface="Arial"/>
              </a:rPr>
              <a:t>Q</a:t>
            </a:r>
            <a:r>
              <a:rPr sz="1000" i="1" spc="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18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0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lnSpc>
                <a:spcPts val="1160"/>
              </a:lnSpc>
              <a:spcBef>
                <a:spcPts val="5"/>
              </a:spcBef>
            </a:pPr>
            <a:r>
              <a:rPr sz="1000" spc="35" dirty="0">
                <a:solidFill>
                  <a:schemeClr val="bg1"/>
                </a:solidFill>
                <a:latin typeface="Arial"/>
                <a:cs typeface="Arial"/>
              </a:rPr>
              <a:t>N/A</a:t>
            </a:r>
            <a:endParaRPr sz="1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64769">
              <a:lnSpc>
                <a:spcPts val="800"/>
              </a:lnSpc>
            </a:pPr>
            <a:endParaRPr sz="7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223AD46-8C75-6B16-2264-B7C79238553E}"/>
              </a:ext>
            </a:extLst>
          </p:cNvPr>
          <p:cNvSpPr txBox="1"/>
          <p:nvPr/>
        </p:nvSpPr>
        <p:spPr>
          <a:xfrm>
            <a:off x="2775936" y="1861217"/>
            <a:ext cx="1606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i="1" spc="60" dirty="0">
                <a:solidFill>
                  <a:schemeClr val="bg1"/>
                </a:solidFill>
                <a:latin typeface="Arial"/>
                <a:cs typeface="Arial"/>
              </a:rPr>
              <a:t>u</a:t>
            </a:r>
            <a:r>
              <a:rPr lang="en-US" altLang="zh-CN" sz="1000" spc="6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000" i="1" spc="6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lang="en-US" altLang="zh-CN" sz="1000" spc="6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0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0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altLang="zh-CN" sz="10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000" spc="90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lang="en-US" altLang="zh-CN" sz="1000" i="1" spc="90" dirty="0">
                <a:solidFill>
                  <a:schemeClr val="bg1"/>
                </a:solidFill>
                <a:latin typeface="Arial"/>
                <a:cs typeface="Arial"/>
              </a:rPr>
              <a:t>R</a:t>
            </a:r>
            <a:r>
              <a:rPr lang="en-US" altLang="zh-CN" sz="1000" i="1" spc="135" baseline="31250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lang="en-US" altLang="zh-CN" sz="1000" spc="135" baseline="3125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altLang="zh-CN" sz="1000" i="1" spc="9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lang="en-US" altLang="zh-CN" sz="1000" i="1" spc="135" baseline="3125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lang="en-US" altLang="zh-CN" sz="1000" i="1" spc="-104" baseline="312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000" i="1" spc="-70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lang="en-US" altLang="zh-CN" sz="1000" i="1" spc="-70" baseline="-25000" dirty="0">
                <a:solidFill>
                  <a:schemeClr val="bg1"/>
                </a:solidFill>
                <a:latin typeface="Arial"/>
                <a:cs typeface="Arial"/>
              </a:rPr>
              <a:t>+ </a:t>
            </a:r>
            <a:r>
              <a:rPr lang="en-US" altLang="zh-CN" sz="1000" i="1" spc="-7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000" i="1" spc="-2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000" spc="9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000" i="1" spc="9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lang="en-US" altLang="zh-CN" sz="1000" spc="9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0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99D7E1D-9F0D-2359-1F34-CEB30880FF74}"/>
                  </a:ext>
                </a:extLst>
              </p:cNvPr>
              <p:cNvSpPr txBox="1"/>
              <p:nvPr/>
            </p:nvSpPr>
            <p:spPr>
              <a:xfrm>
                <a:off x="1361854" y="1077090"/>
                <a:ext cx="939424" cy="217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𝑄𝑥𝑑𝑡</m:t>
                        </m:r>
                      </m:e>
                    </m:nary>
                  </m:oMath>
                </a14:m>
                <a:r>
                  <a:rPr lang="zh-CN" altLang="en-US" sz="10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99D7E1D-9F0D-2359-1F34-CEB30880F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854" y="1077090"/>
                <a:ext cx="939424" cy="217304"/>
              </a:xfrm>
              <a:prstGeom prst="rect">
                <a:avLst/>
              </a:prstGeom>
              <a:blipFill>
                <a:blip r:embed="rId5"/>
                <a:stretch>
                  <a:fillRect l="-5806" t="-137143" r="-645" b="-20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86ACE58-F9F9-BEA5-6262-EBEF18A3D55D}"/>
                  </a:ext>
                </a:extLst>
              </p:cNvPr>
              <p:cNvSpPr txBox="1"/>
              <p:nvPr/>
            </p:nvSpPr>
            <p:spPr>
              <a:xfrm>
                <a:off x="2757880" y="1078670"/>
                <a:ext cx="1491883" cy="2257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𝑄𝑥</m:t>
                            </m:r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𝑅𝑢</m:t>
                            </m:r>
                          </m:e>
                        </m:d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zh-CN" altLang="en-US" sz="10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86ACE58-F9F9-BEA5-6262-EBEF18A3D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880" y="1078670"/>
                <a:ext cx="1491883" cy="225703"/>
              </a:xfrm>
              <a:prstGeom prst="rect">
                <a:avLst/>
              </a:prstGeom>
              <a:blipFill>
                <a:blip r:embed="rId6"/>
                <a:stretch>
                  <a:fillRect l="-3673" t="-129730" b="-189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2F56F07-8ECB-1DA2-89E3-D217A1E487BD}"/>
                  </a:ext>
                </a:extLst>
              </p:cNvPr>
              <p:cNvSpPr txBox="1"/>
              <p:nvPr/>
            </p:nvSpPr>
            <p:spPr>
              <a:xfrm>
                <a:off x="1277177" y="2079767"/>
                <a:ext cx="1097608" cy="217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</m:e>
                      <m:sup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sSub>
                      <m:sSub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10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2F56F07-8ECB-1DA2-89E3-D217A1E48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177" y="2079767"/>
                <a:ext cx="1097608" cy="217304"/>
              </a:xfrm>
              <a:prstGeom prst="rect">
                <a:avLst/>
              </a:prstGeom>
              <a:blipFill>
                <a:blip r:embed="rId7"/>
                <a:stretch>
                  <a:fillRect l="-5556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E92DD1F-C9D1-ADFF-1F91-A422ABF6453E}"/>
                  </a:ext>
                </a:extLst>
              </p:cNvPr>
              <p:cNvSpPr txBox="1"/>
              <p:nvPr/>
            </p:nvSpPr>
            <p:spPr>
              <a:xfrm>
                <a:off x="2926808" y="2079767"/>
                <a:ext cx="1175706" cy="217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sz="1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0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E92DD1F-C9D1-ADFF-1F91-A422ABF64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808" y="2079767"/>
                <a:ext cx="1175706" cy="217304"/>
              </a:xfrm>
              <a:prstGeom prst="rect">
                <a:avLst/>
              </a:prstGeom>
              <a:blipFill>
                <a:blip r:embed="rId8"/>
                <a:stretch>
                  <a:fillRect l="-4663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916"/>
            <a:ext cx="7499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30" dirty="0">
                <a:solidFill>
                  <a:srgbClr val="E5E5E5"/>
                </a:solidFill>
                <a:latin typeface="Arial"/>
                <a:cs typeface="Arial"/>
              </a:rPr>
              <a:t>Example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490140"/>
            <a:ext cx="4608195" cy="2966085"/>
            <a:chOff x="0" y="490140"/>
            <a:chExt cx="4608195" cy="29660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223" y="490140"/>
              <a:ext cx="2133548" cy="29658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0772" y="2428483"/>
              <a:ext cx="1799232" cy="8992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346272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3071952" y="109728"/>
                  </a:lnTo>
                  <a:lnTo>
                    <a:pt x="4607928" y="109728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11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7499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628" y="853361"/>
            <a:ext cx="2207260" cy="2160270"/>
            <a:chOff x="148628" y="853361"/>
            <a:chExt cx="2207260" cy="2160270"/>
          </a:xfrm>
        </p:grpSpPr>
        <p:sp>
          <p:nvSpPr>
            <p:cNvPr id="4" name="object 4"/>
            <p:cNvSpPr/>
            <p:nvPr/>
          </p:nvSpPr>
          <p:spPr>
            <a:xfrm>
              <a:off x="148628" y="853361"/>
              <a:ext cx="2207260" cy="2160270"/>
            </a:xfrm>
            <a:custGeom>
              <a:avLst/>
              <a:gdLst/>
              <a:ahLst/>
              <a:cxnLst/>
              <a:rect l="l" t="t" r="r" b="b"/>
              <a:pathLst>
                <a:path w="2207260" h="2160270">
                  <a:moveTo>
                    <a:pt x="2206713" y="0"/>
                  </a:moveTo>
                  <a:lnTo>
                    <a:pt x="0" y="0"/>
                  </a:lnTo>
                  <a:lnTo>
                    <a:pt x="0" y="2159980"/>
                  </a:lnTo>
                  <a:lnTo>
                    <a:pt x="2206713" y="2159980"/>
                  </a:lnTo>
                  <a:lnTo>
                    <a:pt x="22067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2787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278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278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4754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9013" y="958788"/>
            <a:ext cx="4445" cy="428625"/>
            <a:chOff x="749013" y="958788"/>
            <a:chExt cx="4445" cy="428625"/>
          </a:xfrm>
        </p:grpSpPr>
        <p:sp>
          <p:nvSpPr>
            <p:cNvPr id="10" name="object 10"/>
            <p:cNvSpPr/>
            <p:nvPr/>
          </p:nvSpPr>
          <p:spPr>
            <a:xfrm>
              <a:off x="75123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123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123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3203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77462" y="958788"/>
            <a:ext cx="4445" cy="428625"/>
            <a:chOff x="977462" y="958788"/>
            <a:chExt cx="4445" cy="428625"/>
          </a:xfrm>
        </p:grpSpPr>
        <p:sp>
          <p:nvSpPr>
            <p:cNvPr id="15" name="object 15"/>
            <p:cNvSpPr/>
            <p:nvPr/>
          </p:nvSpPr>
          <p:spPr>
            <a:xfrm>
              <a:off x="979685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968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968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51652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05911" y="958788"/>
            <a:ext cx="4445" cy="428625"/>
            <a:chOff x="1205911" y="958788"/>
            <a:chExt cx="4445" cy="428625"/>
          </a:xfrm>
        </p:grpSpPr>
        <p:sp>
          <p:nvSpPr>
            <p:cNvPr id="20" name="object 20"/>
            <p:cNvSpPr/>
            <p:nvPr/>
          </p:nvSpPr>
          <p:spPr>
            <a:xfrm>
              <a:off x="120813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0813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0813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80101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34360" y="958788"/>
            <a:ext cx="4445" cy="428625"/>
            <a:chOff x="1434360" y="958788"/>
            <a:chExt cx="4445" cy="428625"/>
          </a:xfrm>
        </p:grpSpPr>
        <p:sp>
          <p:nvSpPr>
            <p:cNvPr id="25" name="object 25"/>
            <p:cNvSpPr/>
            <p:nvPr/>
          </p:nvSpPr>
          <p:spPr>
            <a:xfrm>
              <a:off x="1436583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36583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36583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408551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662809" y="958788"/>
            <a:ext cx="4445" cy="428625"/>
            <a:chOff x="1662809" y="958788"/>
            <a:chExt cx="4445" cy="428625"/>
          </a:xfrm>
        </p:grpSpPr>
        <p:sp>
          <p:nvSpPr>
            <p:cNvPr id="30" name="object 30"/>
            <p:cNvSpPr/>
            <p:nvPr/>
          </p:nvSpPr>
          <p:spPr>
            <a:xfrm>
              <a:off x="1665032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6503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6503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621667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891258" y="958788"/>
            <a:ext cx="4445" cy="428625"/>
            <a:chOff x="1891258" y="958788"/>
            <a:chExt cx="4445" cy="428625"/>
          </a:xfrm>
        </p:grpSpPr>
        <p:sp>
          <p:nvSpPr>
            <p:cNvPr id="35" name="object 35"/>
            <p:cNvSpPr/>
            <p:nvPr/>
          </p:nvSpPr>
          <p:spPr>
            <a:xfrm>
              <a:off x="1893481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93481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93481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850116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119708" y="958788"/>
            <a:ext cx="4445" cy="428625"/>
            <a:chOff x="2119708" y="958788"/>
            <a:chExt cx="4445" cy="428625"/>
          </a:xfrm>
        </p:grpSpPr>
        <p:sp>
          <p:nvSpPr>
            <p:cNvPr id="40" name="object 40"/>
            <p:cNvSpPr/>
            <p:nvPr/>
          </p:nvSpPr>
          <p:spPr>
            <a:xfrm>
              <a:off x="2121930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2193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2193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078565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18076" y="1298483"/>
            <a:ext cx="1905000" cy="4445"/>
            <a:chOff x="418076" y="1298483"/>
            <a:chExt cx="1905000" cy="4445"/>
          </a:xfrm>
        </p:grpSpPr>
        <p:sp>
          <p:nvSpPr>
            <p:cNvPr id="45" name="object 45"/>
            <p:cNvSpPr/>
            <p:nvPr/>
          </p:nvSpPr>
          <p:spPr>
            <a:xfrm>
              <a:off x="437175" y="130070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0299" y="130070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0299" y="130070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14042" y="1252115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91450" y="1156933"/>
            <a:ext cx="2032000" cy="149225"/>
            <a:chOff x="291450" y="1156933"/>
            <a:chExt cx="2032000" cy="149225"/>
          </a:xfrm>
        </p:grpSpPr>
        <p:sp>
          <p:nvSpPr>
            <p:cNvPr id="50" name="object 50"/>
            <p:cNvSpPr/>
            <p:nvPr/>
          </p:nvSpPr>
          <p:spPr>
            <a:xfrm>
              <a:off x="291450" y="1301896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37175" y="115915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20299" y="115915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20299" y="115915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14042" y="1110566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91450" y="1015383"/>
            <a:ext cx="2032000" cy="149225"/>
            <a:chOff x="291450" y="1015383"/>
            <a:chExt cx="2032000" cy="149225"/>
          </a:xfrm>
        </p:grpSpPr>
        <p:sp>
          <p:nvSpPr>
            <p:cNvPr id="56" name="object 56"/>
            <p:cNvSpPr/>
            <p:nvPr/>
          </p:nvSpPr>
          <p:spPr>
            <a:xfrm>
              <a:off x="291450" y="1160346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37175" y="101760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20299" y="101760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20299" y="101760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14023" y="969016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5725" y="1026076"/>
            <a:ext cx="72390" cy="2813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0"/>
              </a:lnSpc>
            </a:pPr>
            <a:r>
              <a:rPr sz="300" i="1" spc="10" dirty="0">
                <a:latin typeface="Arial"/>
                <a:cs typeface="Arial"/>
              </a:rPr>
              <a:t>x</a:t>
            </a:r>
            <a:r>
              <a:rPr sz="400" spc="10" dirty="0">
                <a:latin typeface="Arial"/>
                <a:cs typeface="Arial"/>
              </a:rPr>
              <a:t>(</a:t>
            </a:r>
            <a:r>
              <a:rPr sz="400" spc="-5" dirty="0">
                <a:latin typeface="Arial"/>
                <a:cs typeface="Arial"/>
              </a:rPr>
              <a:t> </a:t>
            </a:r>
            <a:r>
              <a:rPr sz="400" spc="90" dirty="0">
                <a:latin typeface="Arial"/>
                <a:cs typeface="Arial"/>
              </a:rPr>
              <a:t>=</a:t>
            </a:r>
            <a:r>
              <a:rPr sz="400" spc="-5" dirty="0">
                <a:latin typeface="Arial"/>
                <a:cs typeface="Arial"/>
              </a:rPr>
              <a:t> </a:t>
            </a:r>
            <a:r>
              <a:rPr sz="300" i="1" spc="10" dirty="0">
                <a:latin typeface="Arial"/>
                <a:cs typeface="Arial"/>
              </a:rPr>
              <a:t>u</a:t>
            </a:r>
            <a:r>
              <a:rPr sz="400" spc="10" dirty="0">
                <a:latin typeface="Arial"/>
                <a:cs typeface="Arial"/>
              </a:rPr>
              <a:t>)</a:t>
            </a:r>
            <a:r>
              <a:rPr sz="400" spc="65" dirty="0">
                <a:latin typeface="Arial"/>
                <a:cs typeface="Arial"/>
              </a:rPr>
              <a:t> </a:t>
            </a:r>
            <a:r>
              <a:rPr sz="400" spc="-25" dirty="0">
                <a:latin typeface="Arial"/>
                <a:cs typeface="Arial"/>
              </a:rPr>
              <a:t>(m)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34953" y="958788"/>
            <a:ext cx="1888489" cy="411480"/>
            <a:chOff x="434953" y="958788"/>
            <a:chExt cx="1888489" cy="411480"/>
          </a:xfrm>
        </p:grpSpPr>
        <p:sp>
          <p:nvSpPr>
            <p:cNvPr id="63" name="object 63"/>
            <p:cNvSpPr/>
            <p:nvPr/>
          </p:nvSpPr>
          <p:spPr>
            <a:xfrm>
              <a:off x="522787" y="979564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38041"/>
                  </a:moveTo>
                  <a:lnTo>
                    <a:pt x="1142" y="39393"/>
                  </a:lnTo>
                  <a:lnTo>
                    <a:pt x="3426" y="46147"/>
                  </a:lnTo>
                  <a:lnTo>
                    <a:pt x="23987" y="117748"/>
                  </a:lnTo>
                  <a:lnTo>
                    <a:pt x="35409" y="152326"/>
                  </a:lnTo>
                  <a:lnTo>
                    <a:pt x="58254" y="211364"/>
                  </a:lnTo>
                  <a:lnTo>
                    <a:pt x="81099" y="258693"/>
                  </a:lnTo>
                  <a:lnTo>
                    <a:pt x="102802" y="294317"/>
                  </a:lnTo>
                  <a:lnTo>
                    <a:pt x="133642" y="331455"/>
                  </a:lnTo>
                  <a:lnTo>
                    <a:pt x="164483" y="355018"/>
                  </a:lnTo>
                  <a:lnTo>
                    <a:pt x="205604" y="368911"/>
                  </a:lnTo>
                  <a:lnTo>
                    <a:pt x="215884" y="369707"/>
                  </a:lnTo>
                  <a:lnTo>
                    <a:pt x="227306" y="369483"/>
                  </a:lnTo>
                  <a:lnTo>
                    <a:pt x="277565" y="356603"/>
                  </a:lnTo>
                  <a:lnTo>
                    <a:pt x="325539" y="330377"/>
                  </a:lnTo>
                  <a:lnTo>
                    <a:pt x="366660" y="300722"/>
                  </a:lnTo>
                  <a:lnTo>
                    <a:pt x="428341" y="249556"/>
                  </a:lnTo>
                  <a:lnTo>
                    <a:pt x="517437" y="173424"/>
                  </a:lnTo>
                  <a:lnTo>
                    <a:pt x="549419" y="147863"/>
                  </a:lnTo>
                  <a:lnTo>
                    <a:pt x="603105" y="108851"/>
                  </a:lnTo>
                  <a:lnTo>
                    <a:pt x="652222" y="78297"/>
                  </a:lnTo>
                  <a:lnTo>
                    <a:pt x="697911" y="54691"/>
                  </a:lnTo>
                  <a:lnTo>
                    <a:pt x="743601" y="35769"/>
                  </a:lnTo>
                  <a:lnTo>
                    <a:pt x="790433" y="21032"/>
                  </a:lnTo>
                  <a:lnTo>
                    <a:pt x="839550" y="10220"/>
                  </a:lnTo>
                  <a:lnTo>
                    <a:pt x="890951" y="3359"/>
                  </a:lnTo>
                  <a:lnTo>
                    <a:pt x="948063" y="153"/>
                  </a:lnTo>
                  <a:lnTo>
                    <a:pt x="980046" y="0"/>
                  </a:lnTo>
                  <a:lnTo>
                    <a:pt x="1015456" y="920"/>
                  </a:lnTo>
                  <a:lnTo>
                    <a:pt x="1055434" y="3046"/>
                  </a:lnTo>
                  <a:lnTo>
                    <a:pt x="1104551" y="6788"/>
                  </a:lnTo>
                  <a:lnTo>
                    <a:pt x="1174228" y="13300"/>
                  </a:lnTo>
                  <a:lnTo>
                    <a:pt x="1321577" y="27297"/>
                  </a:lnTo>
                  <a:lnTo>
                    <a:pt x="1390112" y="32558"/>
                  </a:lnTo>
                  <a:lnTo>
                    <a:pt x="1455220" y="36469"/>
                  </a:lnTo>
                  <a:lnTo>
                    <a:pt x="1520328" y="39298"/>
                  </a:lnTo>
                  <a:lnTo>
                    <a:pt x="1588863" y="41198"/>
                  </a:lnTo>
                  <a:lnTo>
                    <a:pt x="1665393" y="42226"/>
                  </a:lnTo>
                  <a:lnTo>
                    <a:pt x="1712225" y="42406"/>
                  </a:lnTo>
                </a:path>
              </a:pathLst>
            </a:custGeom>
            <a:ln w="72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37175" y="961011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4">
                  <a:moveTo>
                    <a:pt x="0" y="406803"/>
                  </a:moveTo>
                  <a:lnTo>
                    <a:pt x="0" y="0"/>
                  </a:lnTo>
                </a:path>
                <a:path w="1884045" h="407034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4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4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76680" y="854341"/>
            <a:ext cx="1204595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dirty="0">
                <a:latin typeface="Arial"/>
                <a:cs typeface="Arial"/>
              </a:rPr>
              <a:t>States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of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nonlinearized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system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under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spc="-25" dirty="0">
                <a:latin typeface="Arial"/>
                <a:cs typeface="Arial"/>
              </a:rPr>
              <a:t>LQ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20564" y="1446953"/>
            <a:ext cx="4445" cy="428625"/>
            <a:chOff x="520564" y="1446953"/>
            <a:chExt cx="4445" cy="428625"/>
          </a:xfrm>
        </p:grpSpPr>
        <p:sp>
          <p:nvSpPr>
            <p:cNvPr id="67" name="object 67"/>
            <p:cNvSpPr/>
            <p:nvPr/>
          </p:nvSpPr>
          <p:spPr>
            <a:xfrm>
              <a:off x="522787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2278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2278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94754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749013" y="1446953"/>
            <a:ext cx="4445" cy="428625"/>
            <a:chOff x="749013" y="1446953"/>
            <a:chExt cx="4445" cy="428625"/>
          </a:xfrm>
        </p:grpSpPr>
        <p:sp>
          <p:nvSpPr>
            <p:cNvPr id="72" name="object 72"/>
            <p:cNvSpPr/>
            <p:nvPr/>
          </p:nvSpPr>
          <p:spPr>
            <a:xfrm>
              <a:off x="75123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5123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5123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723203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977462" y="1446953"/>
            <a:ext cx="4445" cy="428625"/>
            <a:chOff x="977462" y="1446953"/>
            <a:chExt cx="4445" cy="428625"/>
          </a:xfrm>
        </p:grpSpPr>
        <p:sp>
          <p:nvSpPr>
            <p:cNvPr id="77" name="object 77"/>
            <p:cNvSpPr/>
            <p:nvPr/>
          </p:nvSpPr>
          <p:spPr>
            <a:xfrm>
              <a:off x="979685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7968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7968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951652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1205911" y="1446953"/>
            <a:ext cx="4445" cy="428625"/>
            <a:chOff x="1205911" y="1446953"/>
            <a:chExt cx="4445" cy="428625"/>
          </a:xfrm>
        </p:grpSpPr>
        <p:sp>
          <p:nvSpPr>
            <p:cNvPr id="82" name="object 82"/>
            <p:cNvSpPr/>
            <p:nvPr/>
          </p:nvSpPr>
          <p:spPr>
            <a:xfrm>
              <a:off x="120813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20813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20813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1180101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434360" y="1446953"/>
            <a:ext cx="4445" cy="428625"/>
            <a:chOff x="1434360" y="1446953"/>
            <a:chExt cx="4445" cy="428625"/>
          </a:xfrm>
        </p:grpSpPr>
        <p:sp>
          <p:nvSpPr>
            <p:cNvPr id="87" name="object 87"/>
            <p:cNvSpPr/>
            <p:nvPr/>
          </p:nvSpPr>
          <p:spPr>
            <a:xfrm>
              <a:off x="1436583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436583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436583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1408551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1662809" y="1446953"/>
            <a:ext cx="4445" cy="428625"/>
            <a:chOff x="1662809" y="1446953"/>
            <a:chExt cx="4445" cy="428625"/>
          </a:xfrm>
        </p:grpSpPr>
        <p:sp>
          <p:nvSpPr>
            <p:cNvPr id="92" name="object 92"/>
            <p:cNvSpPr/>
            <p:nvPr/>
          </p:nvSpPr>
          <p:spPr>
            <a:xfrm>
              <a:off x="1665032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66503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66503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1621667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1891258" y="1446953"/>
            <a:ext cx="4445" cy="428625"/>
            <a:chOff x="1891258" y="1446953"/>
            <a:chExt cx="4445" cy="428625"/>
          </a:xfrm>
        </p:grpSpPr>
        <p:sp>
          <p:nvSpPr>
            <p:cNvPr id="97" name="object 97"/>
            <p:cNvSpPr/>
            <p:nvPr/>
          </p:nvSpPr>
          <p:spPr>
            <a:xfrm>
              <a:off x="1893481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893481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893481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1850116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2119708" y="1446953"/>
            <a:ext cx="4445" cy="428625"/>
            <a:chOff x="2119708" y="1446953"/>
            <a:chExt cx="4445" cy="428625"/>
          </a:xfrm>
        </p:grpSpPr>
        <p:sp>
          <p:nvSpPr>
            <p:cNvPr id="102" name="object 102"/>
            <p:cNvSpPr/>
            <p:nvPr/>
          </p:nvSpPr>
          <p:spPr>
            <a:xfrm>
              <a:off x="2121930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12193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12193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2078565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418076" y="1786848"/>
            <a:ext cx="1905000" cy="4445"/>
            <a:chOff x="418076" y="1786848"/>
            <a:chExt cx="1905000" cy="4445"/>
          </a:xfrm>
        </p:grpSpPr>
        <p:sp>
          <p:nvSpPr>
            <p:cNvPr id="107" name="object 107"/>
            <p:cNvSpPr/>
            <p:nvPr/>
          </p:nvSpPr>
          <p:spPr>
            <a:xfrm>
              <a:off x="437175" y="1789070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20299" y="178907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20299" y="178907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283377" y="1740480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0.50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260786" y="1661285"/>
            <a:ext cx="2062480" cy="133350"/>
            <a:chOff x="260786" y="1661285"/>
            <a:chExt cx="2062480" cy="133350"/>
          </a:xfrm>
        </p:grpSpPr>
        <p:sp>
          <p:nvSpPr>
            <p:cNvPr id="112" name="object 112"/>
            <p:cNvSpPr/>
            <p:nvPr/>
          </p:nvSpPr>
          <p:spPr>
            <a:xfrm>
              <a:off x="260786" y="1790261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37175" y="166350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20298" y="16635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20298" y="16635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283377" y="1614917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0.25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60786" y="1535723"/>
            <a:ext cx="2062480" cy="133350"/>
            <a:chOff x="260786" y="1535723"/>
            <a:chExt cx="2062480" cy="133350"/>
          </a:xfrm>
        </p:grpSpPr>
        <p:sp>
          <p:nvSpPr>
            <p:cNvPr id="118" name="object 118"/>
            <p:cNvSpPr/>
            <p:nvPr/>
          </p:nvSpPr>
          <p:spPr>
            <a:xfrm>
              <a:off x="260786" y="1664698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37175" y="153794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20298" y="153794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20298" y="153794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283358" y="1489355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0.00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75663" y="1555250"/>
            <a:ext cx="72390" cy="1968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0"/>
              </a:lnSpc>
            </a:pPr>
            <a:r>
              <a:rPr sz="300" i="1" spc="70" dirty="0">
                <a:latin typeface="Arial"/>
                <a:cs typeface="Arial"/>
              </a:rPr>
              <a:t>x</a:t>
            </a:r>
            <a:r>
              <a:rPr sz="300" i="1" spc="50" dirty="0">
                <a:latin typeface="Arial"/>
                <a:cs typeface="Arial"/>
              </a:rPr>
              <a:t> </a:t>
            </a:r>
            <a:r>
              <a:rPr sz="400" spc="-20" dirty="0">
                <a:latin typeface="Arial"/>
                <a:cs typeface="Arial"/>
              </a:rPr>
              <a:t>(m/s)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82939" y="1446953"/>
            <a:ext cx="2139950" cy="916305"/>
            <a:chOff x="182939" y="1446953"/>
            <a:chExt cx="2139950" cy="916305"/>
          </a:xfrm>
        </p:grpSpPr>
        <p:sp>
          <p:nvSpPr>
            <p:cNvPr id="125" name="object 125"/>
            <p:cNvSpPr/>
            <p:nvPr/>
          </p:nvSpPr>
          <p:spPr>
            <a:xfrm>
              <a:off x="182939" y="1717839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4">
                  <a:moveTo>
                    <a:pt x="0" y="4339"/>
                  </a:moveTo>
                  <a:lnTo>
                    <a:pt x="0" y="0"/>
                  </a:lnTo>
                  <a:lnTo>
                    <a:pt x="5497" y="0"/>
                  </a:lnTo>
                  <a:lnTo>
                    <a:pt x="5497" y="4339"/>
                  </a:lnTo>
                  <a:lnTo>
                    <a:pt x="0" y="43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22787" y="1467687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70258"/>
                  </a:moveTo>
                  <a:lnTo>
                    <a:pt x="1142" y="240098"/>
                  </a:lnTo>
                  <a:lnTo>
                    <a:pt x="2284" y="316953"/>
                  </a:lnTo>
                  <a:lnTo>
                    <a:pt x="4568" y="364652"/>
                  </a:lnTo>
                  <a:lnTo>
                    <a:pt x="6853" y="369801"/>
                  </a:lnTo>
                  <a:lnTo>
                    <a:pt x="9137" y="365954"/>
                  </a:lnTo>
                  <a:lnTo>
                    <a:pt x="19418" y="339851"/>
                  </a:lnTo>
                  <a:lnTo>
                    <a:pt x="30840" y="312961"/>
                  </a:lnTo>
                  <a:lnTo>
                    <a:pt x="55970" y="262022"/>
                  </a:lnTo>
                  <a:lnTo>
                    <a:pt x="83383" y="215965"/>
                  </a:lnTo>
                  <a:lnTo>
                    <a:pt x="113082" y="174137"/>
                  </a:lnTo>
                  <a:lnTo>
                    <a:pt x="145065" y="136250"/>
                  </a:lnTo>
                  <a:lnTo>
                    <a:pt x="179332" y="102349"/>
                  </a:lnTo>
                  <a:lnTo>
                    <a:pt x="213599" y="74390"/>
                  </a:lnTo>
                  <a:lnTo>
                    <a:pt x="247867" y="51715"/>
                  </a:lnTo>
                  <a:lnTo>
                    <a:pt x="283276" y="33295"/>
                  </a:lnTo>
                  <a:lnTo>
                    <a:pt x="319828" y="19089"/>
                  </a:lnTo>
                  <a:lnTo>
                    <a:pt x="358665" y="8741"/>
                  </a:lnTo>
                  <a:lnTo>
                    <a:pt x="399785" y="2400"/>
                  </a:lnTo>
                  <a:lnTo>
                    <a:pt x="444333" y="0"/>
                  </a:lnTo>
                  <a:lnTo>
                    <a:pt x="469462" y="343"/>
                  </a:lnTo>
                  <a:lnTo>
                    <a:pt x="525432" y="4525"/>
                  </a:lnTo>
                  <a:lnTo>
                    <a:pt x="598536" y="14821"/>
                  </a:lnTo>
                  <a:lnTo>
                    <a:pt x="654506" y="24619"/>
                  </a:lnTo>
                  <a:lnTo>
                    <a:pt x="782438" y="47338"/>
                  </a:lnTo>
                  <a:lnTo>
                    <a:pt x="836123" y="55548"/>
                  </a:lnTo>
                  <a:lnTo>
                    <a:pt x="885240" y="61967"/>
                  </a:lnTo>
                  <a:lnTo>
                    <a:pt x="933214" y="67140"/>
                  </a:lnTo>
                  <a:lnTo>
                    <a:pt x="981188" y="71223"/>
                  </a:lnTo>
                  <a:lnTo>
                    <a:pt x="1030305" y="74330"/>
                  </a:lnTo>
                  <a:lnTo>
                    <a:pt x="1082848" y="76564"/>
                  </a:lnTo>
                  <a:lnTo>
                    <a:pt x="1139960" y="77899"/>
                  </a:lnTo>
                  <a:lnTo>
                    <a:pt x="1205068" y="78312"/>
                  </a:lnTo>
                  <a:lnTo>
                    <a:pt x="1283883" y="77695"/>
                  </a:lnTo>
                  <a:lnTo>
                    <a:pt x="1401534" y="75570"/>
                  </a:lnTo>
                  <a:lnTo>
                    <a:pt x="1639121" y="71168"/>
                  </a:lnTo>
                  <a:lnTo>
                    <a:pt x="1712225" y="70326"/>
                  </a:lnTo>
                </a:path>
              </a:pathLst>
            </a:custGeom>
            <a:ln w="72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37175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22787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2278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2278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494754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749013" y="1935117"/>
            <a:ext cx="4445" cy="428625"/>
            <a:chOff x="749013" y="1935117"/>
            <a:chExt cx="4445" cy="428625"/>
          </a:xfrm>
        </p:grpSpPr>
        <p:sp>
          <p:nvSpPr>
            <p:cNvPr id="133" name="object 133"/>
            <p:cNvSpPr/>
            <p:nvPr/>
          </p:nvSpPr>
          <p:spPr>
            <a:xfrm>
              <a:off x="75123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5123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5123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723203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977462" y="1935117"/>
            <a:ext cx="4445" cy="428625"/>
            <a:chOff x="977462" y="1935117"/>
            <a:chExt cx="4445" cy="428625"/>
          </a:xfrm>
        </p:grpSpPr>
        <p:sp>
          <p:nvSpPr>
            <p:cNvPr id="138" name="object 138"/>
            <p:cNvSpPr/>
            <p:nvPr/>
          </p:nvSpPr>
          <p:spPr>
            <a:xfrm>
              <a:off x="979685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7968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97968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951652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1205911" y="1935117"/>
            <a:ext cx="4445" cy="428625"/>
            <a:chOff x="1205911" y="1935117"/>
            <a:chExt cx="4445" cy="428625"/>
          </a:xfrm>
        </p:grpSpPr>
        <p:sp>
          <p:nvSpPr>
            <p:cNvPr id="143" name="object 143"/>
            <p:cNvSpPr/>
            <p:nvPr/>
          </p:nvSpPr>
          <p:spPr>
            <a:xfrm>
              <a:off x="120813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20813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20813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1180101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1434360" y="1935117"/>
            <a:ext cx="4445" cy="428625"/>
            <a:chOff x="1434360" y="1935117"/>
            <a:chExt cx="4445" cy="428625"/>
          </a:xfrm>
        </p:grpSpPr>
        <p:sp>
          <p:nvSpPr>
            <p:cNvPr id="148" name="object 148"/>
            <p:cNvSpPr/>
            <p:nvPr/>
          </p:nvSpPr>
          <p:spPr>
            <a:xfrm>
              <a:off x="1436583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436583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436583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1408551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1662809" y="1935117"/>
            <a:ext cx="4445" cy="428625"/>
            <a:chOff x="1662809" y="1935117"/>
            <a:chExt cx="4445" cy="428625"/>
          </a:xfrm>
        </p:grpSpPr>
        <p:sp>
          <p:nvSpPr>
            <p:cNvPr id="153" name="object 153"/>
            <p:cNvSpPr/>
            <p:nvPr/>
          </p:nvSpPr>
          <p:spPr>
            <a:xfrm>
              <a:off x="1665032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66503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66503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6" name="object 156"/>
          <p:cNvSpPr txBox="1"/>
          <p:nvPr/>
        </p:nvSpPr>
        <p:spPr>
          <a:xfrm>
            <a:off x="1621667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1891258" y="1935117"/>
            <a:ext cx="4445" cy="428625"/>
            <a:chOff x="1891258" y="1935117"/>
            <a:chExt cx="4445" cy="428625"/>
          </a:xfrm>
        </p:grpSpPr>
        <p:sp>
          <p:nvSpPr>
            <p:cNvPr id="158" name="object 158"/>
            <p:cNvSpPr/>
            <p:nvPr/>
          </p:nvSpPr>
          <p:spPr>
            <a:xfrm>
              <a:off x="1893481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893481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893481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1850116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2119708" y="1935117"/>
            <a:ext cx="4445" cy="428625"/>
            <a:chOff x="2119708" y="1935117"/>
            <a:chExt cx="4445" cy="428625"/>
          </a:xfrm>
        </p:grpSpPr>
        <p:sp>
          <p:nvSpPr>
            <p:cNvPr id="163" name="object 163"/>
            <p:cNvSpPr/>
            <p:nvPr/>
          </p:nvSpPr>
          <p:spPr>
            <a:xfrm>
              <a:off x="2121930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12193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12193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2078565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418076" y="2232629"/>
            <a:ext cx="1905000" cy="4445"/>
            <a:chOff x="418076" y="2232629"/>
            <a:chExt cx="1905000" cy="4445"/>
          </a:xfrm>
        </p:grpSpPr>
        <p:sp>
          <p:nvSpPr>
            <p:cNvPr id="168" name="object 168"/>
            <p:cNvSpPr/>
            <p:nvPr/>
          </p:nvSpPr>
          <p:spPr>
            <a:xfrm>
              <a:off x="437175" y="223485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20299" y="22348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20299" y="22348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283358" y="2186262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418076" y="2080313"/>
            <a:ext cx="1905000" cy="4445"/>
            <a:chOff x="418076" y="2080313"/>
            <a:chExt cx="1905000" cy="4445"/>
          </a:xfrm>
        </p:grpSpPr>
        <p:sp>
          <p:nvSpPr>
            <p:cNvPr id="173" name="object 173"/>
            <p:cNvSpPr/>
            <p:nvPr/>
          </p:nvSpPr>
          <p:spPr>
            <a:xfrm>
              <a:off x="437175" y="208253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420299" y="208253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20299" y="208253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283358" y="2033945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3.20</a:t>
            </a:r>
            <a:endParaRPr sz="4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215821" y="2047587"/>
            <a:ext cx="72390" cy="1435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0"/>
              </a:lnSpc>
            </a:pPr>
            <a:r>
              <a:rPr sz="400" spc="-10" dirty="0">
                <a:latin typeface="Arial"/>
                <a:cs typeface="Arial"/>
              </a:rPr>
              <a:t>(rad)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228135" y="1935117"/>
            <a:ext cx="2094864" cy="916305"/>
            <a:chOff x="228135" y="1935117"/>
            <a:chExt cx="2094864" cy="916305"/>
          </a:xfrm>
        </p:grpSpPr>
        <p:sp>
          <p:nvSpPr>
            <p:cNvPr id="179" name="object 179"/>
            <p:cNvSpPr/>
            <p:nvPr/>
          </p:nvSpPr>
          <p:spPr>
            <a:xfrm>
              <a:off x="228135" y="2194699"/>
              <a:ext cx="38100" cy="26670"/>
            </a:xfrm>
            <a:custGeom>
              <a:avLst/>
              <a:gdLst/>
              <a:ahLst/>
              <a:cxnLst/>
              <a:rect l="l" t="t" r="r" b="b"/>
              <a:pathLst>
                <a:path w="38100" h="26669">
                  <a:moveTo>
                    <a:pt x="0" y="5834"/>
                  </a:moveTo>
                  <a:lnTo>
                    <a:pt x="0" y="13404"/>
                  </a:lnTo>
                  <a:lnTo>
                    <a:pt x="1687" y="16683"/>
                  </a:lnTo>
                  <a:lnTo>
                    <a:pt x="8341" y="22277"/>
                  </a:lnTo>
                  <a:lnTo>
                    <a:pt x="12922" y="24206"/>
                  </a:lnTo>
                  <a:lnTo>
                    <a:pt x="24688" y="26520"/>
                  </a:lnTo>
                  <a:lnTo>
                    <a:pt x="28160" y="26374"/>
                  </a:lnTo>
                  <a:lnTo>
                    <a:pt x="29269" y="26327"/>
                  </a:lnTo>
                  <a:lnTo>
                    <a:pt x="35875" y="23338"/>
                  </a:lnTo>
                  <a:lnTo>
                    <a:pt x="37514" y="20686"/>
                  </a:lnTo>
                  <a:lnTo>
                    <a:pt x="37514" y="13163"/>
                  </a:lnTo>
                  <a:lnTo>
                    <a:pt x="35875" y="9836"/>
                  </a:lnTo>
                  <a:lnTo>
                    <a:pt x="33994" y="8255"/>
                  </a:lnTo>
                  <a:lnTo>
                    <a:pt x="33994" y="18564"/>
                  </a:lnTo>
                  <a:lnTo>
                    <a:pt x="32789" y="20155"/>
                  </a:lnTo>
                  <a:lnTo>
                    <a:pt x="28352" y="21698"/>
                  </a:lnTo>
                  <a:lnTo>
                    <a:pt x="24688" y="21650"/>
                  </a:lnTo>
                  <a:lnTo>
                    <a:pt x="20300" y="21023"/>
                  </a:lnTo>
                  <a:lnTo>
                    <a:pt x="20300" y="1451"/>
                  </a:lnTo>
                  <a:lnTo>
                    <a:pt x="16298" y="664"/>
                  </a:lnTo>
                  <a:lnTo>
                    <a:pt x="16298" y="20203"/>
                  </a:lnTo>
                  <a:lnTo>
                    <a:pt x="12247" y="19143"/>
                  </a:lnTo>
                  <a:lnTo>
                    <a:pt x="9209" y="17937"/>
                  </a:lnTo>
                  <a:lnTo>
                    <a:pt x="4821" y="14803"/>
                  </a:lnTo>
                  <a:lnTo>
                    <a:pt x="3568" y="12681"/>
                  </a:lnTo>
                  <a:lnTo>
                    <a:pt x="3568" y="2358"/>
                  </a:lnTo>
                  <a:lnTo>
                    <a:pt x="1687" y="3230"/>
                  </a:lnTo>
                  <a:lnTo>
                    <a:pt x="0" y="5834"/>
                  </a:lnTo>
                  <a:close/>
                </a:path>
                <a:path w="38100" h="26669">
                  <a:moveTo>
                    <a:pt x="20300" y="1451"/>
                  </a:moveTo>
                  <a:lnTo>
                    <a:pt x="20300" y="6075"/>
                  </a:lnTo>
                  <a:lnTo>
                    <a:pt x="24688" y="7102"/>
                  </a:lnTo>
                  <a:lnTo>
                    <a:pt x="25025" y="7211"/>
                  </a:lnTo>
                  <a:lnTo>
                    <a:pt x="28160" y="8438"/>
                  </a:lnTo>
                  <a:lnTo>
                    <a:pt x="30329" y="9981"/>
                  </a:lnTo>
                  <a:lnTo>
                    <a:pt x="32789" y="11813"/>
                  </a:lnTo>
                  <a:lnTo>
                    <a:pt x="33994" y="13887"/>
                  </a:lnTo>
                  <a:lnTo>
                    <a:pt x="33994" y="8255"/>
                  </a:lnTo>
                  <a:lnTo>
                    <a:pt x="29269" y="4243"/>
                  </a:lnTo>
                  <a:lnTo>
                    <a:pt x="25025" y="2456"/>
                  </a:lnTo>
                  <a:lnTo>
                    <a:pt x="24832" y="2375"/>
                  </a:lnTo>
                  <a:lnTo>
                    <a:pt x="24688" y="2314"/>
                  </a:lnTo>
                  <a:lnTo>
                    <a:pt x="20300" y="1451"/>
                  </a:lnTo>
                  <a:close/>
                </a:path>
                <a:path w="38100" h="26669">
                  <a:moveTo>
                    <a:pt x="3568" y="2358"/>
                  </a:moveTo>
                  <a:lnTo>
                    <a:pt x="3568" y="8004"/>
                  </a:lnTo>
                  <a:lnTo>
                    <a:pt x="4821" y="6413"/>
                  </a:lnTo>
                  <a:lnTo>
                    <a:pt x="7281" y="5545"/>
                  </a:lnTo>
                  <a:lnTo>
                    <a:pt x="8872" y="5014"/>
                  </a:lnTo>
                  <a:lnTo>
                    <a:pt x="12922" y="5058"/>
                  </a:lnTo>
                  <a:lnTo>
                    <a:pt x="16298" y="5352"/>
                  </a:lnTo>
                  <a:lnTo>
                    <a:pt x="16298" y="664"/>
                  </a:lnTo>
                  <a:lnTo>
                    <a:pt x="12922" y="0"/>
                  </a:lnTo>
                  <a:lnTo>
                    <a:pt x="11861" y="44"/>
                  </a:lnTo>
                  <a:lnTo>
                    <a:pt x="8872" y="170"/>
                  </a:lnTo>
                  <a:lnTo>
                    <a:pt x="8341" y="192"/>
                  </a:lnTo>
                  <a:lnTo>
                    <a:pt x="5014" y="1687"/>
                  </a:lnTo>
                  <a:lnTo>
                    <a:pt x="3568" y="23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522787" y="195583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2837"/>
                  </a:lnTo>
                  <a:lnTo>
                    <a:pt x="3426" y="16849"/>
                  </a:lnTo>
                  <a:lnTo>
                    <a:pt x="14849" y="96820"/>
                  </a:lnTo>
                  <a:lnTo>
                    <a:pt x="22844" y="143444"/>
                  </a:lnTo>
                  <a:lnTo>
                    <a:pt x="30840" y="183008"/>
                  </a:lnTo>
                  <a:lnTo>
                    <a:pt x="46832" y="244836"/>
                  </a:lnTo>
                  <a:lnTo>
                    <a:pt x="61681" y="286093"/>
                  </a:lnTo>
                  <a:lnTo>
                    <a:pt x="85668" y="329486"/>
                  </a:lnTo>
                  <a:lnTo>
                    <a:pt x="117651" y="358576"/>
                  </a:lnTo>
                  <a:lnTo>
                    <a:pt x="154203" y="369334"/>
                  </a:lnTo>
                  <a:lnTo>
                    <a:pt x="165625" y="369821"/>
                  </a:lnTo>
                  <a:lnTo>
                    <a:pt x="178190" y="369319"/>
                  </a:lnTo>
                  <a:lnTo>
                    <a:pt x="234160" y="359280"/>
                  </a:lnTo>
                  <a:lnTo>
                    <a:pt x="352953" y="327721"/>
                  </a:lnTo>
                  <a:lnTo>
                    <a:pt x="391790" y="318688"/>
                  </a:lnTo>
                  <a:lnTo>
                    <a:pt x="463751" y="305268"/>
                  </a:lnTo>
                  <a:lnTo>
                    <a:pt x="535713" y="296263"/>
                  </a:lnTo>
                  <a:lnTo>
                    <a:pt x="613385" y="290951"/>
                  </a:lnTo>
                  <a:lnTo>
                    <a:pt x="656791" y="289624"/>
                  </a:lnTo>
                  <a:lnTo>
                    <a:pt x="704765" y="289240"/>
                  </a:lnTo>
                  <a:lnTo>
                    <a:pt x="760735" y="289896"/>
                  </a:lnTo>
                  <a:lnTo>
                    <a:pt x="831554" y="291874"/>
                  </a:lnTo>
                  <a:lnTo>
                    <a:pt x="952632" y="296544"/>
                  </a:lnTo>
                  <a:lnTo>
                    <a:pt x="1091986" y="301576"/>
                  </a:lnTo>
                  <a:lnTo>
                    <a:pt x="1194788" y="304177"/>
                  </a:lnTo>
                  <a:lnTo>
                    <a:pt x="1298732" y="305717"/>
                  </a:lnTo>
                  <a:lnTo>
                    <a:pt x="1417526" y="306371"/>
                  </a:lnTo>
                  <a:lnTo>
                    <a:pt x="1580867" y="306101"/>
                  </a:lnTo>
                  <a:lnTo>
                    <a:pt x="1712225" y="305520"/>
                  </a:lnTo>
                </a:path>
              </a:pathLst>
            </a:custGeom>
            <a:ln w="72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437175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522787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52278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52278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494754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749013" y="2423282"/>
            <a:ext cx="4445" cy="428625"/>
            <a:chOff x="749013" y="2423282"/>
            <a:chExt cx="4445" cy="428625"/>
          </a:xfrm>
        </p:grpSpPr>
        <p:sp>
          <p:nvSpPr>
            <p:cNvPr id="187" name="object 187"/>
            <p:cNvSpPr/>
            <p:nvPr/>
          </p:nvSpPr>
          <p:spPr>
            <a:xfrm>
              <a:off x="75123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5123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5123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0" name="object 190"/>
          <p:cNvSpPr txBox="1"/>
          <p:nvPr/>
        </p:nvSpPr>
        <p:spPr>
          <a:xfrm>
            <a:off x="723203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977462" y="2423282"/>
            <a:ext cx="4445" cy="428625"/>
            <a:chOff x="977462" y="2423282"/>
            <a:chExt cx="4445" cy="428625"/>
          </a:xfrm>
        </p:grpSpPr>
        <p:sp>
          <p:nvSpPr>
            <p:cNvPr id="192" name="object 192"/>
            <p:cNvSpPr/>
            <p:nvPr/>
          </p:nvSpPr>
          <p:spPr>
            <a:xfrm>
              <a:off x="979685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97968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97968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/>
          <p:nvPr/>
        </p:nvSpPr>
        <p:spPr>
          <a:xfrm>
            <a:off x="951652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1205911" y="2423282"/>
            <a:ext cx="4445" cy="428625"/>
            <a:chOff x="1205911" y="2423282"/>
            <a:chExt cx="4445" cy="428625"/>
          </a:xfrm>
        </p:grpSpPr>
        <p:sp>
          <p:nvSpPr>
            <p:cNvPr id="197" name="object 197"/>
            <p:cNvSpPr/>
            <p:nvPr/>
          </p:nvSpPr>
          <p:spPr>
            <a:xfrm>
              <a:off x="120813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20813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20813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0" name="object 200"/>
          <p:cNvSpPr txBox="1"/>
          <p:nvPr/>
        </p:nvSpPr>
        <p:spPr>
          <a:xfrm>
            <a:off x="1180101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1434360" y="2423282"/>
            <a:ext cx="233045" cy="428625"/>
            <a:chOff x="1434360" y="2423282"/>
            <a:chExt cx="233045" cy="428625"/>
          </a:xfrm>
        </p:grpSpPr>
        <p:sp>
          <p:nvSpPr>
            <p:cNvPr id="202" name="object 202"/>
            <p:cNvSpPr/>
            <p:nvPr/>
          </p:nvSpPr>
          <p:spPr>
            <a:xfrm>
              <a:off x="1436583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43658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43658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665032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66503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66503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8" name="object 208"/>
          <p:cNvSpPr txBox="1"/>
          <p:nvPr/>
        </p:nvSpPr>
        <p:spPr>
          <a:xfrm>
            <a:off x="1621667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09" name="object 209"/>
          <p:cNvGrpSpPr/>
          <p:nvPr/>
        </p:nvGrpSpPr>
        <p:grpSpPr>
          <a:xfrm>
            <a:off x="1891258" y="2423282"/>
            <a:ext cx="4445" cy="428625"/>
            <a:chOff x="1891258" y="2423282"/>
            <a:chExt cx="4445" cy="428625"/>
          </a:xfrm>
        </p:grpSpPr>
        <p:sp>
          <p:nvSpPr>
            <p:cNvPr id="210" name="object 210"/>
            <p:cNvSpPr/>
            <p:nvPr/>
          </p:nvSpPr>
          <p:spPr>
            <a:xfrm>
              <a:off x="1893481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893481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893481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3" name="object 213"/>
          <p:cNvSpPr txBox="1"/>
          <p:nvPr/>
        </p:nvSpPr>
        <p:spPr>
          <a:xfrm>
            <a:off x="1850116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2119708" y="2423282"/>
            <a:ext cx="4445" cy="428625"/>
            <a:chOff x="2119708" y="2423282"/>
            <a:chExt cx="4445" cy="428625"/>
          </a:xfrm>
        </p:grpSpPr>
        <p:sp>
          <p:nvSpPr>
            <p:cNvPr id="215" name="object 215"/>
            <p:cNvSpPr/>
            <p:nvPr/>
          </p:nvSpPr>
          <p:spPr>
            <a:xfrm>
              <a:off x="2121930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12193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212193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8" name="object 218"/>
          <p:cNvSpPr txBox="1"/>
          <p:nvPr/>
        </p:nvSpPr>
        <p:spPr>
          <a:xfrm>
            <a:off x="2078565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1244483" y="2835779"/>
            <a:ext cx="268605" cy="15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3340" algn="r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20" name="object 220"/>
          <p:cNvGrpSpPr/>
          <p:nvPr/>
        </p:nvGrpSpPr>
        <p:grpSpPr>
          <a:xfrm>
            <a:off x="418076" y="2711227"/>
            <a:ext cx="1905000" cy="4445"/>
            <a:chOff x="418076" y="2711227"/>
            <a:chExt cx="1905000" cy="4445"/>
          </a:xfrm>
        </p:grpSpPr>
        <p:sp>
          <p:nvSpPr>
            <p:cNvPr id="221" name="object 221"/>
            <p:cNvSpPr/>
            <p:nvPr/>
          </p:nvSpPr>
          <p:spPr>
            <a:xfrm>
              <a:off x="437175" y="271344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420299" y="271344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420299" y="271344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" name="object 224"/>
          <p:cNvSpPr txBox="1"/>
          <p:nvPr/>
        </p:nvSpPr>
        <p:spPr>
          <a:xfrm>
            <a:off x="314042" y="2664859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25" name="object 225"/>
          <p:cNvGrpSpPr/>
          <p:nvPr/>
        </p:nvGrpSpPr>
        <p:grpSpPr>
          <a:xfrm>
            <a:off x="291450" y="2583116"/>
            <a:ext cx="2032000" cy="135890"/>
            <a:chOff x="291450" y="2583116"/>
            <a:chExt cx="2032000" cy="135890"/>
          </a:xfrm>
        </p:grpSpPr>
        <p:sp>
          <p:nvSpPr>
            <p:cNvPr id="226" name="object 226"/>
            <p:cNvSpPr/>
            <p:nvPr/>
          </p:nvSpPr>
          <p:spPr>
            <a:xfrm>
              <a:off x="291450" y="271464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437175" y="258533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420299" y="258533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420299" y="258533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0" name="object 230"/>
          <p:cNvSpPr txBox="1"/>
          <p:nvPr/>
        </p:nvSpPr>
        <p:spPr>
          <a:xfrm>
            <a:off x="314042" y="2536749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0.1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31" name="object 231"/>
          <p:cNvGrpSpPr/>
          <p:nvPr/>
        </p:nvGrpSpPr>
        <p:grpSpPr>
          <a:xfrm>
            <a:off x="291450" y="2455006"/>
            <a:ext cx="2032000" cy="135890"/>
            <a:chOff x="291450" y="2455006"/>
            <a:chExt cx="2032000" cy="135890"/>
          </a:xfrm>
        </p:grpSpPr>
        <p:sp>
          <p:nvSpPr>
            <p:cNvPr id="232" name="object 232"/>
            <p:cNvSpPr/>
            <p:nvPr/>
          </p:nvSpPr>
          <p:spPr>
            <a:xfrm>
              <a:off x="291450" y="258652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437175" y="245722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420299" y="24572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420299" y="24572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6" name="object 236"/>
          <p:cNvSpPr txBox="1"/>
          <p:nvPr/>
        </p:nvSpPr>
        <p:spPr>
          <a:xfrm>
            <a:off x="314023" y="2408638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207307" y="2516082"/>
            <a:ext cx="72390" cy="1847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0"/>
              </a:lnSpc>
            </a:pPr>
            <a:r>
              <a:rPr sz="400" spc="-10" dirty="0">
                <a:latin typeface="Arial"/>
                <a:cs typeface="Arial"/>
              </a:rPr>
              <a:t>(rad/s)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203959" y="853361"/>
            <a:ext cx="4321175" cy="2160270"/>
            <a:chOff x="203959" y="853361"/>
            <a:chExt cx="4321175" cy="2160270"/>
          </a:xfrm>
        </p:grpSpPr>
        <p:sp>
          <p:nvSpPr>
            <p:cNvPr id="239" name="object 239"/>
            <p:cNvSpPr/>
            <p:nvPr/>
          </p:nvSpPr>
          <p:spPr>
            <a:xfrm>
              <a:off x="203949" y="2704566"/>
              <a:ext cx="53340" cy="26670"/>
            </a:xfrm>
            <a:custGeom>
              <a:avLst/>
              <a:gdLst/>
              <a:ahLst/>
              <a:cxnLst/>
              <a:rect l="l" t="t" r="r" b="b"/>
              <a:pathLst>
                <a:path w="53339" h="26669">
                  <a:moveTo>
                    <a:pt x="5499" y="7124"/>
                  </a:moveTo>
                  <a:lnTo>
                    <a:pt x="0" y="7124"/>
                  </a:lnTo>
                  <a:lnTo>
                    <a:pt x="0" y="11468"/>
                  </a:lnTo>
                  <a:lnTo>
                    <a:pt x="5499" y="11468"/>
                  </a:lnTo>
                  <a:lnTo>
                    <a:pt x="5499" y="7124"/>
                  </a:lnTo>
                  <a:close/>
                </a:path>
                <a:path w="53339" h="26669">
                  <a:moveTo>
                    <a:pt x="53174" y="13169"/>
                  </a:moveTo>
                  <a:lnTo>
                    <a:pt x="51536" y="9842"/>
                  </a:lnTo>
                  <a:lnTo>
                    <a:pt x="49657" y="8255"/>
                  </a:lnTo>
                  <a:lnTo>
                    <a:pt x="49657" y="13893"/>
                  </a:lnTo>
                  <a:lnTo>
                    <a:pt x="49657" y="18567"/>
                  </a:lnTo>
                  <a:lnTo>
                    <a:pt x="48450" y="20154"/>
                  </a:lnTo>
                  <a:lnTo>
                    <a:pt x="44018" y="21704"/>
                  </a:lnTo>
                  <a:lnTo>
                    <a:pt x="40360" y="21653"/>
                  </a:lnTo>
                  <a:lnTo>
                    <a:pt x="35966" y="21031"/>
                  </a:lnTo>
                  <a:lnTo>
                    <a:pt x="35966" y="6083"/>
                  </a:lnTo>
                  <a:lnTo>
                    <a:pt x="49657" y="13893"/>
                  </a:lnTo>
                  <a:lnTo>
                    <a:pt x="49657" y="8255"/>
                  </a:lnTo>
                  <a:lnTo>
                    <a:pt x="44932" y="4241"/>
                  </a:lnTo>
                  <a:lnTo>
                    <a:pt x="40690" y="2463"/>
                  </a:lnTo>
                  <a:lnTo>
                    <a:pt x="40500" y="2374"/>
                  </a:lnTo>
                  <a:lnTo>
                    <a:pt x="40360" y="2311"/>
                  </a:lnTo>
                  <a:lnTo>
                    <a:pt x="35966" y="1447"/>
                  </a:lnTo>
                  <a:lnTo>
                    <a:pt x="31965" y="660"/>
                  </a:lnTo>
                  <a:lnTo>
                    <a:pt x="31965" y="5359"/>
                  </a:lnTo>
                  <a:lnTo>
                    <a:pt x="31965" y="20205"/>
                  </a:lnTo>
                  <a:lnTo>
                    <a:pt x="27914" y="19151"/>
                  </a:lnTo>
                  <a:lnTo>
                    <a:pt x="24879" y="17945"/>
                  </a:lnTo>
                  <a:lnTo>
                    <a:pt x="20485" y="14808"/>
                  </a:lnTo>
                  <a:lnTo>
                    <a:pt x="19240" y="12687"/>
                  </a:lnTo>
                  <a:lnTo>
                    <a:pt x="19240" y="8001"/>
                  </a:lnTo>
                  <a:lnTo>
                    <a:pt x="20485" y="6413"/>
                  </a:lnTo>
                  <a:lnTo>
                    <a:pt x="22948" y="5549"/>
                  </a:lnTo>
                  <a:lnTo>
                    <a:pt x="24536" y="5016"/>
                  </a:lnTo>
                  <a:lnTo>
                    <a:pt x="28587" y="5067"/>
                  </a:lnTo>
                  <a:lnTo>
                    <a:pt x="31965" y="5359"/>
                  </a:lnTo>
                  <a:lnTo>
                    <a:pt x="31965" y="660"/>
                  </a:lnTo>
                  <a:lnTo>
                    <a:pt x="28587" y="0"/>
                  </a:lnTo>
                  <a:lnTo>
                    <a:pt x="27533" y="50"/>
                  </a:lnTo>
                  <a:lnTo>
                    <a:pt x="24536" y="177"/>
                  </a:lnTo>
                  <a:lnTo>
                    <a:pt x="24003" y="190"/>
                  </a:lnTo>
                  <a:lnTo>
                    <a:pt x="20675" y="1689"/>
                  </a:lnTo>
                  <a:lnTo>
                    <a:pt x="19240" y="2362"/>
                  </a:lnTo>
                  <a:lnTo>
                    <a:pt x="17348" y="3238"/>
                  </a:lnTo>
                  <a:lnTo>
                    <a:pt x="15671" y="5842"/>
                  </a:lnTo>
                  <a:lnTo>
                    <a:pt x="15671" y="13411"/>
                  </a:lnTo>
                  <a:lnTo>
                    <a:pt x="17348" y="16687"/>
                  </a:lnTo>
                  <a:lnTo>
                    <a:pt x="24003" y="22275"/>
                  </a:lnTo>
                  <a:lnTo>
                    <a:pt x="28587" y="24206"/>
                  </a:lnTo>
                  <a:lnTo>
                    <a:pt x="40360" y="26517"/>
                  </a:lnTo>
                  <a:lnTo>
                    <a:pt x="43827" y="26377"/>
                  </a:lnTo>
                  <a:lnTo>
                    <a:pt x="44932" y="26327"/>
                  </a:lnTo>
                  <a:lnTo>
                    <a:pt x="51536" y="23342"/>
                  </a:lnTo>
                  <a:lnTo>
                    <a:pt x="53174" y="20688"/>
                  </a:lnTo>
                  <a:lnTo>
                    <a:pt x="53174" y="131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522787" y="2444107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13120"/>
                  </a:moveTo>
                  <a:lnTo>
                    <a:pt x="1142" y="223845"/>
                  </a:lnTo>
                  <a:lnTo>
                    <a:pt x="2284" y="316659"/>
                  </a:lnTo>
                  <a:lnTo>
                    <a:pt x="3426" y="354958"/>
                  </a:lnTo>
                  <a:lnTo>
                    <a:pt x="5711" y="369709"/>
                  </a:lnTo>
                  <a:lnTo>
                    <a:pt x="6853" y="366063"/>
                  </a:lnTo>
                  <a:lnTo>
                    <a:pt x="10280" y="345794"/>
                  </a:lnTo>
                  <a:lnTo>
                    <a:pt x="19418" y="289683"/>
                  </a:lnTo>
                  <a:lnTo>
                    <a:pt x="27413" y="247775"/>
                  </a:lnTo>
                  <a:lnTo>
                    <a:pt x="43405" y="181016"/>
                  </a:lnTo>
                  <a:lnTo>
                    <a:pt x="59396" y="131893"/>
                  </a:lnTo>
                  <a:lnTo>
                    <a:pt x="75388" y="95733"/>
                  </a:lnTo>
                  <a:lnTo>
                    <a:pt x="99375" y="58576"/>
                  </a:lnTo>
                  <a:lnTo>
                    <a:pt x="137069" y="25920"/>
                  </a:lnTo>
                  <a:lnTo>
                    <a:pt x="185043" y="7810"/>
                  </a:lnTo>
                  <a:lnTo>
                    <a:pt x="241013" y="899"/>
                  </a:lnTo>
                  <a:lnTo>
                    <a:pt x="301552" y="0"/>
                  </a:lnTo>
                  <a:lnTo>
                    <a:pt x="349527" y="1140"/>
                  </a:lnTo>
                  <a:lnTo>
                    <a:pt x="434053" y="4420"/>
                  </a:lnTo>
                  <a:lnTo>
                    <a:pt x="584829" y="10195"/>
                  </a:lnTo>
                  <a:lnTo>
                    <a:pt x="683062" y="12794"/>
                  </a:lnTo>
                  <a:lnTo>
                    <a:pt x="783580" y="14356"/>
                  </a:lnTo>
                  <a:lnTo>
                    <a:pt x="897804" y="15021"/>
                  </a:lnTo>
                  <a:lnTo>
                    <a:pt x="1053150" y="14759"/>
                  </a:lnTo>
                  <a:lnTo>
                    <a:pt x="1633410" y="12906"/>
                  </a:lnTo>
                  <a:lnTo>
                    <a:pt x="1712225" y="12902"/>
                  </a:lnTo>
                </a:path>
              </a:pathLst>
            </a:custGeom>
            <a:ln w="72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437175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2355367" y="853361"/>
              <a:ext cx="2169795" cy="2160270"/>
            </a:xfrm>
            <a:custGeom>
              <a:avLst/>
              <a:gdLst/>
              <a:ahLst/>
              <a:cxnLst/>
              <a:rect l="l" t="t" r="r" b="b"/>
              <a:pathLst>
                <a:path w="2169795" h="2160270">
                  <a:moveTo>
                    <a:pt x="2169645" y="0"/>
                  </a:moveTo>
                  <a:lnTo>
                    <a:pt x="0" y="0"/>
                  </a:lnTo>
                  <a:lnTo>
                    <a:pt x="0" y="2159980"/>
                  </a:lnTo>
                  <a:lnTo>
                    <a:pt x="2169645" y="2159980"/>
                  </a:lnTo>
                  <a:lnTo>
                    <a:pt x="21696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692457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269245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269245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6" name="object 246"/>
          <p:cNvSpPr txBox="1"/>
          <p:nvPr/>
        </p:nvSpPr>
        <p:spPr>
          <a:xfrm>
            <a:off x="2664425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47" name="object 247"/>
          <p:cNvGrpSpPr/>
          <p:nvPr/>
        </p:nvGrpSpPr>
        <p:grpSpPr>
          <a:xfrm>
            <a:off x="2918684" y="958788"/>
            <a:ext cx="4445" cy="428625"/>
            <a:chOff x="2918684" y="958788"/>
            <a:chExt cx="4445" cy="428625"/>
          </a:xfrm>
        </p:grpSpPr>
        <p:sp>
          <p:nvSpPr>
            <p:cNvPr id="248" name="object 248"/>
            <p:cNvSpPr/>
            <p:nvPr/>
          </p:nvSpPr>
          <p:spPr>
            <a:xfrm>
              <a:off x="292090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92090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292090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1" name="object 251"/>
          <p:cNvSpPr txBox="1"/>
          <p:nvPr/>
        </p:nvSpPr>
        <p:spPr>
          <a:xfrm>
            <a:off x="2892874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2" name="object 252"/>
          <p:cNvGrpSpPr/>
          <p:nvPr/>
        </p:nvGrpSpPr>
        <p:grpSpPr>
          <a:xfrm>
            <a:off x="3147133" y="958788"/>
            <a:ext cx="4445" cy="428625"/>
            <a:chOff x="3147133" y="958788"/>
            <a:chExt cx="4445" cy="428625"/>
          </a:xfrm>
        </p:grpSpPr>
        <p:sp>
          <p:nvSpPr>
            <p:cNvPr id="253" name="object 253"/>
            <p:cNvSpPr/>
            <p:nvPr/>
          </p:nvSpPr>
          <p:spPr>
            <a:xfrm>
              <a:off x="3149355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14935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14935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6" name="object 256"/>
          <p:cNvSpPr txBox="1"/>
          <p:nvPr/>
        </p:nvSpPr>
        <p:spPr>
          <a:xfrm>
            <a:off x="3121323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7" name="object 257"/>
          <p:cNvGrpSpPr/>
          <p:nvPr/>
        </p:nvGrpSpPr>
        <p:grpSpPr>
          <a:xfrm>
            <a:off x="3375582" y="958788"/>
            <a:ext cx="4445" cy="428625"/>
            <a:chOff x="3375582" y="958788"/>
            <a:chExt cx="4445" cy="428625"/>
          </a:xfrm>
        </p:grpSpPr>
        <p:sp>
          <p:nvSpPr>
            <p:cNvPr id="258" name="object 258"/>
            <p:cNvSpPr/>
            <p:nvPr/>
          </p:nvSpPr>
          <p:spPr>
            <a:xfrm>
              <a:off x="337780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37780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37780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1" name="object 261"/>
          <p:cNvSpPr txBox="1"/>
          <p:nvPr/>
        </p:nvSpPr>
        <p:spPr>
          <a:xfrm>
            <a:off x="3349772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2" name="object 262"/>
          <p:cNvGrpSpPr/>
          <p:nvPr/>
        </p:nvGrpSpPr>
        <p:grpSpPr>
          <a:xfrm>
            <a:off x="3604031" y="958788"/>
            <a:ext cx="4445" cy="428625"/>
            <a:chOff x="3604031" y="958788"/>
            <a:chExt cx="4445" cy="428625"/>
          </a:xfrm>
        </p:grpSpPr>
        <p:sp>
          <p:nvSpPr>
            <p:cNvPr id="263" name="object 263"/>
            <p:cNvSpPr/>
            <p:nvPr/>
          </p:nvSpPr>
          <p:spPr>
            <a:xfrm>
              <a:off x="360625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60625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360625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6" name="object 266"/>
          <p:cNvSpPr txBox="1"/>
          <p:nvPr/>
        </p:nvSpPr>
        <p:spPr>
          <a:xfrm>
            <a:off x="3578221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7" name="object 267"/>
          <p:cNvGrpSpPr/>
          <p:nvPr/>
        </p:nvGrpSpPr>
        <p:grpSpPr>
          <a:xfrm>
            <a:off x="3832480" y="958788"/>
            <a:ext cx="4445" cy="428625"/>
            <a:chOff x="3832480" y="958788"/>
            <a:chExt cx="4445" cy="428625"/>
          </a:xfrm>
        </p:grpSpPr>
        <p:sp>
          <p:nvSpPr>
            <p:cNvPr id="268" name="object 268"/>
            <p:cNvSpPr/>
            <p:nvPr/>
          </p:nvSpPr>
          <p:spPr>
            <a:xfrm>
              <a:off x="3834702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383470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383470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1" name="object 271"/>
          <p:cNvSpPr txBox="1"/>
          <p:nvPr/>
        </p:nvSpPr>
        <p:spPr>
          <a:xfrm>
            <a:off x="3791338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72" name="object 272"/>
          <p:cNvGrpSpPr/>
          <p:nvPr/>
        </p:nvGrpSpPr>
        <p:grpSpPr>
          <a:xfrm>
            <a:off x="4060929" y="958788"/>
            <a:ext cx="4445" cy="428625"/>
            <a:chOff x="4060929" y="958788"/>
            <a:chExt cx="4445" cy="428625"/>
          </a:xfrm>
        </p:grpSpPr>
        <p:sp>
          <p:nvSpPr>
            <p:cNvPr id="273" name="object 273"/>
            <p:cNvSpPr/>
            <p:nvPr/>
          </p:nvSpPr>
          <p:spPr>
            <a:xfrm>
              <a:off x="4063152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06315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06315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6" name="object 276"/>
          <p:cNvSpPr txBox="1"/>
          <p:nvPr/>
        </p:nvSpPr>
        <p:spPr>
          <a:xfrm>
            <a:off x="4019787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4289378" y="958788"/>
            <a:ext cx="4445" cy="428625"/>
            <a:chOff x="4289378" y="958788"/>
            <a:chExt cx="4445" cy="428625"/>
          </a:xfrm>
        </p:grpSpPr>
        <p:sp>
          <p:nvSpPr>
            <p:cNvPr id="278" name="object 278"/>
            <p:cNvSpPr/>
            <p:nvPr/>
          </p:nvSpPr>
          <p:spPr>
            <a:xfrm>
              <a:off x="4291600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29160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29160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1" name="object 281"/>
          <p:cNvSpPr txBox="1"/>
          <p:nvPr/>
        </p:nvSpPr>
        <p:spPr>
          <a:xfrm>
            <a:off x="4248236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82" name="object 282"/>
          <p:cNvSpPr txBox="1"/>
          <p:nvPr/>
        </p:nvSpPr>
        <p:spPr>
          <a:xfrm>
            <a:off x="3426854" y="1467463"/>
            <a:ext cx="243204" cy="46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"/>
              </a:lnSpc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83" name="object 283"/>
          <p:cNvGrpSpPr/>
          <p:nvPr/>
        </p:nvGrpSpPr>
        <p:grpSpPr>
          <a:xfrm>
            <a:off x="2587747" y="1350497"/>
            <a:ext cx="1905000" cy="4445"/>
            <a:chOff x="2587747" y="1350497"/>
            <a:chExt cx="1905000" cy="4445"/>
          </a:xfrm>
        </p:grpSpPr>
        <p:sp>
          <p:nvSpPr>
            <p:cNvPr id="284" name="object 284"/>
            <p:cNvSpPr/>
            <p:nvPr/>
          </p:nvSpPr>
          <p:spPr>
            <a:xfrm>
              <a:off x="2606846" y="135271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2589969" y="135271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2589969" y="135271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7" name="object 287"/>
          <p:cNvSpPr txBox="1"/>
          <p:nvPr/>
        </p:nvSpPr>
        <p:spPr>
          <a:xfrm>
            <a:off x="2483712" y="1304129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88" name="object 288"/>
          <p:cNvGrpSpPr/>
          <p:nvPr/>
        </p:nvGrpSpPr>
        <p:grpSpPr>
          <a:xfrm>
            <a:off x="2461121" y="1226091"/>
            <a:ext cx="2032000" cy="132080"/>
            <a:chOff x="2461121" y="1226091"/>
            <a:chExt cx="2032000" cy="132080"/>
          </a:xfrm>
        </p:grpSpPr>
        <p:sp>
          <p:nvSpPr>
            <p:cNvPr id="289" name="object 289"/>
            <p:cNvSpPr/>
            <p:nvPr/>
          </p:nvSpPr>
          <p:spPr>
            <a:xfrm>
              <a:off x="2461121" y="135391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2606846" y="1228314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2589969" y="122831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2589969" y="122831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3" name="object 293"/>
          <p:cNvSpPr txBox="1"/>
          <p:nvPr/>
        </p:nvSpPr>
        <p:spPr>
          <a:xfrm>
            <a:off x="2483712" y="1179723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94" name="object 294"/>
          <p:cNvGrpSpPr/>
          <p:nvPr/>
        </p:nvGrpSpPr>
        <p:grpSpPr>
          <a:xfrm>
            <a:off x="2461121" y="1101685"/>
            <a:ext cx="2032000" cy="132080"/>
            <a:chOff x="2461121" y="1101685"/>
            <a:chExt cx="2032000" cy="132080"/>
          </a:xfrm>
        </p:grpSpPr>
        <p:sp>
          <p:nvSpPr>
            <p:cNvPr id="295" name="object 295"/>
            <p:cNvSpPr/>
            <p:nvPr/>
          </p:nvSpPr>
          <p:spPr>
            <a:xfrm>
              <a:off x="2461121" y="1229504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2606846" y="110390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2589969" y="11039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2589969" y="11039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9" name="object 299"/>
          <p:cNvSpPr txBox="1"/>
          <p:nvPr/>
        </p:nvSpPr>
        <p:spPr>
          <a:xfrm>
            <a:off x="2483712" y="1055318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00" name="object 300"/>
          <p:cNvGrpSpPr/>
          <p:nvPr/>
        </p:nvGrpSpPr>
        <p:grpSpPr>
          <a:xfrm>
            <a:off x="2461121" y="977279"/>
            <a:ext cx="2032000" cy="132080"/>
            <a:chOff x="2461121" y="977279"/>
            <a:chExt cx="2032000" cy="132080"/>
          </a:xfrm>
        </p:grpSpPr>
        <p:sp>
          <p:nvSpPr>
            <p:cNvPr id="301" name="object 301"/>
            <p:cNvSpPr/>
            <p:nvPr/>
          </p:nvSpPr>
          <p:spPr>
            <a:xfrm>
              <a:off x="2461121" y="1105098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2606846" y="97950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2589969" y="97950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2589969" y="97950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5" name="object 305"/>
          <p:cNvSpPr txBox="1"/>
          <p:nvPr/>
        </p:nvSpPr>
        <p:spPr>
          <a:xfrm>
            <a:off x="2483693" y="930912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306" name="object 306"/>
          <p:cNvSpPr txBox="1"/>
          <p:nvPr/>
        </p:nvSpPr>
        <p:spPr>
          <a:xfrm>
            <a:off x="2385064" y="1128230"/>
            <a:ext cx="6667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307" name="object 307"/>
          <p:cNvGrpSpPr/>
          <p:nvPr/>
        </p:nvGrpSpPr>
        <p:grpSpPr>
          <a:xfrm>
            <a:off x="2604623" y="958788"/>
            <a:ext cx="1888489" cy="411480"/>
            <a:chOff x="2604623" y="958788"/>
            <a:chExt cx="1888489" cy="411480"/>
          </a:xfrm>
        </p:grpSpPr>
        <p:sp>
          <p:nvSpPr>
            <p:cNvPr id="308" name="object 308"/>
            <p:cNvSpPr/>
            <p:nvPr/>
          </p:nvSpPr>
          <p:spPr>
            <a:xfrm>
              <a:off x="2692457" y="979502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1449"/>
                  </a:lnTo>
                  <a:lnTo>
                    <a:pt x="4568" y="11915"/>
                  </a:lnTo>
                  <a:lnTo>
                    <a:pt x="18275" y="60905"/>
                  </a:lnTo>
                  <a:lnTo>
                    <a:pt x="47974" y="167314"/>
                  </a:lnTo>
                  <a:lnTo>
                    <a:pt x="61681" y="211910"/>
                  </a:lnTo>
                  <a:lnTo>
                    <a:pt x="83383" y="272503"/>
                  </a:lnTo>
                  <a:lnTo>
                    <a:pt x="101659" y="312372"/>
                  </a:lnTo>
                  <a:lnTo>
                    <a:pt x="125646" y="348371"/>
                  </a:lnTo>
                  <a:lnTo>
                    <a:pt x="159914" y="369421"/>
                  </a:lnTo>
                  <a:lnTo>
                    <a:pt x="166767" y="369805"/>
                  </a:lnTo>
                  <a:lnTo>
                    <a:pt x="173621" y="369059"/>
                  </a:lnTo>
                  <a:lnTo>
                    <a:pt x="214742" y="344800"/>
                  </a:lnTo>
                  <a:lnTo>
                    <a:pt x="252436" y="301942"/>
                  </a:lnTo>
                  <a:lnTo>
                    <a:pt x="303837" y="230569"/>
                  </a:lnTo>
                  <a:lnTo>
                    <a:pt x="334677" y="187750"/>
                  </a:lnTo>
                  <a:lnTo>
                    <a:pt x="373514" y="138749"/>
                  </a:lnTo>
                  <a:lnTo>
                    <a:pt x="406639" y="103185"/>
                  </a:lnTo>
                  <a:lnTo>
                    <a:pt x="438622" y="74912"/>
                  </a:lnTo>
                  <a:lnTo>
                    <a:pt x="470605" y="52478"/>
                  </a:lnTo>
                  <a:lnTo>
                    <a:pt x="518579" y="28547"/>
                  </a:lnTo>
                  <a:lnTo>
                    <a:pt x="573407" y="12446"/>
                  </a:lnTo>
                  <a:lnTo>
                    <a:pt x="616812" y="5636"/>
                  </a:lnTo>
                  <a:lnTo>
                    <a:pt x="673924" y="1545"/>
                  </a:lnTo>
                  <a:lnTo>
                    <a:pt x="712761" y="570"/>
                  </a:lnTo>
                  <a:lnTo>
                    <a:pt x="768731" y="345"/>
                  </a:lnTo>
                  <a:lnTo>
                    <a:pt x="1073710" y="560"/>
                  </a:lnTo>
                  <a:lnTo>
                    <a:pt x="1402677" y="14"/>
                  </a:lnTo>
                  <a:lnTo>
                    <a:pt x="1712225" y="2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2606846" y="961011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4">
                  <a:moveTo>
                    <a:pt x="0" y="406803"/>
                  </a:moveTo>
                  <a:lnTo>
                    <a:pt x="0" y="0"/>
                  </a:lnTo>
                </a:path>
                <a:path w="1884045" h="407034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4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4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0" name="object 310"/>
          <p:cNvSpPr txBox="1"/>
          <p:nvPr/>
        </p:nvSpPr>
        <p:spPr>
          <a:xfrm>
            <a:off x="2881518" y="854341"/>
            <a:ext cx="1334135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dirty="0">
                <a:latin typeface="Arial"/>
                <a:cs typeface="Arial"/>
              </a:rPr>
              <a:t>Derived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states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of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linearized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system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under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spc="-25" dirty="0">
                <a:latin typeface="Arial"/>
                <a:cs typeface="Arial"/>
              </a:rPr>
              <a:t>LQ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11" name="object 311"/>
          <p:cNvGrpSpPr/>
          <p:nvPr/>
        </p:nvGrpSpPr>
        <p:grpSpPr>
          <a:xfrm>
            <a:off x="2606846" y="1446953"/>
            <a:ext cx="1884045" cy="428625"/>
            <a:chOff x="2606846" y="1446953"/>
            <a:chExt cx="1884045" cy="428625"/>
          </a:xfrm>
        </p:grpSpPr>
        <p:sp>
          <p:nvSpPr>
            <p:cNvPr id="312" name="object 312"/>
            <p:cNvSpPr/>
            <p:nvPr/>
          </p:nvSpPr>
          <p:spPr>
            <a:xfrm>
              <a:off x="2606846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2692457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269245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269245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6" name="object 316"/>
          <p:cNvSpPr txBox="1"/>
          <p:nvPr/>
        </p:nvSpPr>
        <p:spPr>
          <a:xfrm>
            <a:off x="2664425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17" name="object 317"/>
          <p:cNvGrpSpPr/>
          <p:nvPr/>
        </p:nvGrpSpPr>
        <p:grpSpPr>
          <a:xfrm>
            <a:off x="2918684" y="1446953"/>
            <a:ext cx="4445" cy="428625"/>
            <a:chOff x="2918684" y="1446953"/>
            <a:chExt cx="4445" cy="428625"/>
          </a:xfrm>
        </p:grpSpPr>
        <p:sp>
          <p:nvSpPr>
            <p:cNvPr id="318" name="object 318"/>
            <p:cNvSpPr/>
            <p:nvPr/>
          </p:nvSpPr>
          <p:spPr>
            <a:xfrm>
              <a:off x="292090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292090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292090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1" name="object 321"/>
          <p:cNvSpPr txBox="1"/>
          <p:nvPr/>
        </p:nvSpPr>
        <p:spPr>
          <a:xfrm>
            <a:off x="2892874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22" name="object 322"/>
          <p:cNvGrpSpPr/>
          <p:nvPr/>
        </p:nvGrpSpPr>
        <p:grpSpPr>
          <a:xfrm>
            <a:off x="3147133" y="1446953"/>
            <a:ext cx="4445" cy="428625"/>
            <a:chOff x="3147133" y="1446953"/>
            <a:chExt cx="4445" cy="428625"/>
          </a:xfrm>
        </p:grpSpPr>
        <p:sp>
          <p:nvSpPr>
            <p:cNvPr id="323" name="object 323"/>
            <p:cNvSpPr/>
            <p:nvPr/>
          </p:nvSpPr>
          <p:spPr>
            <a:xfrm>
              <a:off x="3149355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314935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314935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6" name="object 326"/>
          <p:cNvSpPr txBox="1"/>
          <p:nvPr/>
        </p:nvSpPr>
        <p:spPr>
          <a:xfrm>
            <a:off x="3121323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27" name="object 327"/>
          <p:cNvGrpSpPr/>
          <p:nvPr/>
        </p:nvGrpSpPr>
        <p:grpSpPr>
          <a:xfrm>
            <a:off x="3375582" y="1446953"/>
            <a:ext cx="4445" cy="428625"/>
            <a:chOff x="3375582" y="1446953"/>
            <a:chExt cx="4445" cy="428625"/>
          </a:xfrm>
        </p:grpSpPr>
        <p:sp>
          <p:nvSpPr>
            <p:cNvPr id="328" name="object 328"/>
            <p:cNvSpPr/>
            <p:nvPr/>
          </p:nvSpPr>
          <p:spPr>
            <a:xfrm>
              <a:off x="337780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337780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337780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1" name="object 331"/>
          <p:cNvSpPr txBox="1"/>
          <p:nvPr/>
        </p:nvSpPr>
        <p:spPr>
          <a:xfrm>
            <a:off x="3349772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2" name="object 332"/>
          <p:cNvGrpSpPr/>
          <p:nvPr/>
        </p:nvGrpSpPr>
        <p:grpSpPr>
          <a:xfrm>
            <a:off x="3604031" y="1446953"/>
            <a:ext cx="4445" cy="428625"/>
            <a:chOff x="3604031" y="1446953"/>
            <a:chExt cx="4445" cy="428625"/>
          </a:xfrm>
        </p:grpSpPr>
        <p:sp>
          <p:nvSpPr>
            <p:cNvPr id="333" name="object 333"/>
            <p:cNvSpPr/>
            <p:nvPr/>
          </p:nvSpPr>
          <p:spPr>
            <a:xfrm>
              <a:off x="360625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360625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360625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6" name="object 336"/>
          <p:cNvSpPr txBox="1"/>
          <p:nvPr/>
        </p:nvSpPr>
        <p:spPr>
          <a:xfrm>
            <a:off x="3578221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7" name="object 337"/>
          <p:cNvGrpSpPr/>
          <p:nvPr/>
        </p:nvGrpSpPr>
        <p:grpSpPr>
          <a:xfrm>
            <a:off x="3832480" y="1446953"/>
            <a:ext cx="4445" cy="428625"/>
            <a:chOff x="3832480" y="1446953"/>
            <a:chExt cx="4445" cy="428625"/>
          </a:xfrm>
        </p:grpSpPr>
        <p:sp>
          <p:nvSpPr>
            <p:cNvPr id="338" name="object 338"/>
            <p:cNvSpPr/>
            <p:nvPr/>
          </p:nvSpPr>
          <p:spPr>
            <a:xfrm>
              <a:off x="3834702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383470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383470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1" name="object 341"/>
          <p:cNvSpPr txBox="1"/>
          <p:nvPr/>
        </p:nvSpPr>
        <p:spPr>
          <a:xfrm>
            <a:off x="3791338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42" name="object 342"/>
          <p:cNvGrpSpPr/>
          <p:nvPr/>
        </p:nvGrpSpPr>
        <p:grpSpPr>
          <a:xfrm>
            <a:off x="4060929" y="1446953"/>
            <a:ext cx="4445" cy="428625"/>
            <a:chOff x="4060929" y="1446953"/>
            <a:chExt cx="4445" cy="428625"/>
          </a:xfrm>
        </p:grpSpPr>
        <p:sp>
          <p:nvSpPr>
            <p:cNvPr id="343" name="object 343"/>
            <p:cNvSpPr/>
            <p:nvPr/>
          </p:nvSpPr>
          <p:spPr>
            <a:xfrm>
              <a:off x="4063152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406315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406315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6" name="object 346"/>
          <p:cNvSpPr txBox="1"/>
          <p:nvPr/>
        </p:nvSpPr>
        <p:spPr>
          <a:xfrm>
            <a:off x="4019787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47" name="object 347"/>
          <p:cNvGrpSpPr/>
          <p:nvPr/>
        </p:nvGrpSpPr>
        <p:grpSpPr>
          <a:xfrm>
            <a:off x="4289378" y="1446953"/>
            <a:ext cx="4445" cy="428625"/>
            <a:chOff x="4289378" y="1446953"/>
            <a:chExt cx="4445" cy="428625"/>
          </a:xfrm>
        </p:grpSpPr>
        <p:sp>
          <p:nvSpPr>
            <p:cNvPr id="348" name="object 348"/>
            <p:cNvSpPr/>
            <p:nvPr/>
          </p:nvSpPr>
          <p:spPr>
            <a:xfrm>
              <a:off x="4291600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429160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429160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1" name="object 351"/>
          <p:cNvSpPr txBox="1"/>
          <p:nvPr/>
        </p:nvSpPr>
        <p:spPr>
          <a:xfrm>
            <a:off x="4248236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352" name="object 352"/>
          <p:cNvSpPr txBox="1"/>
          <p:nvPr/>
        </p:nvSpPr>
        <p:spPr>
          <a:xfrm>
            <a:off x="3426854" y="1955627"/>
            <a:ext cx="243204" cy="46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"/>
              </a:lnSpc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53" name="object 353"/>
          <p:cNvGrpSpPr/>
          <p:nvPr/>
        </p:nvGrpSpPr>
        <p:grpSpPr>
          <a:xfrm>
            <a:off x="2587747" y="1767096"/>
            <a:ext cx="1905000" cy="4445"/>
            <a:chOff x="2587747" y="1767096"/>
            <a:chExt cx="1905000" cy="4445"/>
          </a:xfrm>
        </p:grpSpPr>
        <p:sp>
          <p:nvSpPr>
            <p:cNvPr id="354" name="object 354"/>
            <p:cNvSpPr/>
            <p:nvPr/>
          </p:nvSpPr>
          <p:spPr>
            <a:xfrm>
              <a:off x="2606846" y="176931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2589969" y="176931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2589969" y="176931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7" name="object 357"/>
          <p:cNvSpPr txBox="1"/>
          <p:nvPr/>
        </p:nvSpPr>
        <p:spPr>
          <a:xfrm>
            <a:off x="2483712" y="1720728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58" name="object 358"/>
          <p:cNvGrpSpPr/>
          <p:nvPr/>
        </p:nvGrpSpPr>
        <p:grpSpPr>
          <a:xfrm>
            <a:off x="2461121" y="1568938"/>
            <a:ext cx="2032000" cy="205740"/>
            <a:chOff x="2461121" y="1568938"/>
            <a:chExt cx="2032000" cy="205740"/>
          </a:xfrm>
        </p:grpSpPr>
        <p:sp>
          <p:nvSpPr>
            <p:cNvPr id="359" name="object 359"/>
            <p:cNvSpPr/>
            <p:nvPr/>
          </p:nvSpPr>
          <p:spPr>
            <a:xfrm>
              <a:off x="2461121" y="177050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2606846" y="157116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2589969" y="157116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2589969" y="157116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3" name="object 363"/>
          <p:cNvSpPr txBox="1"/>
          <p:nvPr/>
        </p:nvSpPr>
        <p:spPr>
          <a:xfrm>
            <a:off x="2483693" y="1522570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364" name="object 364"/>
          <p:cNvSpPr txBox="1"/>
          <p:nvPr/>
        </p:nvSpPr>
        <p:spPr>
          <a:xfrm>
            <a:off x="2385064" y="1616394"/>
            <a:ext cx="6667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365" name="object 365"/>
          <p:cNvGrpSpPr/>
          <p:nvPr/>
        </p:nvGrpSpPr>
        <p:grpSpPr>
          <a:xfrm>
            <a:off x="2604623" y="1446953"/>
            <a:ext cx="1888489" cy="916305"/>
            <a:chOff x="2604623" y="1446953"/>
            <a:chExt cx="1888489" cy="916305"/>
          </a:xfrm>
        </p:grpSpPr>
        <p:sp>
          <p:nvSpPr>
            <p:cNvPr id="366" name="object 366"/>
            <p:cNvSpPr/>
            <p:nvPr/>
          </p:nvSpPr>
          <p:spPr>
            <a:xfrm>
              <a:off x="2692457" y="1467699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103462"/>
                  </a:moveTo>
                  <a:lnTo>
                    <a:pt x="1142" y="261999"/>
                  </a:lnTo>
                  <a:lnTo>
                    <a:pt x="2284" y="320452"/>
                  </a:lnTo>
                  <a:lnTo>
                    <a:pt x="6853" y="358867"/>
                  </a:lnTo>
                  <a:lnTo>
                    <a:pt x="21702" y="369728"/>
                  </a:lnTo>
                  <a:lnTo>
                    <a:pt x="25129" y="369630"/>
                  </a:lnTo>
                  <a:lnTo>
                    <a:pt x="59396" y="332674"/>
                  </a:lnTo>
                  <a:lnTo>
                    <a:pt x="79957" y="290974"/>
                  </a:lnTo>
                  <a:lnTo>
                    <a:pt x="97090" y="251596"/>
                  </a:lnTo>
                  <a:lnTo>
                    <a:pt x="132500" y="169627"/>
                  </a:lnTo>
                  <a:lnTo>
                    <a:pt x="147349" y="138172"/>
                  </a:lnTo>
                  <a:lnTo>
                    <a:pt x="173621" y="89793"/>
                  </a:lnTo>
                  <a:lnTo>
                    <a:pt x="195323" y="57903"/>
                  </a:lnTo>
                  <a:lnTo>
                    <a:pt x="226164" y="25512"/>
                  </a:lnTo>
                  <a:lnTo>
                    <a:pt x="266143" y="3960"/>
                  </a:lnTo>
                  <a:lnTo>
                    <a:pt x="298126" y="0"/>
                  </a:lnTo>
                  <a:lnTo>
                    <a:pt x="309548" y="779"/>
                  </a:lnTo>
                  <a:lnTo>
                    <a:pt x="351811" y="10661"/>
                  </a:lnTo>
                  <a:lnTo>
                    <a:pt x="397501" y="28398"/>
                  </a:lnTo>
                  <a:lnTo>
                    <a:pt x="468320" y="57836"/>
                  </a:lnTo>
                  <a:lnTo>
                    <a:pt x="494592" y="67328"/>
                  </a:lnTo>
                  <a:lnTo>
                    <a:pt x="543708" y="81758"/>
                  </a:lnTo>
                  <a:lnTo>
                    <a:pt x="593967" y="91981"/>
                  </a:lnTo>
                  <a:lnTo>
                    <a:pt x="651079" y="98910"/>
                  </a:lnTo>
                  <a:lnTo>
                    <a:pt x="723041" y="102798"/>
                  </a:lnTo>
                  <a:lnTo>
                    <a:pt x="772157" y="103666"/>
                  </a:lnTo>
                  <a:lnTo>
                    <a:pt x="846403" y="103786"/>
                  </a:lnTo>
                  <a:lnTo>
                    <a:pt x="1192504" y="103307"/>
                  </a:lnTo>
                  <a:lnTo>
                    <a:pt x="1712225" y="103461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2606846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2606846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2692457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269245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269245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2" name="object 372"/>
          <p:cNvSpPr txBox="1"/>
          <p:nvPr/>
        </p:nvSpPr>
        <p:spPr>
          <a:xfrm>
            <a:off x="2664425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3" name="object 373"/>
          <p:cNvGrpSpPr/>
          <p:nvPr/>
        </p:nvGrpSpPr>
        <p:grpSpPr>
          <a:xfrm>
            <a:off x="2918684" y="1935117"/>
            <a:ext cx="4445" cy="428625"/>
            <a:chOff x="2918684" y="1935117"/>
            <a:chExt cx="4445" cy="428625"/>
          </a:xfrm>
        </p:grpSpPr>
        <p:sp>
          <p:nvSpPr>
            <p:cNvPr id="374" name="object 374"/>
            <p:cNvSpPr/>
            <p:nvPr/>
          </p:nvSpPr>
          <p:spPr>
            <a:xfrm>
              <a:off x="292090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292090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292090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7" name="object 377"/>
          <p:cNvSpPr txBox="1"/>
          <p:nvPr/>
        </p:nvSpPr>
        <p:spPr>
          <a:xfrm>
            <a:off x="2892874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8" name="object 378"/>
          <p:cNvGrpSpPr/>
          <p:nvPr/>
        </p:nvGrpSpPr>
        <p:grpSpPr>
          <a:xfrm>
            <a:off x="3147133" y="1935117"/>
            <a:ext cx="4445" cy="428625"/>
            <a:chOff x="3147133" y="1935117"/>
            <a:chExt cx="4445" cy="428625"/>
          </a:xfrm>
        </p:grpSpPr>
        <p:sp>
          <p:nvSpPr>
            <p:cNvPr id="379" name="object 379"/>
            <p:cNvSpPr/>
            <p:nvPr/>
          </p:nvSpPr>
          <p:spPr>
            <a:xfrm>
              <a:off x="3149355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314935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314935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2" name="object 382"/>
          <p:cNvSpPr txBox="1"/>
          <p:nvPr/>
        </p:nvSpPr>
        <p:spPr>
          <a:xfrm>
            <a:off x="3121323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3" name="object 383"/>
          <p:cNvGrpSpPr/>
          <p:nvPr/>
        </p:nvGrpSpPr>
        <p:grpSpPr>
          <a:xfrm>
            <a:off x="3375582" y="1935117"/>
            <a:ext cx="4445" cy="428625"/>
            <a:chOff x="3375582" y="1935117"/>
            <a:chExt cx="4445" cy="428625"/>
          </a:xfrm>
        </p:grpSpPr>
        <p:sp>
          <p:nvSpPr>
            <p:cNvPr id="384" name="object 384"/>
            <p:cNvSpPr/>
            <p:nvPr/>
          </p:nvSpPr>
          <p:spPr>
            <a:xfrm>
              <a:off x="337780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337780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337780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7" name="object 387"/>
          <p:cNvSpPr txBox="1"/>
          <p:nvPr/>
        </p:nvSpPr>
        <p:spPr>
          <a:xfrm>
            <a:off x="3349772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8" name="object 388"/>
          <p:cNvGrpSpPr/>
          <p:nvPr/>
        </p:nvGrpSpPr>
        <p:grpSpPr>
          <a:xfrm>
            <a:off x="3604031" y="1935117"/>
            <a:ext cx="4445" cy="428625"/>
            <a:chOff x="3604031" y="1935117"/>
            <a:chExt cx="4445" cy="428625"/>
          </a:xfrm>
        </p:grpSpPr>
        <p:sp>
          <p:nvSpPr>
            <p:cNvPr id="389" name="object 389"/>
            <p:cNvSpPr/>
            <p:nvPr/>
          </p:nvSpPr>
          <p:spPr>
            <a:xfrm>
              <a:off x="360625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360625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360625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2" name="object 392"/>
          <p:cNvSpPr txBox="1"/>
          <p:nvPr/>
        </p:nvSpPr>
        <p:spPr>
          <a:xfrm>
            <a:off x="3578221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3" name="object 393"/>
          <p:cNvGrpSpPr/>
          <p:nvPr/>
        </p:nvGrpSpPr>
        <p:grpSpPr>
          <a:xfrm>
            <a:off x="3832480" y="1935117"/>
            <a:ext cx="4445" cy="428625"/>
            <a:chOff x="3832480" y="1935117"/>
            <a:chExt cx="4445" cy="428625"/>
          </a:xfrm>
        </p:grpSpPr>
        <p:sp>
          <p:nvSpPr>
            <p:cNvPr id="394" name="object 394"/>
            <p:cNvSpPr/>
            <p:nvPr/>
          </p:nvSpPr>
          <p:spPr>
            <a:xfrm>
              <a:off x="3834702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383470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383470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7" name="object 397"/>
          <p:cNvSpPr txBox="1"/>
          <p:nvPr/>
        </p:nvSpPr>
        <p:spPr>
          <a:xfrm>
            <a:off x="3791338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8" name="object 398"/>
          <p:cNvGrpSpPr/>
          <p:nvPr/>
        </p:nvGrpSpPr>
        <p:grpSpPr>
          <a:xfrm>
            <a:off x="4060929" y="1935117"/>
            <a:ext cx="4445" cy="428625"/>
            <a:chOff x="4060929" y="1935117"/>
            <a:chExt cx="4445" cy="428625"/>
          </a:xfrm>
        </p:grpSpPr>
        <p:sp>
          <p:nvSpPr>
            <p:cNvPr id="399" name="object 399"/>
            <p:cNvSpPr/>
            <p:nvPr/>
          </p:nvSpPr>
          <p:spPr>
            <a:xfrm>
              <a:off x="4063152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406315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406315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2" name="object 402"/>
          <p:cNvSpPr txBox="1"/>
          <p:nvPr/>
        </p:nvSpPr>
        <p:spPr>
          <a:xfrm>
            <a:off x="4019787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03" name="object 403"/>
          <p:cNvGrpSpPr/>
          <p:nvPr/>
        </p:nvGrpSpPr>
        <p:grpSpPr>
          <a:xfrm>
            <a:off x="4289378" y="1935117"/>
            <a:ext cx="4445" cy="428625"/>
            <a:chOff x="4289378" y="1935117"/>
            <a:chExt cx="4445" cy="428625"/>
          </a:xfrm>
        </p:grpSpPr>
        <p:sp>
          <p:nvSpPr>
            <p:cNvPr id="404" name="object 404"/>
            <p:cNvSpPr/>
            <p:nvPr/>
          </p:nvSpPr>
          <p:spPr>
            <a:xfrm>
              <a:off x="4291600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429160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429160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7" name="object 407"/>
          <p:cNvSpPr txBox="1"/>
          <p:nvPr/>
        </p:nvSpPr>
        <p:spPr>
          <a:xfrm>
            <a:off x="4248236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408" name="object 408"/>
          <p:cNvSpPr txBox="1"/>
          <p:nvPr/>
        </p:nvSpPr>
        <p:spPr>
          <a:xfrm>
            <a:off x="3426854" y="2443792"/>
            <a:ext cx="243204" cy="46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"/>
              </a:lnSpc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09" name="object 409"/>
          <p:cNvGrpSpPr/>
          <p:nvPr/>
        </p:nvGrpSpPr>
        <p:grpSpPr>
          <a:xfrm>
            <a:off x="2587747" y="2211649"/>
            <a:ext cx="1905000" cy="4445"/>
            <a:chOff x="2587747" y="2211649"/>
            <a:chExt cx="1905000" cy="4445"/>
          </a:xfrm>
        </p:grpSpPr>
        <p:sp>
          <p:nvSpPr>
            <p:cNvPr id="410" name="object 410"/>
            <p:cNvSpPr/>
            <p:nvPr/>
          </p:nvSpPr>
          <p:spPr>
            <a:xfrm>
              <a:off x="2606846" y="221387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2589969" y="22138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2589969" y="22138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3" name="object 413"/>
          <p:cNvSpPr txBox="1"/>
          <p:nvPr/>
        </p:nvSpPr>
        <p:spPr>
          <a:xfrm>
            <a:off x="2453029" y="2165282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14" name="object 414"/>
          <p:cNvGrpSpPr/>
          <p:nvPr/>
        </p:nvGrpSpPr>
        <p:grpSpPr>
          <a:xfrm>
            <a:off x="2587747" y="2070786"/>
            <a:ext cx="1905000" cy="4445"/>
            <a:chOff x="2587747" y="2070786"/>
            <a:chExt cx="1905000" cy="4445"/>
          </a:xfrm>
        </p:grpSpPr>
        <p:sp>
          <p:nvSpPr>
            <p:cNvPr id="415" name="object 415"/>
            <p:cNvSpPr/>
            <p:nvPr/>
          </p:nvSpPr>
          <p:spPr>
            <a:xfrm>
              <a:off x="2606846" y="207300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2589969" y="20730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2589969" y="20730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8" name="object 418"/>
          <p:cNvSpPr txBox="1"/>
          <p:nvPr/>
        </p:nvSpPr>
        <p:spPr>
          <a:xfrm>
            <a:off x="2453029" y="2024418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3.20</a:t>
            </a:r>
            <a:endParaRPr sz="400">
              <a:latin typeface="Arial"/>
              <a:cs typeface="Arial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2394783" y="2104559"/>
            <a:ext cx="6667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20" name="object 420"/>
          <p:cNvGrpSpPr/>
          <p:nvPr/>
        </p:nvGrpSpPr>
        <p:grpSpPr>
          <a:xfrm>
            <a:off x="2604623" y="1935117"/>
            <a:ext cx="1888489" cy="916305"/>
            <a:chOff x="2604623" y="1935117"/>
            <a:chExt cx="1888489" cy="916305"/>
          </a:xfrm>
        </p:grpSpPr>
        <p:sp>
          <p:nvSpPr>
            <p:cNvPr id="421" name="object 421"/>
            <p:cNvSpPr/>
            <p:nvPr/>
          </p:nvSpPr>
          <p:spPr>
            <a:xfrm>
              <a:off x="2692457" y="195583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3176"/>
                  </a:lnTo>
                  <a:lnTo>
                    <a:pt x="4568" y="25309"/>
                  </a:lnTo>
                  <a:lnTo>
                    <a:pt x="13706" y="86193"/>
                  </a:lnTo>
                  <a:lnTo>
                    <a:pt x="22844" y="139316"/>
                  </a:lnTo>
                  <a:lnTo>
                    <a:pt x="30840" y="179827"/>
                  </a:lnTo>
                  <a:lnTo>
                    <a:pt x="46832" y="245854"/>
                  </a:lnTo>
                  <a:lnTo>
                    <a:pt x="62823" y="294512"/>
                  </a:lnTo>
                  <a:lnTo>
                    <a:pt x="83383" y="336200"/>
                  </a:lnTo>
                  <a:lnTo>
                    <a:pt x="110797" y="363935"/>
                  </a:lnTo>
                  <a:lnTo>
                    <a:pt x="131358" y="369768"/>
                  </a:lnTo>
                  <a:lnTo>
                    <a:pt x="139353" y="369517"/>
                  </a:lnTo>
                  <a:lnTo>
                    <a:pt x="179332" y="354712"/>
                  </a:lnTo>
                  <a:lnTo>
                    <a:pt x="222737" y="326980"/>
                  </a:lnTo>
                  <a:lnTo>
                    <a:pt x="251293" y="308531"/>
                  </a:lnTo>
                  <a:lnTo>
                    <a:pt x="287845" y="288411"/>
                  </a:lnTo>
                  <a:lnTo>
                    <a:pt x="336962" y="269989"/>
                  </a:lnTo>
                  <a:lnTo>
                    <a:pt x="389505" y="260796"/>
                  </a:lnTo>
                  <a:lnTo>
                    <a:pt x="430626" y="259308"/>
                  </a:lnTo>
                  <a:lnTo>
                    <a:pt x="455755" y="260054"/>
                  </a:lnTo>
                  <a:lnTo>
                    <a:pt x="487738" y="262142"/>
                  </a:lnTo>
                  <a:lnTo>
                    <a:pt x="537997" y="266675"/>
                  </a:lnTo>
                  <a:lnTo>
                    <a:pt x="616812" y="273693"/>
                  </a:lnTo>
                  <a:lnTo>
                    <a:pt x="667071" y="277033"/>
                  </a:lnTo>
                  <a:lnTo>
                    <a:pt x="718472" y="279365"/>
                  </a:lnTo>
                  <a:lnTo>
                    <a:pt x="776726" y="280899"/>
                  </a:lnTo>
                  <a:lnTo>
                    <a:pt x="850972" y="281711"/>
                  </a:lnTo>
                  <a:lnTo>
                    <a:pt x="976619" y="281834"/>
                  </a:lnTo>
                  <a:lnTo>
                    <a:pt x="1555738" y="281724"/>
                  </a:lnTo>
                  <a:lnTo>
                    <a:pt x="1712225" y="281727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2606846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2606846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2692457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269245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269245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7" name="object 427"/>
          <p:cNvSpPr txBox="1"/>
          <p:nvPr/>
        </p:nvSpPr>
        <p:spPr>
          <a:xfrm>
            <a:off x="2664425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28" name="object 428"/>
          <p:cNvGrpSpPr/>
          <p:nvPr/>
        </p:nvGrpSpPr>
        <p:grpSpPr>
          <a:xfrm>
            <a:off x="2918684" y="2423282"/>
            <a:ext cx="4445" cy="428625"/>
            <a:chOff x="2918684" y="2423282"/>
            <a:chExt cx="4445" cy="428625"/>
          </a:xfrm>
        </p:grpSpPr>
        <p:sp>
          <p:nvSpPr>
            <p:cNvPr id="429" name="object 429"/>
            <p:cNvSpPr/>
            <p:nvPr/>
          </p:nvSpPr>
          <p:spPr>
            <a:xfrm>
              <a:off x="292090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292090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292090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2" name="object 432"/>
          <p:cNvSpPr txBox="1"/>
          <p:nvPr/>
        </p:nvSpPr>
        <p:spPr>
          <a:xfrm>
            <a:off x="2892874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3" name="object 433"/>
          <p:cNvGrpSpPr/>
          <p:nvPr/>
        </p:nvGrpSpPr>
        <p:grpSpPr>
          <a:xfrm>
            <a:off x="3147133" y="2423282"/>
            <a:ext cx="4445" cy="428625"/>
            <a:chOff x="3147133" y="2423282"/>
            <a:chExt cx="4445" cy="428625"/>
          </a:xfrm>
        </p:grpSpPr>
        <p:sp>
          <p:nvSpPr>
            <p:cNvPr id="434" name="object 434"/>
            <p:cNvSpPr/>
            <p:nvPr/>
          </p:nvSpPr>
          <p:spPr>
            <a:xfrm>
              <a:off x="3149355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314935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314935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7" name="object 437"/>
          <p:cNvSpPr txBox="1"/>
          <p:nvPr/>
        </p:nvSpPr>
        <p:spPr>
          <a:xfrm>
            <a:off x="3121323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8" name="object 438"/>
          <p:cNvGrpSpPr/>
          <p:nvPr/>
        </p:nvGrpSpPr>
        <p:grpSpPr>
          <a:xfrm>
            <a:off x="3375582" y="2423282"/>
            <a:ext cx="4445" cy="428625"/>
            <a:chOff x="3375582" y="2423282"/>
            <a:chExt cx="4445" cy="428625"/>
          </a:xfrm>
        </p:grpSpPr>
        <p:sp>
          <p:nvSpPr>
            <p:cNvPr id="439" name="object 439"/>
            <p:cNvSpPr/>
            <p:nvPr/>
          </p:nvSpPr>
          <p:spPr>
            <a:xfrm>
              <a:off x="337780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337780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337780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2" name="object 442"/>
          <p:cNvSpPr txBox="1"/>
          <p:nvPr/>
        </p:nvSpPr>
        <p:spPr>
          <a:xfrm>
            <a:off x="3349772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3" name="object 443"/>
          <p:cNvGrpSpPr/>
          <p:nvPr/>
        </p:nvGrpSpPr>
        <p:grpSpPr>
          <a:xfrm>
            <a:off x="3604031" y="2423282"/>
            <a:ext cx="233045" cy="428625"/>
            <a:chOff x="3604031" y="2423282"/>
            <a:chExt cx="233045" cy="428625"/>
          </a:xfrm>
        </p:grpSpPr>
        <p:sp>
          <p:nvSpPr>
            <p:cNvPr id="444" name="object 444"/>
            <p:cNvSpPr/>
            <p:nvPr/>
          </p:nvSpPr>
          <p:spPr>
            <a:xfrm>
              <a:off x="360625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360625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360625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3834703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383470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383470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0" name="object 450"/>
          <p:cNvSpPr txBox="1"/>
          <p:nvPr/>
        </p:nvSpPr>
        <p:spPr>
          <a:xfrm>
            <a:off x="3791338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51" name="object 451"/>
          <p:cNvGrpSpPr/>
          <p:nvPr/>
        </p:nvGrpSpPr>
        <p:grpSpPr>
          <a:xfrm>
            <a:off x="4060929" y="2423282"/>
            <a:ext cx="4445" cy="428625"/>
            <a:chOff x="4060929" y="2423282"/>
            <a:chExt cx="4445" cy="428625"/>
          </a:xfrm>
        </p:grpSpPr>
        <p:sp>
          <p:nvSpPr>
            <p:cNvPr id="452" name="object 452"/>
            <p:cNvSpPr/>
            <p:nvPr/>
          </p:nvSpPr>
          <p:spPr>
            <a:xfrm>
              <a:off x="4063152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406315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406315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5" name="object 455"/>
          <p:cNvSpPr txBox="1"/>
          <p:nvPr/>
        </p:nvSpPr>
        <p:spPr>
          <a:xfrm>
            <a:off x="4019787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56" name="object 456"/>
          <p:cNvGrpSpPr/>
          <p:nvPr/>
        </p:nvGrpSpPr>
        <p:grpSpPr>
          <a:xfrm>
            <a:off x="4289378" y="2423282"/>
            <a:ext cx="4445" cy="428625"/>
            <a:chOff x="4289378" y="2423282"/>
            <a:chExt cx="4445" cy="428625"/>
          </a:xfrm>
        </p:grpSpPr>
        <p:sp>
          <p:nvSpPr>
            <p:cNvPr id="457" name="object 457"/>
            <p:cNvSpPr/>
            <p:nvPr/>
          </p:nvSpPr>
          <p:spPr>
            <a:xfrm>
              <a:off x="4291600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29160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429160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0" name="object 460"/>
          <p:cNvSpPr txBox="1"/>
          <p:nvPr/>
        </p:nvSpPr>
        <p:spPr>
          <a:xfrm>
            <a:off x="4248236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3414154" y="2835779"/>
            <a:ext cx="268605" cy="15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3340" algn="r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62" name="object 462"/>
          <p:cNvGrpSpPr/>
          <p:nvPr/>
        </p:nvGrpSpPr>
        <p:grpSpPr>
          <a:xfrm>
            <a:off x="2587747" y="2711669"/>
            <a:ext cx="1905000" cy="4445"/>
            <a:chOff x="2587747" y="2711669"/>
            <a:chExt cx="1905000" cy="4445"/>
          </a:xfrm>
        </p:grpSpPr>
        <p:sp>
          <p:nvSpPr>
            <p:cNvPr id="463" name="object 463"/>
            <p:cNvSpPr/>
            <p:nvPr/>
          </p:nvSpPr>
          <p:spPr>
            <a:xfrm>
              <a:off x="2606846" y="271389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2589969" y="271389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2589969" y="271389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6" name="object 466"/>
          <p:cNvSpPr txBox="1"/>
          <p:nvPr/>
        </p:nvSpPr>
        <p:spPr>
          <a:xfrm>
            <a:off x="2483712" y="2665301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67" name="object 467"/>
          <p:cNvGrpSpPr/>
          <p:nvPr/>
        </p:nvGrpSpPr>
        <p:grpSpPr>
          <a:xfrm>
            <a:off x="2461121" y="2592834"/>
            <a:ext cx="2032000" cy="126364"/>
            <a:chOff x="2461121" y="2592834"/>
            <a:chExt cx="2032000" cy="126364"/>
          </a:xfrm>
        </p:grpSpPr>
        <p:sp>
          <p:nvSpPr>
            <p:cNvPr id="468" name="object 468"/>
            <p:cNvSpPr/>
            <p:nvPr/>
          </p:nvSpPr>
          <p:spPr>
            <a:xfrm>
              <a:off x="2461121" y="2715082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2606846" y="2595057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2589969" y="2595057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2589969" y="2595057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2" name="object 472"/>
          <p:cNvSpPr txBox="1"/>
          <p:nvPr/>
        </p:nvSpPr>
        <p:spPr>
          <a:xfrm>
            <a:off x="2483712" y="2546466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0.1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73" name="object 473"/>
          <p:cNvGrpSpPr/>
          <p:nvPr/>
        </p:nvGrpSpPr>
        <p:grpSpPr>
          <a:xfrm>
            <a:off x="2461121" y="2473999"/>
            <a:ext cx="2032000" cy="126364"/>
            <a:chOff x="2461121" y="2473999"/>
            <a:chExt cx="2032000" cy="126364"/>
          </a:xfrm>
        </p:grpSpPr>
        <p:sp>
          <p:nvSpPr>
            <p:cNvPr id="474" name="object 474"/>
            <p:cNvSpPr/>
            <p:nvPr/>
          </p:nvSpPr>
          <p:spPr>
            <a:xfrm>
              <a:off x="2461121" y="2596247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2606846" y="247622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2589969" y="247622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2589969" y="247622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8" name="object 478"/>
          <p:cNvSpPr txBox="1"/>
          <p:nvPr/>
        </p:nvSpPr>
        <p:spPr>
          <a:xfrm>
            <a:off x="2483693" y="2427632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479" name="object 479"/>
          <p:cNvSpPr txBox="1"/>
          <p:nvPr/>
        </p:nvSpPr>
        <p:spPr>
          <a:xfrm>
            <a:off x="2385064" y="2592723"/>
            <a:ext cx="6667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80" name="object 480"/>
          <p:cNvGrpSpPr/>
          <p:nvPr/>
        </p:nvGrpSpPr>
        <p:grpSpPr>
          <a:xfrm>
            <a:off x="2604917" y="2423575"/>
            <a:ext cx="1887855" cy="410845"/>
            <a:chOff x="2604917" y="2423575"/>
            <a:chExt cx="1887855" cy="410845"/>
          </a:xfrm>
        </p:grpSpPr>
        <p:sp>
          <p:nvSpPr>
            <p:cNvPr id="481" name="object 481"/>
            <p:cNvSpPr/>
            <p:nvPr/>
          </p:nvSpPr>
          <p:spPr>
            <a:xfrm>
              <a:off x="2692457" y="244407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32151"/>
                  </a:moveTo>
                  <a:lnTo>
                    <a:pt x="1142" y="260937"/>
                  </a:lnTo>
                  <a:lnTo>
                    <a:pt x="2284" y="339703"/>
                  </a:lnTo>
                  <a:lnTo>
                    <a:pt x="3426" y="364442"/>
                  </a:lnTo>
                  <a:lnTo>
                    <a:pt x="4568" y="369745"/>
                  </a:lnTo>
                  <a:lnTo>
                    <a:pt x="5711" y="368081"/>
                  </a:lnTo>
                  <a:lnTo>
                    <a:pt x="9137" y="353674"/>
                  </a:lnTo>
                  <a:lnTo>
                    <a:pt x="21702" y="297371"/>
                  </a:lnTo>
                  <a:lnTo>
                    <a:pt x="31982" y="255987"/>
                  </a:lnTo>
                  <a:lnTo>
                    <a:pt x="42263" y="218699"/>
                  </a:lnTo>
                  <a:lnTo>
                    <a:pt x="62823" y="155580"/>
                  </a:lnTo>
                  <a:lnTo>
                    <a:pt x="82241" y="108658"/>
                  </a:lnTo>
                  <a:lnTo>
                    <a:pt x="100517" y="74331"/>
                  </a:lnTo>
                  <a:lnTo>
                    <a:pt x="127931" y="37839"/>
                  </a:lnTo>
                  <a:lnTo>
                    <a:pt x="164483" y="10819"/>
                  </a:lnTo>
                  <a:lnTo>
                    <a:pt x="209030" y="138"/>
                  </a:lnTo>
                  <a:lnTo>
                    <a:pt x="222737" y="0"/>
                  </a:lnTo>
                  <a:lnTo>
                    <a:pt x="237587" y="944"/>
                  </a:lnTo>
                  <a:lnTo>
                    <a:pt x="255862" y="3246"/>
                  </a:lnTo>
                  <a:lnTo>
                    <a:pt x="279850" y="7468"/>
                  </a:lnTo>
                  <a:lnTo>
                    <a:pt x="381509" y="26752"/>
                  </a:lnTo>
                  <a:lnTo>
                    <a:pt x="411208" y="30622"/>
                  </a:lnTo>
                  <a:lnTo>
                    <a:pt x="440906" y="33434"/>
                  </a:lnTo>
                  <a:lnTo>
                    <a:pt x="472889" y="35388"/>
                  </a:lnTo>
                  <a:lnTo>
                    <a:pt x="509441" y="36508"/>
                  </a:lnTo>
                  <a:lnTo>
                    <a:pt x="553988" y="36724"/>
                  </a:lnTo>
                  <a:lnTo>
                    <a:pt x="617954" y="35836"/>
                  </a:lnTo>
                  <a:lnTo>
                    <a:pt x="806425" y="32723"/>
                  </a:lnTo>
                  <a:lnTo>
                    <a:pt x="932072" y="32138"/>
                  </a:lnTo>
                  <a:lnTo>
                    <a:pt x="1272461" y="32160"/>
                  </a:lnTo>
                  <a:lnTo>
                    <a:pt x="1712225" y="32151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2606846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3" name="object 48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12"/>
                </a:moveTo>
                <a:lnTo>
                  <a:pt x="3071952" y="12"/>
                </a:lnTo>
                <a:lnTo>
                  <a:pt x="1535976" y="12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12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85" name="object 48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86" name="object 48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12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LQ</a:t>
            </a:r>
            <a:r>
              <a:rPr spc="-6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75" dirty="0"/>
              <a:t>State</a:t>
            </a:r>
            <a:r>
              <a:rPr spc="-45" dirty="0"/>
              <a:t> </a:t>
            </a:r>
            <a:r>
              <a:rPr spc="-145" dirty="0"/>
              <a:t>Feedback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628" y="853361"/>
            <a:ext cx="2160270" cy="2160270"/>
            <a:chOff x="148628" y="853361"/>
            <a:chExt cx="2160270" cy="2160270"/>
          </a:xfrm>
        </p:grpSpPr>
        <p:sp>
          <p:nvSpPr>
            <p:cNvPr id="4" name="object 4"/>
            <p:cNvSpPr/>
            <p:nvPr/>
          </p:nvSpPr>
          <p:spPr>
            <a:xfrm>
              <a:off x="148628" y="853361"/>
              <a:ext cx="2160270" cy="2160270"/>
            </a:xfrm>
            <a:custGeom>
              <a:avLst/>
              <a:gdLst/>
              <a:ahLst/>
              <a:cxnLst/>
              <a:rect l="l" t="t" r="r" b="b"/>
              <a:pathLst>
                <a:path w="2160270" h="2160270">
                  <a:moveTo>
                    <a:pt x="2159926" y="0"/>
                  </a:moveTo>
                  <a:lnTo>
                    <a:pt x="0" y="0"/>
                  </a:lnTo>
                  <a:lnTo>
                    <a:pt x="0" y="2159980"/>
                  </a:lnTo>
                  <a:lnTo>
                    <a:pt x="2159926" y="2159980"/>
                  </a:lnTo>
                  <a:lnTo>
                    <a:pt x="21599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5999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999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5999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7966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2225" y="958788"/>
            <a:ext cx="4445" cy="428625"/>
            <a:chOff x="702225" y="958788"/>
            <a:chExt cx="4445" cy="428625"/>
          </a:xfrm>
        </p:grpSpPr>
        <p:sp>
          <p:nvSpPr>
            <p:cNvPr id="10" name="object 10"/>
            <p:cNvSpPr/>
            <p:nvPr/>
          </p:nvSpPr>
          <p:spPr>
            <a:xfrm>
              <a:off x="704448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4448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4448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6415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30674" y="958788"/>
            <a:ext cx="4445" cy="428625"/>
            <a:chOff x="930674" y="958788"/>
            <a:chExt cx="4445" cy="428625"/>
          </a:xfrm>
        </p:grpSpPr>
        <p:sp>
          <p:nvSpPr>
            <p:cNvPr id="15" name="object 15"/>
            <p:cNvSpPr/>
            <p:nvPr/>
          </p:nvSpPr>
          <p:spPr>
            <a:xfrm>
              <a:off x="932897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289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289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04865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59123" y="958788"/>
            <a:ext cx="4445" cy="428625"/>
            <a:chOff x="1159123" y="958788"/>
            <a:chExt cx="4445" cy="428625"/>
          </a:xfrm>
        </p:grpSpPr>
        <p:sp>
          <p:nvSpPr>
            <p:cNvPr id="20" name="object 20"/>
            <p:cNvSpPr/>
            <p:nvPr/>
          </p:nvSpPr>
          <p:spPr>
            <a:xfrm>
              <a:off x="116134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134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6134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133314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87572" y="958788"/>
            <a:ext cx="4445" cy="428625"/>
            <a:chOff x="1387572" y="958788"/>
            <a:chExt cx="4445" cy="428625"/>
          </a:xfrm>
        </p:grpSpPr>
        <p:sp>
          <p:nvSpPr>
            <p:cNvPr id="25" name="object 25"/>
            <p:cNvSpPr/>
            <p:nvPr/>
          </p:nvSpPr>
          <p:spPr>
            <a:xfrm>
              <a:off x="1389795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8979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8979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61763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616021" y="958788"/>
            <a:ext cx="4445" cy="428625"/>
            <a:chOff x="1616021" y="958788"/>
            <a:chExt cx="4445" cy="428625"/>
          </a:xfrm>
        </p:grpSpPr>
        <p:sp>
          <p:nvSpPr>
            <p:cNvPr id="30" name="object 30"/>
            <p:cNvSpPr/>
            <p:nvPr/>
          </p:nvSpPr>
          <p:spPr>
            <a:xfrm>
              <a:off x="161824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1824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1824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74879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844470" y="958788"/>
            <a:ext cx="4445" cy="428625"/>
            <a:chOff x="1844470" y="958788"/>
            <a:chExt cx="4445" cy="428625"/>
          </a:xfrm>
        </p:grpSpPr>
        <p:sp>
          <p:nvSpPr>
            <p:cNvPr id="35" name="object 35"/>
            <p:cNvSpPr/>
            <p:nvPr/>
          </p:nvSpPr>
          <p:spPr>
            <a:xfrm>
              <a:off x="1846693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46693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46693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803329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072920" y="958788"/>
            <a:ext cx="4445" cy="428625"/>
            <a:chOff x="2072920" y="958788"/>
            <a:chExt cx="4445" cy="428625"/>
          </a:xfrm>
        </p:grpSpPr>
        <p:sp>
          <p:nvSpPr>
            <p:cNvPr id="40" name="object 40"/>
            <p:cNvSpPr/>
            <p:nvPr/>
          </p:nvSpPr>
          <p:spPr>
            <a:xfrm>
              <a:off x="2075142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7514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7514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031778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97695" y="1437211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1288" y="1259271"/>
            <a:ext cx="1905000" cy="4445"/>
            <a:chOff x="371288" y="1259271"/>
            <a:chExt cx="1905000" cy="4445"/>
          </a:xfrm>
        </p:grpSpPr>
        <p:sp>
          <p:nvSpPr>
            <p:cNvPr id="46" name="object 46"/>
            <p:cNvSpPr/>
            <p:nvPr/>
          </p:nvSpPr>
          <p:spPr>
            <a:xfrm>
              <a:off x="390387" y="1261493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3511" y="126149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73511" y="126149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67235" y="1212903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71288" y="1118274"/>
            <a:ext cx="1905000" cy="4445"/>
            <a:chOff x="371288" y="1118274"/>
            <a:chExt cx="1905000" cy="4445"/>
          </a:xfrm>
        </p:grpSpPr>
        <p:sp>
          <p:nvSpPr>
            <p:cNvPr id="51" name="object 51"/>
            <p:cNvSpPr/>
            <p:nvPr/>
          </p:nvSpPr>
          <p:spPr>
            <a:xfrm>
              <a:off x="390387" y="1120497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3511" y="1120497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3511" y="1120497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67235" y="1071907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71288" y="977278"/>
            <a:ext cx="1905000" cy="4445"/>
            <a:chOff x="371288" y="977278"/>
            <a:chExt cx="1905000" cy="4445"/>
          </a:xfrm>
        </p:grpSpPr>
        <p:sp>
          <p:nvSpPr>
            <p:cNvPr id="56" name="object 56"/>
            <p:cNvSpPr/>
            <p:nvPr/>
          </p:nvSpPr>
          <p:spPr>
            <a:xfrm>
              <a:off x="390387" y="97950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3511" y="97950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73511" y="97950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67235" y="930910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1.0</a:t>
            </a:r>
            <a:endParaRPr sz="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8989" y="1128230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88165" y="958788"/>
            <a:ext cx="1888489" cy="411480"/>
            <a:chOff x="388165" y="958788"/>
            <a:chExt cx="1888489" cy="411480"/>
          </a:xfrm>
        </p:grpSpPr>
        <p:sp>
          <p:nvSpPr>
            <p:cNvPr id="62" name="object 62"/>
            <p:cNvSpPr/>
            <p:nvPr/>
          </p:nvSpPr>
          <p:spPr>
            <a:xfrm>
              <a:off x="475999" y="979502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281991"/>
                  </a:moveTo>
                  <a:lnTo>
                    <a:pt x="1142" y="291854"/>
                  </a:lnTo>
                  <a:lnTo>
                    <a:pt x="3426" y="341338"/>
                  </a:lnTo>
                  <a:lnTo>
                    <a:pt x="4568" y="356052"/>
                  </a:lnTo>
                  <a:lnTo>
                    <a:pt x="5711" y="363810"/>
                  </a:lnTo>
                  <a:lnTo>
                    <a:pt x="6853" y="367477"/>
                  </a:lnTo>
                  <a:lnTo>
                    <a:pt x="7995" y="369060"/>
                  </a:lnTo>
                  <a:lnTo>
                    <a:pt x="10280" y="369821"/>
                  </a:lnTo>
                  <a:lnTo>
                    <a:pt x="14849" y="369186"/>
                  </a:lnTo>
                  <a:lnTo>
                    <a:pt x="57112" y="343182"/>
                  </a:lnTo>
                  <a:lnTo>
                    <a:pt x="95948" y="298899"/>
                  </a:lnTo>
                  <a:lnTo>
                    <a:pt x="193039" y="166989"/>
                  </a:lnTo>
                  <a:lnTo>
                    <a:pt x="212457" y="143340"/>
                  </a:lnTo>
                  <a:lnTo>
                    <a:pt x="246724" y="106406"/>
                  </a:lnTo>
                  <a:lnTo>
                    <a:pt x="278707" y="77927"/>
                  </a:lnTo>
                  <a:lnTo>
                    <a:pt x="310690" y="55175"/>
                  </a:lnTo>
                  <a:lnTo>
                    <a:pt x="359807" y="30212"/>
                  </a:lnTo>
                  <a:lnTo>
                    <a:pt x="414635" y="13669"/>
                  </a:lnTo>
                  <a:lnTo>
                    <a:pt x="458040" y="6528"/>
                  </a:lnTo>
                  <a:lnTo>
                    <a:pt x="514010" y="2133"/>
                  </a:lnTo>
                  <a:lnTo>
                    <a:pt x="604247" y="527"/>
                  </a:lnTo>
                  <a:lnTo>
                    <a:pt x="1712225" y="0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5999" y="979502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281991"/>
                  </a:moveTo>
                  <a:lnTo>
                    <a:pt x="1142" y="291791"/>
                  </a:lnTo>
                  <a:lnTo>
                    <a:pt x="3426" y="341373"/>
                  </a:lnTo>
                  <a:lnTo>
                    <a:pt x="4568" y="356076"/>
                  </a:lnTo>
                  <a:lnTo>
                    <a:pt x="5711" y="363822"/>
                  </a:lnTo>
                  <a:lnTo>
                    <a:pt x="6853" y="367482"/>
                  </a:lnTo>
                  <a:lnTo>
                    <a:pt x="7995" y="369063"/>
                  </a:lnTo>
                  <a:lnTo>
                    <a:pt x="10280" y="369821"/>
                  </a:lnTo>
                  <a:lnTo>
                    <a:pt x="14849" y="369186"/>
                  </a:lnTo>
                  <a:lnTo>
                    <a:pt x="57112" y="343182"/>
                  </a:lnTo>
                  <a:lnTo>
                    <a:pt x="95948" y="298899"/>
                  </a:lnTo>
                  <a:lnTo>
                    <a:pt x="193039" y="166989"/>
                  </a:lnTo>
                  <a:lnTo>
                    <a:pt x="212457" y="143340"/>
                  </a:lnTo>
                  <a:lnTo>
                    <a:pt x="246724" y="106406"/>
                  </a:lnTo>
                  <a:lnTo>
                    <a:pt x="278707" y="77927"/>
                  </a:lnTo>
                  <a:lnTo>
                    <a:pt x="310690" y="55175"/>
                  </a:lnTo>
                  <a:lnTo>
                    <a:pt x="359807" y="30212"/>
                  </a:lnTo>
                  <a:lnTo>
                    <a:pt x="414635" y="13669"/>
                  </a:lnTo>
                  <a:lnTo>
                    <a:pt x="458040" y="6528"/>
                  </a:lnTo>
                  <a:lnTo>
                    <a:pt x="514010" y="2133"/>
                  </a:lnTo>
                  <a:lnTo>
                    <a:pt x="604247" y="527"/>
                  </a:lnTo>
                  <a:lnTo>
                    <a:pt x="1712225" y="0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90387" y="961011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4">
                  <a:moveTo>
                    <a:pt x="0" y="406803"/>
                  </a:moveTo>
                  <a:lnTo>
                    <a:pt x="0" y="0"/>
                  </a:lnTo>
                </a:path>
                <a:path w="1884045" h="407034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4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4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35056" y="854341"/>
            <a:ext cx="1593850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dirty="0">
                <a:latin typeface="Arial"/>
                <a:cs typeface="Arial"/>
              </a:rPr>
              <a:t>States</a:t>
            </a:r>
            <a:r>
              <a:rPr sz="500" spc="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(solid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lines)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and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their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estimates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(dashed</a:t>
            </a:r>
            <a:r>
              <a:rPr sz="500" spc="45" dirty="0">
                <a:latin typeface="Arial"/>
                <a:cs typeface="Arial"/>
              </a:rPr>
              <a:t> </a:t>
            </a:r>
            <a:r>
              <a:rPr sz="500" spc="-10" dirty="0">
                <a:latin typeface="Arial"/>
                <a:cs typeface="Arial"/>
              </a:rPr>
              <a:t>lines))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90387" y="1446953"/>
            <a:ext cx="1884045" cy="428625"/>
            <a:chOff x="390387" y="1446953"/>
            <a:chExt cx="1884045" cy="428625"/>
          </a:xfrm>
        </p:grpSpPr>
        <p:sp>
          <p:nvSpPr>
            <p:cNvPr id="67" name="object 67"/>
            <p:cNvSpPr/>
            <p:nvPr/>
          </p:nvSpPr>
          <p:spPr>
            <a:xfrm>
              <a:off x="390387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75999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75999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5999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447966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702225" y="1446953"/>
            <a:ext cx="4445" cy="428625"/>
            <a:chOff x="702225" y="1446953"/>
            <a:chExt cx="4445" cy="428625"/>
          </a:xfrm>
        </p:grpSpPr>
        <p:sp>
          <p:nvSpPr>
            <p:cNvPr id="73" name="object 73"/>
            <p:cNvSpPr/>
            <p:nvPr/>
          </p:nvSpPr>
          <p:spPr>
            <a:xfrm>
              <a:off x="704448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04448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04448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676415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30674" y="1446953"/>
            <a:ext cx="4445" cy="428625"/>
            <a:chOff x="930674" y="1446953"/>
            <a:chExt cx="4445" cy="428625"/>
          </a:xfrm>
        </p:grpSpPr>
        <p:sp>
          <p:nvSpPr>
            <p:cNvPr id="78" name="object 78"/>
            <p:cNvSpPr/>
            <p:nvPr/>
          </p:nvSpPr>
          <p:spPr>
            <a:xfrm>
              <a:off x="932897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3289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3289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904865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159123" y="1446953"/>
            <a:ext cx="4445" cy="428625"/>
            <a:chOff x="1159123" y="1446953"/>
            <a:chExt cx="4445" cy="428625"/>
          </a:xfrm>
        </p:grpSpPr>
        <p:sp>
          <p:nvSpPr>
            <p:cNvPr id="83" name="object 83"/>
            <p:cNvSpPr/>
            <p:nvPr/>
          </p:nvSpPr>
          <p:spPr>
            <a:xfrm>
              <a:off x="116134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16134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16134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133314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387572" y="1446953"/>
            <a:ext cx="4445" cy="428625"/>
            <a:chOff x="1387572" y="1446953"/>
            <a:chExt cx="4445" cy="428625"/>
          </a:xfrm>
        </p:grpSpPr>
        <p:sp>
          <p:nvSpPr>
            <p:cNvPr id="88" name="object 88"/>
            <p:cNvSpPr/>
            <p:nvPr/>
          </p:nvSpPr>
          <p:spPr>
            <a:xfrm>
              <a:off x="1389795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38979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38979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1361763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1616021" y="1446953"/>
            <a:ext cx="4445" cy="428625"/>
            <a:chOff x="1616021" y="1446953"/>
            <a:chExt cx="4445" cy="428625"/>
          </a:xfrm>
        </p:grpSpPr>
        <p:sp>
          <p:nvSpPr>
            <p:cNvPr id="93" name="object 93"/>
            <p:cNvSpPr/>
            <p:nvPr/>
          </p:nvSpPr>
          <p:spPr>
            <a:xfrm>
              <a:off x="161824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61824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61824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1574879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844470" y="1446953"/>
            <a:ext cx="4445" cy="428625"/>
            <a:chOff x="1844470" y="1446953"/>
            <a:chExt cx="4445" cy="428625"/>
          </a:xfrm>
        </p:grpSpPr>
        <p:sp>
          <p:nvSpPr>
            <p:cNvPr id="98" name="object 98"/>
            <p:cNvSpPr/>
            <p:nvPr/>
          </p:nvSpPr>
          <p:spPr>
            <a:xfrm>
              <a:off x="1846693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846693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846693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1803329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2072920" y="1446953"/>
            <a:ext cx="4445" cy="428625"/>
            <a:chOff x="2072920" y="1446953"/>
            <a:chExt cx="4445" cy="428625"/>
          </a:xfrm>
        </p:grpSpPr>
        <p:sp>
          <p:nvSpPr>
            <p:cNvPr id="103" name="object 103"/>
            <p:cNvSpPr/>
            <p:nvPr/>
          </p:nvSpPr>
          <p:spPr>
            <a:xfrm>
              <a:off x="2075142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07514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07514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2031778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197695" y="1925375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371288" y="1851422"/>
            <a:ext cx="1905000" cy="4445"/>
            <a:chOff x="371288" y="1851422"/>
            <a:chExt cx="1905000" cy="4445"/>
          </a:xfrm>
        </p:grpSpPr>
        <p:sp>
          <p:nvSpPr>
            <p:cNvPr id="109" name="object 109"/>
            <p:cNvSpPr/>
            <p:nvPr/>
          </p:nvSpPr>
          <p:spPr>
            <a:xfrm>
              <a:off x="390387" y="185364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73511" y="185364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73511" y="185364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282624" y="1805054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260032" y="1668802"/>
            <a:ext cx="2016125" cy="190500"/>
            <a:chOff x="260032" y="1668802"/>
            <a:chExt cx="2016125" cy="190500"/>
          </a:xfrm>
        </p:grpSpPr>
        <p:sp>
          <p:nvSpPr>
            <p:cNvPr id="114" name="object 114"/>
            <p:cNvSpPr/>
            <p:nvPr/>
          </p:nvSpPr>
          <p:spPr>
            <a:xfrm>
              <a:off x="260032" y="18548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90387" y="167102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73511" y="167102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73511" y="167102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313288" y="1622434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290697" y="1486182"/>
            <a:ext cx="1985645" cy="190500"/>
            <a:chOff x="290697" y="1486182"/>
            <a:chExt cx="1985645" cy="190500"/>
          </a:xfrm>
        </p:grpSpPr>
        <p:sp>
          <p:nvSpPr>
            <p:cNvPr id="120" name="object 120"/>
            <p:cNvSpPr/>
            <p:nvPr/>
          </p:nvSpPr>
          <p:spPr>
            <a:xfrm>
              <a:off x="290697" y="167221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90387" y="148840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73511" y="148840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73511" y="148840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313269" y="14398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83975" y="1616394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388165" y="1446953"/>
            <a:ext cx="1888489" cy="916305"/>
            <a:chOff x="388165" y="1446953"/>
            <a:chExt cx="1888489" cy="916305"/>
          </a:xfrm>
        </p:grpSpPr>
        <p:sp>
          <p:nvSpPr>
            <p:cNvPr id="127" name="object 127"/>
            <p:cNvSpPr/>
            <p:nvPr/>
          </p:nvSpPr>
          <p:spPr>
            <a:xfrm>
              <a:off x="475999" y="1467675"/>
              <a:ext cx="1712595" cy="369570"/>
            </a:xfrm>
            <a:custGeom>
              <a:avLst/>
              <a:gdLst/>
              <a:ahLst/>
              <a:cxnLst/>
              <a:rect l="l" t="t" r="r" b="b"/>
              <a:pathLst>
                <a:path w="1712595" h="369569">
                  <a:moveTo>
                    <a:pt x="0" y="20729"/>
                  </a:moveTo>
                  <a:lnTo>
                    <a:pt x="1142" y="298637"/>
                  </a:lnTo>
                  <a:lnTo>
                    <a:pt x="2284" y="369461"/>
                  </a:lnTo>
                  <a:lnTo>
                    <a:pt x="5711" y="89235"/>
                  </a:lnTo>
                  <a:lnTo>
                    <a:pt x="6853" y="51515"/>
                  </a:lnTo>
                  <a:lnTo>
                    <a:pt x="35409" y="11547"/>
                  </a:lnTo>
                  <a:lnTo>
                    <a:pt x="74245" y="4002"/>
                  </a:lnTo>
                  <a:lnTo>
                    <a:pt x="116509" y="368"/>
                  </a:lnTo>
                  <a:lnTo>
                    <a:pt x="140496" y="0"/>
                  </a:lnTo>
                  <a:lnTo>
                    <a:pt x="167910" y="681"/>
                  </a:lnTo>
                  <a:lnTo>
                    <a:pt x="202177" y="2662"/>
                  </a:lnTo>
                  <a:lnTo>
                    <a:pt x="257005" y="7072"/>
                  </a:lnTo>
                  <a:lnTo>
                    <a:pt x="338104" y="13438"/>
                  </a:lnTo>
                  <a:lnTo>
                    <a:pt x="392932" y="16587"/>
                  </a:lnTo>
                  <a:lnTo>
                    <a:pt x="448902" y="18707"/>
                  </a:lnTo>
                  <a:lnTo>
                    <a:pt x="514010" y="20055"/>
                  </a:lnTo>
                  <a:lnTo>
                    <a:pt x="601963" y="20707"/>
                  </a:lnTo>
                  <a:lnTo>
                    <a:pt x="791575" y="20713"/>
                  </a:lnTo>
                  <a:lnTo>
                    <a:pt x="1687096" y="20729"/>
                  </a:lnTo>
                  <a:lnTo>
                    <a:pt x="1712225" y="20729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75999" y="1467675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20729"/>
                  </a:moveTo>
                  <a:lnTo>
                    <a:pt x="1142" y="297629"/>
                  </a:lnTo>
                  <a:lnTo>
                    <a:pt x="2284" y="369812"/>
                  </a:lnTo>
                  <a:lnTo>
                    <a:pt x="5711" y="89433"/>
                  </a:lnTo>
                  <a:lnTo>
                    <a:pt x="6853" y="51605"/>
                  </a:lnTo>
                  <a:lnTo>
                    <a:pt x="35409" y="11547"/>
                  </a:lnTo>
                  <a:lnTo>
                    <a:pt x="74245" y="4002"/>
                  </a:lnTo>
                  <a:lnTo>
                    <a:pt x="116509" y="368"/>
                  </a:lnTo>
                  <a:lnTo>
                    <a:pt x="140496" y="0"/>
                  </a:lnTo>
                  <a:lnTo>
                    <a:pt x="167910" y="681"/>
                  </a:lnTo>
                  <a:lnTo>
                    <a:pt x="202177" y="2662"/>
                  </a:lnTo>
                  <a:lnTo>
                    <a:pt x="257005" y="7072"/>
                  </a:lnTo>
                  <a:lnTo>
                    <a:pt x="338104" y="13438"/>
                  </a:lnTo>
                  <a:lnTo>
                    <a:pt x="392932" y="16587"/>
                  </a:lnTo>
                  <a:lnTo>
                    <a:pt x="448902" y="18707"/>
                  </a:lnTo>
                  <a:lnTo>
                    <a:pt x="514010" y="20055"/>
                  </a:lnTo>
                  <a:lnTo>
                    <a:pt x="601963" y="20707"/>
                  </a:lnTo>
                  <a:lnTo>
                    <a:pt x="791575" y="20713"/>
                  </a:lnTo>
                  <a:lnTo>
                    <a:pt x="1687096" y="20729"/>
                  </a:lnTo>
                  <a:lnTo>
                    <a:pt x="1712225" y="20729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90387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90387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75999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75999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75999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447966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702225" y="1935117"/>
            <a:ext cx="4445" cy="428625"/>
            <a:chOff x="702225" y="1935117"/>
            <a:chExt cx="4445" cy="428625"/>
          </a:xfrm>
        </p:grpSpPr>
        <p:sp>
          <p:nvSpPr>
            <p:cNvPr id="136" name="object 136"/>
            <p:cNvSpPr/>
            <p:nvPr/>
          </p:nvSpPr>
          <p:spPr>
            <a:xfrm>
              <a:off x="704448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4448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04448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676415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930674" y="1935117"/>
            <a:ext cx="4445" cy="428625"/>
            <a:chOff x="930674" y="1935117"/>
            <a:chExt cx="4445" cy="428625"/>
          </a:xfrm>
        </p:grpSpPr>
        <p:sp>
          <p:nvSpPr>
            <p:cNvPr id="141" name="object 141"/>
            <p:cNvSpPr/>
            <p:nvPr/>
          </p:nvSpPr>
          <p:spPr>
            <a:xfrm>
              <a:off x="932897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93289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93289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904865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1159123" y="1935117"/>
            <a:ext cx="4445" cy="428625"/>
            <a:chOff x="1159123" y="1935117"/>
            <a:chExt cx="4445" cy="428625"/>
          </a:xfrm>
        </p:grpSpPr>
        <p:sp>
          <p:nvSpPr>
            <p:cNvPr id="146" name="object 146"/>
            <p:cNvSpPr/>
            <p:nvPr/>
          </p:nvSpPr>
          <p:spPr>
            <a:xfrm>
              <a:off x="116134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16134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16134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1133314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1387572" y="1935117"/>
            <a:ext cx="4445" cy="428625"/>
            <a:chOff x="1387572" y="1935117"/>
            <a:chExt cx="4445" cy="428625"/>
          </a:xfrm>
        </p:grpSpPr>
        <p:sp>
          <p:nvSpPr>
            <p:cNvPr id="151" name="object 151"/>
            <p:cNvSpPr/>
            <p:nvPr/>
          </p:nvSpPr>
          <p:spPr>
            <a:xfrm>
              <a:off x="1389795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38979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38979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/>
          <p:nvPr/>
        </p:nvSpPr>
        <p:spPr>
          <a:xfrm>
            <a:off x="1361763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5" name="object 155"/>
          <p:cNvGrpSpPr/>
          <p:nvPr/>
        </p:nvGrpSpPr>
        <p:grpSpPr>
          <a:xfrm>
            <a:off x="1616021" y="1935117"/>
            <a:ext cx="4445" cy="428625"/>
            <a:chOff x="1616021" y="1935117"/>
            <a:chExt cx="4445" cy="428625"/>
          </a:xfrm>
        </p:grpSpPr>
        <p:sp>
          <p:nvSpPr>
            <p:cNvPr id="156" name="object 156"/>
            <p:cNvSpPr/>
            <p:nvPr/>
          </p:nvSpPr>
          <p:spPr>
            <a:xfrm>
              <a:off x="161824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61824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61824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1574879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1844470" y="1935117"/>
            <a:ext cx="4445" cy="428625"/>
            <a:chOff x="1844470" y="1935117"/>
            <a:chExt cx="4445" cy="428625"/>
          </a:xfrm>
        </p:grpSpPr>
        <p:sp>
          <p:nvSpPr>
            <p:cNvPr id="161" name="object 161"/>
            <p:cNvSpPr/>
            <p:nvPr/>
          </p:nvSpPr>
          <p:spPr>
            <a:xfrm>
              <a:off x="1846693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846693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846693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1803329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2072920" y="1935117"/>
            <a:ext cx="4445" cy="428625"/>
            <a:chOff x="2072920" y="1935117"/>
            <a:chExt cx="4445" cy="428625"/>
          </a:xfrm>
        </p:grpSpPr>
        <p:sp>
          <p:nvSpPr>
            <p:cNvPr id="166" name="object 166"/>
            <p:cNvSpPr/>
            <p:nvPr/>
          </p:nvSpPr>
          <p:spPr>
            <a:xfrm>
              <a:off x="2075142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07514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07514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2031778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1197695" y="2413540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371288" y="2292829"/>
            <a:ext cx="1905000" cy="4445"/>
            <a:chOff x="371288" y="2292829"/>
            <a:chExt cx="1905000" cy="4445"/>
          </a:xfrm>
        </p:grpSpPr>
        <p:sp>
          <p:nvSpPr>
            <p:cNvPr id="172" name="object 172"/>
            <p:cNvSpPr/>
            <p:nvPr/>
          </p:nvSpPr>
          <p:spPr>
            <a:xfrm>
              <a:off x="390387" y="229505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73511" y="22950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73511" y="22950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5" name="object 175"/>
          <p:cNvSpPr txBox="1"/>
          <p:nvPr/>
        </p:nvSpPr>
        <p:spPr>
          <a:xfrm>
            <a:off x="236570" y="2246461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371288" y="2173041"/>
            <a:ext cx="1905000" cy="4445"/>
            <a:chOff x="371288" y="2173041"/>
            <a:chExt cx="1905000" cy="4445"/>
          </a:xfrm>
        </p:grpSpPr>
        <p:sp>
          <p:nvSpPr>
            <p:cNvPr id="177" name="object 177"/>
            <p:cNvSpPr/>
            <p:nvPr/>
          </p:nvSpPr>
          <p:spPr>
            <a:xfrm>
              <a:off x="390387" y="2175264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3511" y="21752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73511" y="21752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236570" y="2126674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371288" y="2053254"/>
            <a:ext cx="1905000" cy="4445"/>
            <a:chOff x="371288" y="2053254"/>
            <a:chExt cx="1905000" cy="4445"/>
          </a:xfrm>
        </p:grpSpPr>
        <p:sp>
          <p:nvSpPr>
            <p:cNvPr id="182" name="object 182"/>
            <p:cNvSpPr/>
            <p:nvPr/>
          </p:nvSpPr>
          <p:spPr>
            <a:xfrm>
              <a:off x="390387" y="205547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73511" y="2055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73511" y="2055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185"/>
          <p:cNvSpPr txBox="1"/>
          <p:nvPr/>
        </p:nvSpPr>
        <p:spPr>
          <a:xfrm>
            <a:off x="236570" y="2006886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3.20</a:t>
            </a:r>
            <a:endParaRPr sz="400">
              <a:latin typeface="Arial"/>
              <a:cs typeface="Arial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178324" y="2104559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388165" y="1935117"/>
            <a:ext cx="1888489" cy="916305"/>
            <a:chOff x="388165" y="1935117"/>
            <a:chExt cx="1888489" cy="916305"/>
          </a:xfrm>
        </p:grpSpPr>
        <p:sp>
          <p:nvSpPr>
            <p:cNvPr id="188" name="object 188"/>
            <p:cNvSpPr/>
            <p:nvPr/>
          </p:nvSpPr>
          <p:spPr>
            <a:xfrm>
              <a:off x="475999" y="195583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41802"/>
                  </a:lnTo>
                  <a:lnTo>
                    <a:pt x="3426" y="251220"/>
                  </a:lnTo>
                  <a:lnTo>
                    <a:pt x="4568" y="313192"/>
                  </a:lnTo>
                  <a:lnTo>
                    <a:pt x="6853" y="360737"/>
                  </a:lnTo>
                  <a:lnTo>
                    <a:pt x="10280" y="369821"/>
                  </a:lnTo>
                  <a:lnTo>
                    <a:pt x="12564" y="368901"/>
                  </a:lnTo>
                  <a:lnTo>
                    <a:pt x="41120" y="342860"/>
                  </a:lnTo>
                  <a:lnTo>
                    <a:pt x="95948" y="282595"/>
                  </a:lnTo>
                  <a:lnTo>
                    <a:pt x="113082" y="265419"/>
                  </a:lnTo>
                  <a:lnTo>
                    <a:pt x="155345" y="231191"/>
                  </a:lnTo>
                  <a:lnTo>
                    <a:pt x="195323" y="210666"/>
                  </a:lnTo>
                  <a:lnTo>
                    <a:pt x="237587" y="200246"/>
                  </a:lnTo>
                  <a:lnTo>
                    <a:pt x="268427" y="198324"/>
                  </a:lnTo>
                  <a:lnTo>
                    <a:pt x="286703" y="198856"/>
                  </a:lnTo>
                  <a:lnTo>
                    <a:pt x="307263" y="200556"/>
                  </a:lnTo>
                  <a:lnTo>
                    <a:pt x="332393" y="203762"/>
                  </a:lnTo>
                  <a:lnTo>
                    <a:pt x="367802" y="209475"/>
                  </a:lnTo>
                  <a:lnTo>
                    <a:pt x="453471" y="223666"/>
                  </a:lnTo>
                  <a:lnTo>
                    <a:pt x="492307" y="228767"/>
                  </a:lnTo>
                  <a:lnTo>
                    <a:pt x="568838" y="235503"/>
                  </a:lnTo>
                  <a:lnTo>
                    <a:pt x="612243" y="237633"/>
                  </a:lnTo>
                  <a:lnTo>
                    <a:pt x="663644" y="239031"/>
                  </a:lnTo>
                  <a:lnTo>
                    <a:pt x="731036" y="239717"/>
                  </a:lnTo>
                  <a:lnTo>
                    <a:pt x="854399" y="239682"/>
                  </a:lnTo>
                  <a:lnTo>
                    <a:pt x="1193646" y="239525"/>
                  </a:lnTo>
                  <a:lnTo>
                    <a:pt x="1712225" y="239575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75999" y="1981551"/>
              <a:ext cx="1712595" cy="344170"/>
            </a:xfrm>
            <a:custGeom>
              <a:avLst/>
              <a:gdLst/>
              <a:ahLst/>
              <a:cxnLst/>
              <a:rect l="l" t="t" r="r" b="b"/>
              <a:pathLst>
                <a:path w="1712595" h="344169">
                  <a:moveTo>
                    <a:pt x="0" y="213854"/>
                  </a:moveTo>
                  <a:lnTo>
                    <a:pt x="1142" y="0"/>
                  </a:lnTo>
                  <a:lnTo>
                    <a:pt x="4568" y="280607"/>
                  </a:lnTo>
                  <a:lnTo>
                    <a:pt x="5711" y="317265"/>
                  </a:lnTo>
                  <a:lnTo>
                    <a:pt x="6853" y="334060"/>
                  </a:lnTo>
                  <a:lnTo>
                    <a:pt x="7995" y="341028"/>
                  </a:lnTo>
                  <a:lnTo>
                    <a:pt x="9137" y="343516"/>
                  </a:lnTo>
                  <a:lnTo>
                    <a:pt x="10280" y="344063"/>
                  </a:lnTo>
                  <a:lnTo>
                    <a:pt x="12564" y="343176"/>
                  </a:lnTo>
                  <a:lnTo>
                    <a:pt x="41120" y="317140"/>
                  </a:lnTo>
                  <a:lnTo>
                    <a:pt x="95948" y="256875"/>
                  </a:lnTo>
                  <a:lnTo>
                    <a:pt x="113082" y="239699"/>
                  </a:lnTo>
                  <a:lnTo>
                    <a:pt x="155345" y="205471"/>
                  </a:lnTo>
                  <a:lnTo>
                    <a:pt x="195323" y="184946"/>
                  </a:lnTo>
                  <a:lnTo>
                    <a:pt x="237587" y="174525"/>
                  </a:lnTo>
                  <a:lnTo>
                    <a:pt x="268427" y="172604"/>
                  </a:lnTo>
                  <a:lnTo>
                    <a:pt x="286703" y="173136"/>
                  </a:lnTo>
                  <a:lnTo>
                    <a:pt x="307263" y="174835"/>
                  </a:lnTo>
                  <a:lnTo>
                    <a:pt x="332393" y="178041"/>
                  </a:lnTo>
                  <a:lnTo>
                    <a:pt x="367802" y="183755"/>
                  </a:lnTo>
                  <a:lnTo>
                    <a:pt x="453471" y="197946"/>
                  </a:lnTo>
                  <a:lnTo>
                    <a:pt x="492307" y="203047"/>
                  </a:lnTo>
                  <a:lnTo>
                    <a:pt x="568838" y="209783"/>
                  </a:lnTo>
                  <a:lnTo>
                    <a:pt x="612243" y="211912"/>
                  </a:lnTo>
                  <a:lnTo>
                    <a:pt x="663644" y="213310"/>
                  </a:lnTo>
                  <a:lnTo>
                    <a:pt x="731036" y="213996"/>
                  </a:lnTo>
                  <a:lnTo>
                    <a:pt x="854399" y="213961"/>
                  </a:lnTo>
                  <a:lnTo>
                    <a:pt x="1193646" y="213804"/>
                  </a:lnTo>
                  <a:lnTo>
                    <a:pt x="1712225" y="213854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90387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90387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475999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75999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475999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/>
          <p:nvPr/>
        </p:nvSpPr>
        <p:spPr>
          <a:xfrm>
            <a:off x="447966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702225" y="2423282"/>
            <a:ext cx="4445" cy="428625"/>
            <a:chOff x="702225" y="2423282"/>
            <a:chExt cx="4445" cy="428625"/>
          </a:xfrm>
        </p:grpSpPr>
        <p:sp>
          <p:nvSpPr>
            <p:cNvPr id="197" name="object 197"/>
            <p:cNvSpPr/>
            <p:nvPr/>
          </p:nvSpPr>
          <p:spPr>
            <a:xfrm>
              <a:off x="704448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04448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04448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0" name="object 200"/>
          <p:cNvSpPr txBox="1"/>
          <p:nvPr/>
        </p:nvSpPr>
        <p:spPr>
          <a:xfrm>
            <a:off x="676415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930674" y="2423282"/>
            <a:ext cx="4445" cy="428625"/>
            <a:chOff x="930674" y="2423282"/>
            <a:chExt cx="4445" cy="428625"/>
          </a:xfrm>
        </p:grpSpPr>
        <p:sp>
          <p:nvSpPr>
            <p:cNvPr id="202" name="object 202"/>
            <p:cNvSpPr/>
            <p:nvPr/>
          </p:nvSpPr>
          <p:spPr>
            <a:xfrm>
              <a:off x="932897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93289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93289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5" name="object 205"/>
          <p:cNvSpPr txBox="1"/>
          <p:nvPr/>
        </p:nvSpPr>
        <p:spPr>
          <a:xfrm>
            <a:off x="904865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1159123" y="2423282"/>
            <a:ext cx="4445" cy="428625"/>
            <a:chOff x="1159123" y="2423282"/>
            <a:chExt cx="4445" cy="428625"/>
          </a:xfrm>
        </p:grpSpPr>
        <p:sp>
          <p:nvSpPr>
            <p:cNvPr id="207" name="object 207"/>
            <p:cNvSpPr/>
            <p:nvPr/>
          </p:nvSpPr>
          <p:spPr>
            <a:xfrm>
              <a:off x="116134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116134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116134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1133314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1387572" y="2423282"/>
            <a:ext cx="233045" cy="428625"/>
            <a:chOff x="1387572" y="2423282"/>
            <a:chExt cx="233045" cy="428625"/>
          </a:xfrm>
        </p:grpSpPr>
        <p:sp>
          <p:nvSpPr>
            <p:cNvPr id="212" name="object 212"/>
            <p:cNvSpPr/>
            <p:nvPr/>
          </p:nvSpPr>
          <p:spPr>
            <a:xfrm>
              <a:off x="1389795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38979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38979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61824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61824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61824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8" name="object 218"/>
          <p:cNvSpPr txBox="1"/>
          <p:nvPr/>
        </p:nvSpPr>
        <p:spPr>
          <a:xfrm>
            <a:off x="1574879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19" name="object 219"/>
          <p:cNvGrpSpPr/>
          <p:nvPr/>
        </p:nvGrpSpPr>
        <p:grpSpPr>
          <a:xfrm>
            <a:off x="1844470" y="2423282"/>
            <a:ext cx="4445" cy="428625"/>
            <a:chOff x="1844470" y="2423282"/>
            <a:chExt cx="4445" cy="428625"/>
          </a:xfrm>
        </p:grpSpPr>
        <p:sp>
          <p:nvSpPr>
            <p:cNvPr id="220" name="object 220"/>
            <p:cNvSpPr/>
            <p:nvPr/>
          </p:nvSpPr>
          <p:spPr>
            <a:xfrm>
              <a:off x="1846693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184669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184669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3" name="object 223"/>
          <p:cNvSpPr txBox="1"/>
          <p:nvPr/>
        </p:nvSpPr>
        <p:spPr>
          <a:xfrm>
            <a:off x="1803329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24" name="object 224"/>
          <p:cNvGrpSpPr/>
          <p:nvPr/>
        </p:nvGrpSpPr>
        <p:grpSpPr>
          <a:xfrm>
            <a:off x="2072920" y="2423282"/>
            <a:ext cx="4445" cy="428625"/>
            <a:chOff x="2072920" y="2423282"/>
            <a:chExt cx="4445" cy="428625"/>
          </a:xfrm>
        </p:grpSpPr>
        <p:sp>
          <p:nvSpPr>
            <p:cNvPr id="225" name="object 225"/>
            <p:cNvSpPr/>
            <p:nvPr/>
          </p:nvSpPr>
          <p:spPr>
            <a:xfrm>
              <a:off x="2075142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207514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207514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8" name="object 228"/>
          <p:cNvSpPr txBox="1"/>
          <p:nvPr/>
        </p:nvSpPr>
        <p:spPr>
          <a:xfrm>
            <a:off x="2031778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1197695" y="2835779"/>
            <a:ext cx="268605" cy="15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3340" algn="r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30" name="object 230"/>
          <p:cNvGrpSpPr/>
          <p:nvPr/>
        </p:nvGrpSpPr>
        <p:grpSpPr>
          <a:xfrm>
            <a:off x="371288" y="2759571"/>
            <a:ext cx="1905000" cy="4445"/>
            <a:chOff x="371288" y="2759571"/>
            <a:chExt cx="1905000" cy="4445"/>
          </a:xfrm>
        </p:grpSpPr>
        <p:sp>
          <p:nvSpPr>
            <p:cNvPr id="231" name="object 231"/>
            <p:cNvSpPr/>
            <p:nvPr/>
          </p:nvSpPr>
          <p:spPr>
            <a:xfrm>
              <a:off x="390387" y="2761793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73511" y="276179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73511" y="276179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4" name="object 234"/>
          <p:cNvSpPr txBox="1"/>
          <p:nvPr/>
        </p:nvSpPr>
        <p:spPr>
          <a:xfrm>
            <a:off x="313288" y="2713203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35" name="object 235"/>
          <p:cNvGrpSpPr/>
          <p:nvPr/>
        </p:nvGrpSpPr>
        <p:grpSpPr>
          <a:xfrm>
            <a:off x="290697" y="2622132"/>
            <a:ext cx="1985645" cy="145415"/>
            <a:chOff x="290697" y="2622132"/>
            <a:chExt cx="1985645" cy="145415"/>
          </a:xfrm>
        </p:grpSpPr>
        <p:sp>
          <p:nvSpPr>
            <p:cNvPr id="236" name="object 236"/>
            <p:cNvSpPr/>
            <p:nvPr/>
          </p:nvSpPr>
          <p:spPr>
            <a:xfrm>
              <a:off x="290697" y="2762984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390387" y="2624354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373511" y="262435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373511" y="262435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0" name="object 240"/>
          <p:cNvSpPr txBox="1"/>
          <p:nvPr/>
        </p:nvSpPr>
        <p:spPr>
          <a:xfrm>
            <a:off x="313288" y="2575764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41" name="object 241"/>
          <p:cNvGrpSpPr/>
          <p:nvPr/>
        </p:nvGrpSpPr>
        <p:grpSpPr>
          <a:xfrm>
            <a:off x="290697" y="2484693"/>
            <a:ext cx="1985645" cy="145415"/>
            <a:chOff x="290697" y="2484693"/>
            <a:chExt cx="1985645" cy="145415"/>
          </a:xfrm>
        </p:grpSpPr>
        <p:sp>
          <p:nvSpPr>
            <p:cNvPr id="242" name="object 242"/>
            <p:cNvSpPr/>
            <p:nvPr/>
          </p:nvSpPr>
          <p:spPr>
            <a:xfrm>
              <a:off x="290697" y="262554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79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90387" y="248691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73511" y="248691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73511" y="248691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6" name="object 246"/>
          <p:cNvSpPr txBox="1"/>
          <p:nvPr/>
        </p:nvSpPr>
        <p:spPr>
          <a:xfrm>
            <a:off x="313269" y="243832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247" name="object 247"/>
          <p:cNvSpPr txBox="1"/>
          <p:nvPr/>
        </p:nvSpPr>
        <p:spPr>
          <a:xfrm>
            <a:off x="214640" y="2592723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248" name="object 248"/>
          <p:cNvGrpSpPr/>
          <p:nvPr/>
        </p:nvGrpSpPr>
        <p:grpSpPr>
          <a:xfrm>
            <a:off x="388165" y="853361"/>
            <a:ext cx="4090670" cy="2160270"/>
            <a:chOff x="388165" y="853361"/>
            <a:chExt cx="4090670" cy="2160270"/>
          </a:xfrm>
        </p:grpSpPr>
        <p:sp>
          <p:nvSpPr>
            <p:cNvPr id="249" name="object 249"/>
            <p:cNvSpPr/>
            <p:nvPr/>
          </p:nvSpPr>
          <p:spPr>
            <a:xfrm>
              <a:off x="475999" y="2483293"/>
              <a:ext cx="1712595" cy="330835"/>
            </a:xfrm>
            <a:custGeom>
              <a:avLst/>
              <a:gdLst/>
              <a:ahLst/>
              <a:cxnLst/>
              <a:rect l="l" t="t" r="r" b="b"/>
              <a:pathLst>
                <a:path w="1712595" h="330835">
                  <a:moveTo>
                    <a:pt x="0" y="3622"/>
                  </a:moveTo>
                  <a:lnTo>
                    <a:pt x="1142" y="264476"/>
                  </a:lnTo>
                  <a:lnTo>
                    <a:pt x="2284" y="330523"/>
                  </a:lnTo>
                  <a:lnTo>
                    <a:pt x="5711" y="66641"/>
                  </a:lnTo>
                  <a:lnTo>
                    <a:pt x="6853" y="31362"/>
                  </a:lnTo>
                  <a:lnTo>
                    <a:pt x="43405" y="130"/>
                  </a:lnTo>
                  <a:lnTo>
                    <a:pt x="79957" y="0"/>
                  </a:lnTo>
                  <a:lnTo>
                    <a:pt x="135927" y="1002"/>
                  </a:lnTo>
                  <a:lnTo>
                    <a:pt x="270712" y="3645"/>
                  </a:lnTo>
                  <a:lnTo>
                    <a:pt x="365518" y="4182"/>
                  </a:lnTo>
                  <a:lnTo>
                    <a:pt x="551704" y="3860"/>
                  </a:lnTo>
                  <a:lnTo>
                    <a:pt x="903516" y="3616"/>
                  </a:lnTo>
                  <a:lnTo>
                    <a:pt x="1712225" y="3622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475999" y="2443995"/>
              <a:ext cx="1712595" cy="196850"/>
            </a:xfrm>
            <a:custGeom>
              <a:avLst/>
              <a:gdLst/>
              <a:ahLst/>
              <a:cxnLst/>
              <a:rect l="l" t="t" r="r" b="b"/>
              <a:pathLst>
                <a:path w="1712595" h="196850">
                  <a:moveTo>
                    <a:pt x="0" y="42920"/>
                  </a:moveTo>
                  <a:lnTo>
                    <a:pt x="1142" y="0"/>
                  </a:lnTo>
                  <a:lnTo>
                    <a:pt x="2284" y="192173"/>
                  </a:lnTo>
                  <a:lnTo>
                    <a:pt x="3426" y="196232"/>
                  </a:lnTo>
                  <a:lnTo>
                    <a:pt x="5711" y="94821"/>
                  </a:lnTo>
                  <a:lnTo>
                    <a:pt x="7995" y="52409"/>
                  </a:lnTo>
                  <a:lnTo>
                    <a:pt x="79957" y="39297"/>
                  </a:lnTo>
                  <a:lnTo>
                    <a:pt x="135927" y="40300"/>
                  </a:lnTo>
                  <a:lnTo>
                    <a:pt x="270712" y="42943"/>
                  </a:lnTo>
                  <a:lnTo>
                    <a:pt x="365518" y="43480"/>
                  </a:lnTo>
                  <a:lnTo>
                    <a:pt x="551704" y="43158"/>
                  </a:lnTo>
                  <a:lnTo>
                    <a:pt x="903516" y="42914"/>
                  </a:lnTo>
                  <a:lnTo>
                    <a:pt x="1712225" y="42920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90387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2308580" y="853361"/>
              <a:ext cx="2169795" cy="2160270"/>
            </a:xfrm>
            <a:custGeom>
              <a:avLst/>
              <a:gdLst/>
              <a:ahLst/>
              <a:cxnLst/>
              <a:rect l="l" t="t" r="r" b="b"/>
              <a:pathLst>
                <a:path w="2169795" h="2160270">
                  <a:moveTo>
                    <a:pt x="2169645" y="0"/>
                  </a:moveTo>
                  <a:lnTo>
                    <a:pt x="0" y="0"/>
                  </a:lnTo>
                  <a:lnTo>
                    <a:pt x="0" y="2159980"/>
                  </a:lnTo>
                  <a:lnTo>
                    <a:pt x="2169645" y="2159980"/>
                  </a:lnTo>
                  <a:lnTo>
                    <a:pt x="21696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2645670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264567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264567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6" name="object 256"/>
          <p:cNvSpPr txBox="1"/>
          <p:nvPr/>
        </p:nvSpPr>
        <p:spPr>
          <a:xfrm>
            <a:off x="2617638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7" name="object 257"/>
          <p:cNvGrpSpPr/>
          <p:nvPr/>
        </p:nvGrpSpPr>
        <p:grpSpPr>
          <a:xfrm>
            <a:off x="2871897" y="958788"/>
            <a:ext cx="4445" cy="428625"/>
            <a:chOff x="2871897" y="958788"/>
            <a:chExt cx="4445" cy="428625"/>
          </a:xfrm>
        </p:grpSpPr>
        <p:sp>
          <p:nvSpPr>
            <p:cNvPr id="258" name="object 258"/>
            <p:cNvSpPr/>
            <p:nvPr/>
          </p:nvSpPr>
          <p:spPr>
            <a:xfrm>
              <a:off x="2874120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287412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287412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1" name="object 261"/>
          <p:cNvSpPr txBox="1"/>
          <p:nvPr/>
        </p:nvSpPr>
        <p:spPr>
          <a:xfrm>
            <a:off x="2846087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2" name="object 262"/>
          <p:cNvGrpSpPr/>
          <p:nvPr/>
        </p:nvGrpSpPr>
        <p:grpSpPr>
          <a:xfrm>
            <a:off x="3100346" y="958788"/>
            <a:ext cx="4445" cy="428625"/>
            <a:chOff x="3100346" y="958788"/>
            <a:chExt cx="4445" cy="428625"/>
          </a:xfrm>
        </p:grpSpPr>
        <p:sp>
          <p:nvSpPr>
            <p:cNvPr id="263" name="object 263"/>
            <p:cNvSpPr/>
            <p:nvPr/>
          </p:nvSpPr>
          <p:spPr>
            <a:xfrm>
              <a:off x="3102569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102569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3102569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6" name="object 266"/>
          <p:cNvSpPr txBox="1"/>
          <p:nvPr/>
        </p:nvSpPr>
        <p:spPr>
          <a:xfrm>
            <a:off x="3074536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7" name="object 267"/>
          <p:cNvGrpSpPr/>
          <p:nvPr/>
        </p:nvGrpSpPr>
        <p:grpSpPr>
          <a:xfrm>
            <a:off x="3328795" y="958788"/>
            <a:ext cx="4445" cy="428625"/>
            <a:chOff x="3328795" y="958788"/>
            <a:chExt cx="4445" cy="428625"/>
          </a:xfrm>
        </p:grpSpPr>
        <p:sp>
          <p:nvSpPr>
            <p:cNvPr id="268" name="object 268"/>
            <p:cNvSpPr/>
            <p:nvPr/>
          </p:nvSpPr>
          <p:spPr>
            <a:xfrm>
              <a:off x="3331018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3331018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3331018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1" name="object 271"/>
          <p:cNvSpPr txBox="1"/>
          <p:nvPr/>
        </p:nvSpPr>
        <p:spPr>
          <a:xfrm>
            <a:off x="3302985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72" name="object 272"/>
          <p:cNvGrpSpPr/>
          <p:nvPr/>
        </p:nvGrpSpPr>
        <p:grpSpPr>
          <a:xfrm>
            <a:off x="3557244" y="958788"/>
            <a:ext cx="4445" cy="428625"/>
            <a:chOff x="3557244" y="958788"/>
            <a:chExt cx="4445" cy="428625"/>
          </a:xfrm>
        </p:grpSpPr>
        <p:sp>
          <p:nvSpPr>
            <p:cNvPr id="273" name="object 273"/>
            <p:cNvSpPr/>
            <p:nvPr/>
          </p:nvSpPr>
          <p:spPr>
            <a:xfrm>
              <a:off x="355946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355946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355946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6" name="object 276"/>
          <p:cNvSpPr txBox="1"/>
          <p:nvPr/>
        </p:nvSpPr>
        <p:spPr>
          <a:xfrm>
            <a:off x="3531434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3785693" y="958788"/>
            <a:ext cx="4445" cy="428625"/>
            <a:chOff x="3785693" y="958788"/>
            <a:chExt cx="4445" cy="428625"/>
          </a:xfrm>
        </p:grpSpPr>
        <p:sp>
          <p:nvSpPr>
            <p:cNvPr id="278" name="object 278"/>
            <p:cNvSpPr/>
            <p:nvPr/>
          </p:nvSpPr>
          <p:spPr>
            <a:xfrm>
              <a:off x="378791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378791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378791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1" name="object 281"/>
          <p:cNvSpPr txBox="1"/>
          <p:nvPr/>
        </p:nvSpPr>
        <p:spPr>
          <a:xfrm>
            <a:off x="3744551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82" name="object 282"/>
          <p:cNvGrpSpPr/>
          <p:nvPr/>
        </p:nvGrpSpPr>
        <p:grpSpPr>
          <a:xfrm>
            <a:off x="4014142" y="958788"/>
            <a:ext cx="4445" cy="428625"/>
            <a:chOff x="4014142" y="958788"/>
            <a:chExt cx="4445" cy="428625"/>
          </a:xfrm>
        </p:grpSpPr>
        <p:sp>
          <p:nvSpPr>
            <p:cNvPr id="283" name="object 283"/>
            <p:cNvSpPr/>
            <p:nvPr/>
          </p:nvSpPr>
          <p:spPr>
            <a:xfrm>
              <a:off x="4016365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401636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401636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6" name="object 286"/>
          <p:cNvSpPr txBox="1"/>
          <p:nvPr/>
        </p:nvSpPr>
        <p:spPr>
          <a:xfrm>
            <a:off x="3973000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87" name="object 287"/>
          <p:cNvGrpSpPr/>
          <p:nvPr/>
        </p:nvGrpSpPr>
        <p:grpSpPr>
          <a:xfrm>
            <a:off x="4242591" y="958788"/>
            <a:ext cx="4445" cy="428625"/>
            <a:chOff x="4242591" y="958788"/>
            <a:chExt cx="4445" cy="428625"/>
          </a:xfrm>
        </p:grpSpPr>
        <p:sp>
          <p:nvSpPr>
            <p:cNvPr id="288" name="object 288"/>
            <p:cNvSpPr/>
            <p:nvPr/>
          </p:nvSpPr>
          <p:spPr>
            <a:xfrm>
              <a:off x="424481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424481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424481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1" name="object 291"/>
          <p:cNvSpPr txBox="1"/>
          <p:nvPr/>
        </p:nvSpPr>
        <p:spPr>
          <a:xfrm>
            <a:off x="4201449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92" name="object 292"/>
          <p:cNvSpPr txBox="1"/>
          <p:nvPr/>
        </p:nvSpPr>
        <p:spPr>
          <a:xfrm>
            <a:off x="3367367" y="1437211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93" name="object 293"/>
          <p:cNvGrpSpPr/>
          <p:nvPr/>
        </p:nvGrpSpPr>
        <p:grpSpPr>
          <a:xfrm>
            <a:off x="2540960" y="1260707"/>
            <a:ext cx="1905000" cy="4445"/>
            <a:chOff x="2540960" y="1260707"/>
            <a:chExt cx="1905000" cy="4445"/>
          </a:xfrm>
        </p:grpSpPr>
        <p:sp>
          <p:nvSpPr>
            <p:cNvPr id="294" name="object 294"/>
            <p:cNvSpPr/>
            <p:nvPr/>
          </p:nvSpPr>
          <p:spPr>
            <a:xfrm>
              <a:off x="2560059" y="126292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2543182" y="126292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2543182" y="126292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7" name="object 297"/>
          <p:cNvSpPr txBox="1"/>
          <p:nvPr/>
        </p:nvSpPr>
        <p:spPr>
          <a:xfrm>
            <a:off x="2436926" y="1214339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98" name="object 298"/>
          <p:cNvGrpSpPr/>
          <p:nvPr/>
        </p:nvGrpSpPr>
        <p:grpSpPr>
          <a:xfrm>
            <a:off x="2414334" y="1093093"/>
            <a:ext cx="2032000" cy="175260"/>
            <a:chOff x="2414334" y="1093093"/>
            <a:chExt cx="2032000" cy="175260"/>
          </a:xfrm>
        </p:grpSpPr>
        <p:sp>
          <p:nvSpPr>
            <p:cNvPr id="299" name="object 299"/>
            <p:cNvSpPr/>
            <p:nvPr/>
          </p:nvSpPr>
          <p:spPr>
            <a:xfrm>
              <a:off x="2414334" y="126411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2560059" y="109531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2543182" y="109531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2543182" y="109531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3" name="object 303"/>
          <p:cNvSpPr txBox="1"/>
          <p:nvPr/>
        </p:nvSpPr>
        <p:spPr>
          <a:xfrm>
            <a:off x="2436907" y="1046725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304" name="object 304"/>
          <p:cNvSpPr txBox="1"/>
          <p:nvPr/>
        </p:nvSpPr>
        <p:spPr>
          <a:xfrm>
            <a:off x="2338277" y="1128230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305" name="object 305"/>
          <p:cNvGrpSpPr/>
          <p:nvPr/>
        </p:nvGrpSpPr>
        <p:grpSpPr>
          <a:xfrm>
            <a:off x="2557837" y="958788"/>
            <a:ext cx="1888489" cy="411480"/>
            <a:chOff x="2557837" y="958788"/>
            <a:chExt cx="1888489" cy="411480"/>
          </a:xfrm>
        </p:grpSpPr>
        <p:sp>
          <p:nvSpPr>
            <p:cNvPr id="306" name="object 306"/>
            <p:cNvSpPr/>
            <p:nvPr/>
          </p:nvSpPr>
          <p:spPr>
            <a:xfrm>
              <a:off x="2645670" y="979563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115752"/>
                  </a:moveTo>
                  <a:lnTo>
                    <a:pt x="1142" y="144481"/>
                  </a:lnTo>
                  <a:lnTo>
                    <a:pt x="3426" y="289240"/>
                  </a:lnTo>
                  <a:lnTo>
                    <a:pt x="4568" y="331887"/>
                  </a:lnTo>
                  <a:lnTo>
                    <a:pt x="5711" y="354011"/>
                  </a:lnTo>
                  <a:lnTo>
                    <a:pt x="6853" y="364145"/>
                  </a:lnTo>
                  <a:lnTo>
                    <a:pt x="7995" y="368251"/>
                  </a:lnTo>
                  <a:lnTo>
                    <a:pt x="9137" y="369596"/>
                  </a:lnTo>
                  <a:lnTo>
                    <a:pt x="11422" y="369445"/>
                  </a:lnTo>
                  <a:lnTo>
                    <a:pt x="36551" y="336657"/>
                  </a:lnTo>
                  <a:lnTo>
                    <a:pt x="47974" y="296838"/>
                  </a:lnTo>
                  <a:lnTo>
                    <a:pt x="62823" y="238888"/>
                  </a:lnTo>
                  <a:lnTo>
                    <a:pt x="68534" y="221425"/>
                  </a:lnTo>
                  <a:lnTo>
                    <a:pt x="95948" y="184853"/>
                  </a:lnTo>
                  <a:lnTo>
                    <a:pt x="100517" y="179013"/>
                  </a:lnTo>
                  <a:lnTo>
                    <a:pt x="105086" y="170988"/>
                  </a:lnTo>
                  <a:lnTo>
                    <a:pt x="109655" y="160514"/>
                  </a:lnTo>
                  <a:lnTo>
                    <a:pt x="115366" y="144284"/>
                  </a:lnTo>
                  <a:lnTo>
                    <a:pt x="126789" y="106774"/>
                  </a:lnTo>
                  <a:lnTo>
                    <a:pt x="133642" y="86449"/>
                  </a:lnTo>
                  <a:lnTo>
                    <a:pt x="151918" y="61889"/>
                  </a:lnTo>
                  <a:lnTo>
                    <a:pt x="155345" y="61968"/>
                  </a:lnTo>
                  <a:lnTo>
                    <a:pt x="161056" y="63556"/>
                  </a:lnTo>
                  <a:lnTo>
                    <a:pt x="166767" y="65113"/>
                  </a:lnTo>
                  <a:lnTo>
                    <a:pt x="203319" y="14327"/>
                  </a:lnTo>
                  <a:lnTo>
                    <a:pt x="207888" y="7664"/>
                  </a:lnTo>
                  <a:lnTo>
                    <a:pt x="211315" y="4430"/>
                  </a:lnTo>
                  <a:lnTo>
                    <a:pt x="214742" y="2882"/>
                  </a:lnTo>
                  <a:lnTo>
                    <a:pt x="217026" y="2796"/>
                  </a:lnTo>
                  <a:lnTo>
                    <a:pt x="220453" y="4008"/>
                  </a:lnTo>
                  <a:lnTo>
                    <a:pt x="223880" y="6628"/>
                  </a:lnTo>
                  <a:lnTo>
                    <a:pt x="228449" y="11727"/>
                  </a:lnTo>
                  <a:lnTo>
                    <a:pt x="241013" y="27143"/>
                  </a:lnTo>
                  <a:lnTo>
                    <a:pt x="244440" y="29680"/>
                  </a:lnTo>
                  <a:lnTo>
                    <a:pt x="247867" y="30900"/>
                  </a:lnTo>
                  <a:lnTo>
                    <a:pt x="251293" y="30675"/>
                  </a:lnTo>
                  <a:lnTo>
                    <a:pt x="254720" y="29015"/>
                  </a:lnTo>
                  <a:lnTo>
                    <a:pt x="258147" y="26067"/>
                  </a:lnTo>
                  <a:lnTo>
                    <a:pt x="262716" y="20616"/>
                  </a:lnTo>
                  <a:lnTo>
                    <a:pt x="275281" y="4227"/>
                  </a:lnTo>
                  <a:lnTo>
                    <a:pt x="278707" y="1446"/>
                  </a:lnTo>
                  <a:lnTo>
                    <a:pt x="282134" y="57"/>
                  </a:lnTo>
                  <a:lnTo>
                    <a:pt x="284419" y="0"/>
                  </a:lnTo>
                  <a:lnTo>
                    <a:pt x="287845" y="1270"/>
                  </a:lnTo>
                  <a:lnTo>
                    <a:pt x="291272" y="4118"/>
                  </a:lnTo>
                  <a:lnTo>
                    <a:pt x="294699" y="8363"/>
                  </a:lnTo>
                  <a:lnTo>
                    <a:pt x="300410" y="17685"/>
                  </a:lnTo>
                  <a:lnTo>
                    <a:pt x="311832" y="37553"/>
                  </a:lnTo>
                  <a:lnTo>
                    <a:pt x="316401" y="43099"/>
                  </a:lnTo>
                  <a:lnTo>
                    <a:pt x="319828" y="45652"/>
                  </a:lnTo>
                  <a:lnTo>
                    <a:pt x="323255" y="46683"/>
                  </a:lnTo>
                  <a:lnTo>
                    <a:pt x="326682" y="46211"/>
                  </a:lnTo>
                  <a:lnTo>
                    <a:pt x="330108" y="44393"/>
                  </a:lnTo>
                  <a:lnTo>
                    <a:pt x="334677" y="40372"/>
                  </a:lnTo>
                  <a:lnTo>
                    <a:pt x="348384" y="26761"/>
                  </a:lnTo>
                  <a:lnTo>
                    <a:pt x="351811" y="25274"/>
                  </a:lnTo>
                  <a:lnTo>
                    <a:pt x="384936" y="68683"/>
                  </a:lnTo>
                  <a:lnTo>
                    <a:pt x="388363" y="72797"/>
                  </a:lnTo>
                  <a:lnTo>
                    <a:pt x="391790" y="75457"/>
                  </a:lnTo>
                  <a:lnTo>
                    <a:pt x="395216" y="76552"/>
                  </a:lnTo>
                  <a:lnTo>
                    <a:pt x="398643" y="76111"/>
                  </a:lnTo>
                  <a:lnTo>
                    <a:pt x="402070" y="74299"/>
                  </a:lnTo>
                  <a:lnTo>
                    <a:pt x="406639" y="70260"/>
                  </a:lnTo>
                  <a:lnTo>
                    <a:pt x="420346" y="56515"/>
                  </a:lnTo>
                  <a:lnTo>
                    <a:pt x="423772" y="54975"/>
                  </a:lnTo>
                  <a:lnTo>
                    <a:pt x="456898" y="96295"/>
                  </a:lnTo>
                  <a:lnTo>
                    <a:pt x="460324" y="99990"/>
                  </a:lnTo>
                  <a:lnTo>
                    <a:pt x="463751" y="102206"/>
                  </a:lnTo>
                  <a:lnTo>
                    <a:pt x="467178" y="102844"/>
                  </a:lnTo>
                  <a:lnTo>
                    <a:pt x="470605" y="101939"/>
                  </a:lnTo>
                  <a:lnTo>
                    <a:pt x="474031" y="99666"/>
                  </a:lnTo>
                  <a:lnTo>
                    <a:pt x="478600" y="95028"/>
                  </a:lnTo>
                  <a:lnTo>
                    <a:pt x="491165" y="80578"/>
                  </a:lnTo>
                  <a:lnTo>
                    <a:pt x="494592" y="78253"/>
                  </a:lnTo>
                  <a:lnTo>
                    <a:pt x="498018" y="77267"/>
                  </a:lnTo>
                  <a:lnTo>
                    <a:pt x="501445" y="77787"/>
                  </a:lnTo>
                  <a:lnTo>
                    <a:pt x="504872" y="79839"/>
                  </a:lnTo>
                  <a:lnTo>
                    <a:pt x="508299" y="83315"/>
                  </a:lnTo>
                  <a:lnTo>
                    <a:pt x="512868" y="89734"/>
                  </a:lnTo>
                  <a:lnTo>
                    <a:pt x="528859" y="115018"/>
                  </a:lnTo>
                  <a:lnTo>
                    <a:pt x="532286" y="118183"/>
                  </a:lnTo>
                  <a:lnTo>
                    <a:pt x="535713" y="119864"/>
                  </a:lnTo>
                  <a:lnTo>
                    <a:pt x="539139" y="119965"/>
                  </a:lnTo>
                  <a:lnTo>
                    <a:pt x="542566" y="118534"/>
                  </a:lnTo>
                  <a:lnTo>
                    <a:pt x="545993" y="115751"/>
                  </a:lnTo>
                  <a:lnTo>
                    <a:pt x="550562" y="110470"/>
                  </a:lnTo>
                  <a:lnTo>
                    <a:pt x="563126" y="94520"/>
                  </a:lnTo>
                  <a:lnTo>
                    <a:pt x="566553" y="91849"/>
                  </a:lnTo>
                  <a:lnTo>
                    <a:pt x="569980" y="90535"/>
                  </a:lnTo>
                  <a:lnTo>
                    <a:pt x="573407" y="90737"/>
                  </a:lnTo>
                  <a:lnTo>
                    <a:pt x="576833" y="92476"/>
                  </a:lnTo>
                  <a:lnTo>
                    <a:pt x="580260" y="95633"/>
                  </a:lnTo>
                  <a:lnTo>
                    <a:pt x="584829" y="101609"/>
                  </a:lnTo>
                  <a:lnTo>
                    <a:pt x="600821" y="125096"/>
                  </a:lnTo>
                  <a:lnTo>
                    <a:pt x="604247" y="127836"/>
                  </a:lnTo>
                  <a:lnTo>
                    <a:pt x="607674" y="129090"/>
                  </a:lnTo>
                  <a:lnTo>
                    <a:pt x="611101" y="128771"/>
                  </a:lnTo>
                  <a:lnTo>
                    <a:pt x="614527" y="126932"/>
                  </a:lnTo>
                  <a:lnTo>
                    <a:pt x="617954" y="123763"/>
                  </a:lnTo>
                  <a:lnTo>
                    <a:pt x="622523" y="118009"/>
                  </a:lnTo>
                  <a:lnTo>
                    <a:pt x="635088" y="101054"/>
                  </a:lnTo>
                  <a:lnTo>
                    <a:pt x="638515" y="98177"/>
                  </a:lnTo>
                  <a:lnTo>
                    <a:pt x="641941" y="96676"/>
                  </a:lnTo>
                  <a:lnTo>
                    <a:pt x="645368" y="96703"/>
                  </a:lnTo>
                  <a:lnTo>
                    <a:pt x="648795" y="98271"/>
                  </a:lnTo>
                  <a:lnTo>
                    <a:pt x="652222" y="101254"/>
                  </a:lnTo>
                  <a:lnTo>
                    <a:pt x="656791" y="106981"/>
                  </a:lnTo>
                  <a:lnTo>
                    <a:pt x="672782" y="129349"/>
                  </a:lnTo>
                  <a:lnTo>
                    <a:pt x="676209" y="131810"/>
                  </a:lnTo>
                  <a:lnTo>
                    <a:pt x="679635" y="132782"/>
                  </a:lnTo>
                  <a:lnTo>
                    <a:pt x="683062" y="132187"/>
                  </a:lnTo>
                  <a:lnTo>
                    <a:pt x="686489" y="130085"/>
                  </a:lnTo>
                  <a:lnTo>
                    <a:pt x="689916" y="126674"/>
                  </a:lnTo>
                  <a:lnTo>
                    <a:pt x="695627" y="118963"/>
                  </a:lnTo>
                  <a:lnTo>
                    <a:pt x="705907" y="104442"/>
                  </a:lnTo>
                  <a:lnTo>
                    <a:pt x="709334" y="101083"/>
                  </a:lnTo>
                  <a:lnTo>
                    <a:pt x="712761" y="99042"/>
                  </a:lnTo>
                  <a:lnTo>
                    <a:pt x="716187" y="98506"/>
                  </a:lnTo>
                  <a:lnTo>
                    <a:pt x="719614" y="99526"/>
                  </a:lnTo>
                  <a:lnTo>
                    <a:pt x="723041" y="102014"/>
                  </a:lnTo>
                  <a:lnTo>
                    <a:pt x="727610" y="107221"/>
                  </a:lnTo>
                  <a:lnTo>
                    <a:pt x="734463" y="117322"/>
                  </a:lnTo>
                  <a:lnTo>
                    <a:pt x="741317" y="126993"/>
                  </a:lnTo>
                  <a:lnTo>
                    <a:pt x="745886" y="131496"/>
                  </a:lnTo>
                  <a:lnTo>
                    <a:pt x="749312" y="133307"/>
                  </a:lnTo>
                  <a:lnTo>
                    <a:pt x="752739" y="133587"/>
                  </a:lnTo>
                  <a:lnTo>
                    <a:pt x="756166" y="132311"/>
                  </a:lnTo>
                  <a:lnTo>
                    <a:pt x="759593" y="129594"/>
                  </a:lnTo>
                  <a:lnTo>
                    <a:pt x="764162" y="124166"/>
                  </a:lnTo>
                  <a:lnTo>
                    <a:pt x="780153" y="102210"/>
                  </a:lnTo>
                  <a:lnTo>
                    <a:pt x="783580" y="99728"/>
                  </a:lnTo>
                  <a:lnTo>
                    <a:pt x="787007" y="98714"/>
                  </a:lnTo>
                  <a:lnTo>
                    <a:pt x="790433" y="99260"/>
                  </a:lnTo>
                  <a:lnTo>
                    <a:pt x="793860" y="101314"/>
                  </a:lnTo>
                  <a:lnTo>
                    <a:pt x="797287" y="104694"/>
                  </a:lnTo>
                  <a:lnTo>
                    <a:pt x="801856" y="110724"/>
                  </a:lnTo>
                  <a:lnTo>
                    <a:pt x="814420" y="128443"/>
                  </a:lnTo>
                  <a:lnTo>
                    <a:pt x="817847" y="131529"/>
                  </a:lnTo>
                  <a:lnTo>
                    <a:pt x="821274" y="133233"/>
                  </a:lnTo>
                  <a:lnTo>
                    <a:pt x="824701" y="133403"/>
                  </a:lnTo>
                  <a:lnTo>
                    <a:pt x="828127" y="132021"/>
                  </a:lnTo>
                  <a:lnTo>
                    <a:pt x="831554" y="129210"/>
                  </a:lnTo>
                  <a:lnTo>
                    <a:pt x="836123" y="123686"/>
                  </a:lnTo>
                  <a:lnTo>
                    <a:pt x="852114" y="101761"/>
                  </a:lnTo>
                  <a:lnTo>
                    <a:pt x="855541" y="99348"/>
                  </a:lnTo>
                  <a:lnTo>
                    <a:pt x="858968" y="98413"/>
                  </a:lnTo>
                  <a:lnTo>
                    <a:pt x="862395" y="99040"/>
                  </a:lnTo>
                  <a:lnTo>
                    <a:pt x="865821" y="101169"/>
                  </a:lnTo>
                  <a:lnTo>
                    <a:pt x="869248" y="104611"/>
                  </a:lnTo>
                  <a:lnTo>
                    <a:pt x="874959" y="112383"/>
                  </a:lnTo>
                  <a:lnTo>
                    <a:pt x="885240" y="127065"/>
                  </a:lnTo>
                  <a:lnTo>
                    <a:pt x="889809" y="131351"/>
                  </a:lnTo>
                  <a:lnTo>
                    <a:pt x="893235" y="132974"/>
                  </a:lnTo>
                  <a:lnTo>
                    <a:pt x="896662" y="133058"/>
                  </a:lnTo>
                  <a:lnTo>
                    <a:pt x="900089" y="131595"/>
                  </a:lnTo>
                  <a:lnTo>
                    <a:pt x="903516" y="128713"/>
                  </a:lnTo>
                  <a:lnTo>
                    <a:pt x="908084" y="123125"/>
                  </a:lnTo>
                  <a:lnTo>
                    <a:pt x="924076" y="101318"/>
                  </a:lnTo>
                  <a:lnTo>
                    <a:pt x="927503" y="98990"/>
                  </a:lnTo>
                  <a:lnTo>
                    <a:pt x="930929" y="98148"/>
                  </a:lnTo>
                  <a:lnTo>
                    <a:pt x="934356" y="98868"/>
                  </a:lnTo>
                  <a:lnTo>
                    <a:pt x="937783" y="101085"/>
                  </a:lnTo>
                  <a:lnTo>
                    <a:pt x="941210" y="104599"/>
                  </a:lnTo>
                  <a:lnTo>
                    <a:pt x="946921" y="112445"/>
                  </a:lnTo>
                  <a:lnTo>
                    <a:pt x="957201" y="127083"/>
                  </a:lnTo>
                  <a:lnTo>
                    <a:pt x="960628" y="130449"/>
                  </a:lnTo>
                  <a:lnTo>
                    <a:pt x="964055" y="132486"/>
                  </a:lnTo>
                  <a:lnTo>
                    <a:pt x="967481" y="133012"/>
                  </a:lnTo>
                  <a:lnTo>
                    <a:pt x="970908" y="131978"/>
                  </a:lnTo>
                  <a:lnTo>
                    <a:pt x="974335" y="129477"/>
                  </a:lnTo>
                  <a:lnTo>
                    <a:pt x="978904" y="124262"/>
                  </a:lnTo>
                  <a:lnTo>
                    <a:pt x="985757" y="114179"/>
                  </a:lnTo>
                  <a:lnTo>
                    <a:pt x="992611" y="104571"/>
                  </a:lnTo>
                  <a:lnTo>
                    <a:pt x="997180" y="100130"/>
                  </a:lnTo>
                  <a:lnTo>
                    <a:pt x="1000606" y="98370"/>
                  </a:lnTo>
                  <a:lnTo>
                    <a:pt x="1004033" y="98143"/>
                  </a:lnTo>
                  <a:lnTo>
                    <a:pt x="1007460" y="99468"/>
                  </a:lnTo>
                  <a:lnTo>
                    <a:pt x="1010887" y="102227"/>
                  </a:lnTo>
                  <a:lnTo>
                    <a:pt x="1015456" y="107695"/>
                  </a:lnTo>
                  <a:lnTo>
                    <a:pt x="1031447" y="129590"/>
                  </a:lnTo>
                  <a:lnTo>
                    <a:pt x="1034874" y="132025"/>
                  </a:lnTo>
                  <a:lnTo>
                    <a:pt x="1038300" y="132986"/>
                  </a:lnTo>
                  <a:lnTo>
                    <a:pt x="1041727" y="132386"/>
                  </a:lnTo>
                  <a:lnTo>
                    <a:pt x="1045154" y="130281"/>
                  </a:lnTo>
                  <a:lnTo>
                    <a:pt x="1048581" y="126856"/>
                  </a:lnTo>
                  <a:lnTo>
                    <a:pt x="1054292" y="119093"/>
                  </a:lnTo>
                  <a:lnTo>
                    <a:pt x="1064572" y="104345"/>
                  </a:lnTo>
                  <a:lnTo>
                    <a:pt x="1069141" y="100000"/>
                  </a:lnTo>
                  <a:lnTo>
                    <a:pt x="1072568" y="98327"/>
                  </a:lnTo>
                  <a:lnTo>
                    <a:pt x="1075995" y="98191"/>
                  </a:lnTo>
                  <a:lnTo>
                    <a:pt x="1079421" y="99605"/>
                  </a:lnTo>
                  <a:lnTo>
                    <a:pt x="1082848" y="102442"/>
                  </a:lnTo>
                  <a:lnTo>
                    <a:pt x="1087417" y="107986"/>
                  </a:lnTo>
                  <a:lnTo>
                    <a:pt x="1103408" y="129803"/>
                  </a:lnTo>
                  <a:lnTo>
                    <a:pt x="1106835" y="132162"/>
                  </a:lnTo>
                  <a:lnTo>
                    <a:pt x="1110262" y="133039"/>
                  </a:lnTo>
                  <a:lnTo>
                    <a:pt x="1113689" y="132355"/>
                  </a:lnTo>
                  <a:lnTo>
                    <a:pt x="1117115" y="130171"/>
                  </a:lnTo>
                  <a:lnTo>
                    <a:pt x="1120542" y="126683"/>
                  </a:lnTo>
                  <a:lnTo>
                    <a:pt x="1126253" y="118859"/>
                  </a:lnTo>
                  <a:lnTo>
                    <a:pt x="1136534" y="104180"/>
                  </a:lnTo>
                  <a:lnTo>
                    <a:pt x="1139960" y="100780"/>
                  </a:lnTo>
                  <a:lnTo>
                    <a:pt x="1143387" y="98703"/>
                  </a:lnTo>
                  <a:lnTo>
                    <a:pt x="1146814" y="98134"/>
                  </a:lnTo>
                  <a:lnTo>
                    <a:pt x="1150240" y="99126"/>
                  </a:lnTo>
                  <a:lnTo>
                    <a:pt x="1153667" y="101590"/>
                  </a:lnTo>
                  <a:lnTo>
                    <a:pt x="1158236" y="106767"/>
                  </a:lnTo>
                  <a:lnTo>
                    <a:pt x="1165090" y="116831"/>
                  </a:lnTo>
                  <a:lnTo>
                    <a:pt x="1171943" y="126470"/>
                  </a:lnTo>
                  <a:lnTo>
                    <a:pt x="1176512" y="130954"/>
                  </a:lnTo>
                  <a:lnTo>
                    <a:pt x="1179939" y="132755"/>
                  </a:lnTo>
                  <a:lnTo>
                    <a:pt x="1183366" y="133025"/>
                  </a:lnTo>
                  <a:lnTo>
                    <a:pt x="1186792" y="131742"/>
                  </a:lnTo>
                  <a:lnTo>
                    <a:pt x="1190219" y="129020"/>
                  </a:lnTo>
                  <a:lnTo>
                    <a:pt x="1194788" y="123590"/>
                  </a:lnTo>
                  <a:lnTo>
                    <a:pt x="1210779" y="101667"/>
                  </a:lnTo>
                  <a:lnTo>
                    <a:pt x="1214206" y="99198"/>
                  </a:lnTo>
                  <a:lnTo>
                    <a:pt x="1217633" y="98200"/>
                  </a:lnTo>
                  <a:lnTo>
                    <a:pt x="1221060" y="98761"/>
                  </a:lnTo>
                  <a:lnTo>
                    <a:pt x="1224486" y="100833"/>
                  </a:lnTo>
                  <a:lnTo>
                    <a:pt x="1227913" y="104229"/>
                  </a:lnTo>
                  <a:lnTo>
                    <a:pt x="1232482" y="110281"/>
                  </a:lnTo>
                  <a:lnTo>
                    <a:pt x="1245047" y="128053"/>
                  </a:lnTo>
                  <a:lnTo>
                    <a:pt x="1248474" y="131152"/>
                  </a:lnTo>
                  <a:lnTo>
                    <a:pt x="1251900" y="132868"/>
                  </a:lnTo>
                  <a:lnTo>
                    <a:pt x="1255327" y="133050"/>
                  </a:lnTo>
                  <a:lnTo>
                    <a:pt x="1258754" y="131681"/>
                  </a:lnTo>
                  <a:lnTo>
                    <a:pt x="1262181" y="128884"/>
                  </a:lnTo>
                  <a:lnTo>
                    <a:pt x="1266750" y="123380"/>
                  </a:lnTo>
                  <a:lnTo>
                    <a:pt x="1282741" y="101541"/>
                  </a:lnTo>
                  <a:lnTo>
                    <a:pt x="1286168" y="99149"/>
                  </a:lnTo>
                  <a:lnTo>
                    <a:pt x="1289594" y="98237"/>
                  </a:lnTo>
                  <a:lnTo>
                    <a:pt x="1293021" y="98884"/>
                  </a:lnTo>
                  <a:lnTo>
                    <a:pt x="1296448" y="101035"/>
                  </a:lnTo>
                  <a:lnTo>
                    <a:pt x="1299875" y="104497"/>
                  </a:lnTo>
                  <a:lnTo>
                    <a:pt x="1305586" y="112299"/>
                  </a:lnTo>
                  <a:lnTo>
                    <a:pt x="1315866" y="127023"/>
                  </a:lnTo>
                  <a:lnTo>
                    <a:pt x="1320435" y="131324"/>
                  </a:lnTo>
                  <a:lnTo>
                    <a:pt x="1323862" y="132957"/>
                  </a:lnTo>
                  <a:lnTo>
                    <a:pt x="1327289" y="133050"/>
                  </a:lnTo>
                  <a:lnTo>
                    <a:pt x="1330715" y="131596"/>
                  </a:lnTo>
                  <a:lnTo>
                    <a:pt x="1334142" y="128724"/>
                  </a:lnTo>
                  <a:lnTo>
                    <a:pt x="1338711" y="123148"/>
                  </a:lnTo>
                  <a:lnTo>
                    <a:pt x="1354702" y="101400"/>
                  </a:lnTo>
                  <a:lnTo>
                    <a:pt x="1358129" y="99085"/>
                  </a:lnTo>
                  <a:lnTo>
                    <a:pt x="1361556" y="98258"/>
                  </a:lnTo>
                  <a:lnTo>
                    <a:pt x="1364983" y="98992"/>
                  </a:lnTo>
                  <a:lnTo>
                    <a:pt x="1368409" y="101222"/>
                  </a:lnTo>
                  <a:lnTo>
                    <a:pt x="1371836" y="104748"/>
                  </a:lnTo>
                  <a:lnTo>
                    <a:pt x="1377547" y="112611"/>
                  </a:lnTo>
                  <a:lnTo>
                    <a:pt x="1387828" y="127266"/>
                  </a:lnTo>
                  <a:lnTo>
                    <a:pt x="1391254" y="130635"/>
                  </a:lnTo>
                  <a:lnTo>
                    <a:pt x="1394681" y="132674"/>
                  </a:lnTo>
                  <a:lnTo>
                    <a:pt x="1398108" y="133200"/>
                  </a:lnTo>
                  <a:lnTo>
                    <a:pt x="1401534" y="132167"/>
                  </a:lnTo>
                  <a:lnTo>
                    <a:pt x="1404961" y="129667"/>
                  </a:lnTo>
                  <a:lnTo>
                    <a:pt x="1409530" y="124453"/>
                  </a:lnTo>
                  <a:lnTo>
                    <a:pt x="1416384" y="114377"/>
                  </a:lnTo>
                  <a:lnTo>
                    <a:pt x="1423237" y="104778"/>
                  </a:lnTo>
                  <a:lnTo>
                    <a:pt x="1427806" y="100345"/>
                  </a:lnTo>
                  <a:lnTo>
                    <a:pt x="1431233" y="98592"/>
                  </a:lnTo>
                  <a:lnTo>
                    <a:pt x="1434660" y="98371"/>
                  </a:lnTo>
                  <a:lnTo>
                    <a:pt x="1438086" y="99702"/>
                  </a:lnTo>
                  <a:lnTo>
                    <a:pt x="1441513" y="102467"/>
                  </a:lnTo>
                  <a:lnTo>
                    <a:pt x="1446082" y="107940"/>
                  </a:lnTo>
                  <a:lnTo>
                    <a:pt x="1462073" y="129832"/>
                  </a:lnTo>
                  <a:lnTo>
                    <a:pt x="1465500" y="132263"/>
                  </a:lnTo>
                  <a:lnTo>
                    <a:pt x="1468927" y="133219"/>
                  </a:lnTo>
                  <a:lnTo>
                    <a:pt x="1472354" y="132614"/>
                  </a:lnTo>
                  <a:lnTo>
                    <a:pt x="1475780" y="130503"/>
                  </a:lnTo>
                  <a:lnTo>
                    <a:pt x="1479207" y="127074"/>
                  </a:lnTo>
                  <a:lnTo>
                    <a:pt x="1484918" y="119305"/>
                  </a:lnTo>
                  <a:lnTo>
                    <a:pt x="1495199" y="104556"/>
                  </a:lnTo>
                  <a:lnTo>
                    <a:pt x="1499768" y="100213"/>
                  </a:lnTo>
                  <a:lnTo>
                    <a:pt x="1503194" y="98543"/>
                  </a:lnTo>
                  <a:lnTo>
                    <a:pt x="1506621" y="98409"/>
                  </a:lnTo>
                  <a:lnTo>
                    <a:pt x="1510048" y="99825"/>
                  </a:lnTo>
                  <a:lnTo>
                    <a:pt x="1513474" y="102663"/>
                  </a:lnTo>
                  <a:lnTo>
                    <a:pt x="1518043" y="108207"/>
                  </a:lnTo>
                  <a:lnTo>
                    <a:pt x="1534035" y="130006"/>
                  </a:lnTo>
                  <a:lnTo>
                    <a:pt x="1537462" y="132359"/>
                  </a:lnTo>
                  <a:lnTo>
                    <a:pt x="1540888" y="133228"/>
                  </a:lnTo>
                  <a:lnTo>
                    <a:pt x="1544315" y="132536"/>
                  </a:lnTo>
                  <a:lnTo>
                    <a:pt x="1547742" y="130345"/>
                  </a:lnTo>
                  <a:lnTo>
                    <a:pt x="1551169" y="126850"/>
                  </a:lnTo>
                  <a:lnTo>
                    <a:pt x="1556880" y="119018"/>
                  </a:lnTo>
                  <a:lnTo>
                    <a:pt x="1567160" y="104333"/>
                  </a:lnTo>
                  <a:lnTo>
                    <a:pt x="1570587" y="100932"/>
                  </a:lnTo>
                  <a:lnTo>
                    <a:pt x="1574013" y="98856"/>
                  </a:lnTo>
                  <a:lnTo>
                    <a:pt x="1577440" y="98289"/>
                  </a:lnTo>
                  <a:lnTo>
                    <a:pt x="1580867" y="99282"/>
                  </a:lnTo>
                  <a:lnTo>
                    <a:pt x="1584294" y="101747"/>
                  </a:lnTo>
                  <a:lnTo>
                    <a:pt x="1588863" y="106924"/>
                  </a:lnTo>
                  <a:lnTo>
                    <a:pt x="1595716" y="116983"/>
                  </a:lnTo>
                  <a:lnTo>
                    <a:pt x="1602570" y="126612"/>
                  </a:lnTo>
                  <a:lnTo>
                    <a:pt x="1607139" y="131088"/>
                  </a:lnTo>
                  <a:lnTo>
                    <a:pt x="1610565" y="132881"/>
                  </a:lnTo>
                  <a:lnTo>
                    <a:pt x="1613992" y="133144"/>
                  </a:lnTo>
                  <a:lnTo>
                    <a:pt x="1617419" y="131853"/>
                  </a:lnTo>
                  <a:lnTo>
                    <a:pt x="1620846" y="129124"/>
                  </a:lnTo>
                  <a:lnTo>
                    <a:pt x="1625415" y="123685"/>
                  </a:lnTo>
                  <a:lnTo>
                    <a:pt x="1641406" y="101753"/>
                  </a:lnTo>
                  <a:lnTo>
                    <a:pt x="1644833" y="99286"/>
                  </a:lnTo>
                  <a:lnTo>
                    <a:pt x="1648259" y="98289"/>
                  </a:lnTo>
                  <a:lnTo>
                    <a:pt x="1651686" y="98853"/>
                  </a:lnTo>
                  <a:lnTo>
                    <a:pt x="1655113" y="100926"/>
                  </a:lnTo>
                  <a:lnTo>
                    <a:pt x="1658540" y="104323"/>
                  </a:lnTo>
                  <a:lnTo>
                    <a:pt x="1663109" y="110375"/>
                  </a:lnTo>
                  <a:lnTo>
                    <a:pt x="1675673" y="128134"/>
                  </a:lnTo>
                  <a:lnTo>
                    <a:pt x="1679100" y="131226"/>
                  </a:lnTo>
                  <a:lnTo>
                    <a:pt x="1682527" y="132936"/>
                  </a:lnTo>
                  <a:lnTo>
                    <a:pt x="1685954" y="133111"/>
                  </a:lnTo>
                  <a:lnTo>
                    <a:pt x="1689380" y="131736"/>
                  </a:lnTo>
                  <a:lnTo>
                    <a:pt x="1692807" y="128932"/>
                  </a:lnTo>
                  <a:lnTo>
                    <a:pt x="1697376" y="123422"/>
                  </a:lnTo>
                  <a:lnTo>
                    <a:pt x="1712225" y="102671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2645670" y="979563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115752"/>
                  </a:moveTo>
                  <a:lnTo>
                    <a:pt x="1142" y="144293"/>
                  </a:lnTo>
                  <a:lnTo>
                    <a:pt x="3426" y="289345"/>
                  </a:lnTo>
                  <a:lnTo>
                    <a:pt x="4568" y="331958"/>
                  </a:lnTo>
                  <a:lnTo>
                    <a:pt x="5711" y="354048"/>
                  </a:lnTo>
                  <a:lnTo>
                    <a:pt x="6853" y="364162"/>
                  </a:lnTo>
                  <a:lnTo>
                    <a:pt x="7995" y="368258"/>
                  </a:lnTo>
                  <a:lnTo>
                    <a:pt x="9137" y="369599"/>
                  </a:lnTo>
                  <a:lnTo>
                    <a:pt x="11422" y="369445"/>
                  </a:lnTo>
                  <a:lnTo>
                    <a:pt x="36551" y="336657"/>
                  </a:lnTo>
                  <a:lnTo>
                    <a:pt x="47974" y="296838"/>
                  </a:lnTo>
                  <a:lnTo>
                    <a:pt x="62823" y="238888"/>
                  </a:lnTo>
                  <a:lnTo>
                    <a:pt x="68534" y="221425"/>
                  </a:lnTo>
                  <a:lnTo>
                    <a:pt x="95948" y="184853"/>
                  </a:lnTo>
                  <a:lnTo>
                    <a:pt x="100517" y="179013"/>
                  </a:lnTo>
                  <a:lnTo>
                    <a:pt x="105086" y="170988"/>
                  </a:lnTo>
                  <a:lnTo>
                    <a:pt x="109655" y="160514"/>
                  </a:lnTo>
                  <a:lnTo>
                    <a:pt x="115366" y="144284"/>
                  </a:lnTo>
                  <a:lnTo>
                    <a:pt x="126789" y="106774"/>
                  </a:lnTo>
                  <a:lnTo>
                    <a:pt x="133642" y="86449"/>
                  </a:lnTo>
                  <a:lnTo>
                    <a:pt x="151918" y="61889"/>
                  </a:lnTo>
                  <a:lnTo>
                    <a:pt x="155345" y="61968"/>
                  </a:lnTo>
                  <a:lnTo>
                    <a:pt x="161056" y="63556"/>
                  </a:lnTo>
                  <a:lnTo>
                    <a:pt x="166767" y="65113"/>
                  </a:lnTo>
                  <a:lnTo>
                    <a:pt x="203319" y="14327"/>
                  </a:lnTo>
                  <a:lnTo>
                    <a:pt x="207888" y="7664"/>
                  </a:lnTo>
                  <a:lnTo>
                    <a:pt x="211315" y="4430"/>
                  </a:lnTo>
                  <a:lnTo>
                    <a:pt x="214742" y="2882"/>
                  </a:lnTo>
                  <a:lnTo>
                    <a:pt x="217026" y="2796"/>
                  </a:lnTo>
                  <a:lnTo>
                    <a:pt x="220453" y="4008"/>
                  </a:lnTo>
                  <a:lnTo>
                    <a:pt x="223880" y="6628"/>
                  </a:lnTo>
                  <a:lnTo>
                    <a:pt x="228449" y="11727"/>
                  </a:lnTo>
                  <a:lnTo>
                    <a:pt x="241013" y="27143"/>
                  </a:lnTo>
                  <a:lnTo>
                    <a:pt x="244440" y="29680"/>
                  </a:lnTo>
                  <a:lnTo>
                    <a:pt x="247867" y="30900"/>
                  </a:lnTo>
                  <a:lnTo>
                    <a:pt x="251293" y="30675"/>
                  </a:lnTo>
                  <a:lnTo>
                    <a:pt x="254720" y="29015"/>
                  </a:lnTo>
                  <a:lnTo>
                    <a:pt x="258147" y="26067"/>
                  </a:lnTo>
                  <a:lnTo>
                    <a:pt x="262716" y="20616"/>
                  </a:lnTo>
                  <a:lnTo>
                    <a:pt x="275281" y="4227"/>
                  </a:lnTo>
                  <a:lnTo>
                    <a:pt x="278707" y="1446"/>
                  </a:lnTo>
                  <a:lnTo>
                    <a:pt x="282134" y="57"/>
                  </a:lnTo>
                  <a:lnTo>
                    <a:pt x="284419" y="0"/>
                  </a:lnTo>
                  <a:lnTo>
                    <a:pt x="287845" y="1270"/>
                  </a:lnTo>
                  <a:lnTo>
                    <a:pt x="291272" y="4118"/>
                  </a:lnTo>
                  <a:lnTo>
                    <a:pt x="294699" y="8363"/>
                  </a:lnTo>
                  <a:lnTo>
                    <a:pt x="300410" y="17685"/>
                  </a:lnTo>
                  <a:lnTo>
                    <a:pt x="311832" y="37553"/>
                  </a:lnTo>
                  <a:lnTo>
                    <a:pt x="316401" y="43099"/>
                  </a:lnTo>
                  <a:lnTo>
                    <a:pt x="319828" y="45652"/>
                  </a:lnTo>
                  <a:lnTo>
                    <a:pt x="323255" y="46683"/>
                  </a:lnTo>
                  <a:lnTo>
                    <a:pt x="326682" y="46211"/>
                  </a:lnTo>
                  <a:lnTo>
                    <a:pt x="330108" y="44393"/>
                  </a:lnTo>
                  <a:lnTo>
                    <a:pt x="334677" y="40372"/>
                  </a:lnTo>
                  <a:lnTo>
                    <a:pt x="348384" y="26761"/>
                  </a:lnTo>
                  <a:lnTo>
                    <a:pt x="351811" y="25274"/>
                  </a:lnTo>
                  <a:lnTo>
                    <a:pt x="384936" y="68683"/>
                  </a:lnTo>
                  <a:lnTo>
                    <a:pt x="388363" y="72797"/>
                  </a:lnTo>
                  <a:lnTo>
                    <a:pt x="391790" y="75457"/>
                  </a:lnTo>
                  <a:lnTo>
                    <a:pt x="395216" y="76552"/>
                  </a:lnTo>
                  <a:lnTo>
                    <a:pt x="398643" y="76111"/>
                  </a:lnTo>
                  <a:lnTo>
                    <a:pt x="402070" y="74299"/>
                  </a:lnTo>
                  <a:lnTo>
                    <a:pt x="406639" y="70260"/>
                  </a:lnTo>
                  <a:lnTo>
                    <a:pt x="420346" y="56515"/>
                  </a:lnTo>
                  <a:lnTo>
                    <a:pt x="423772" y="54975"/>
                  </a:lnTo>
                  <a:lnTo>
                    <a:pt x="456898" y="96295"/>
                  </a:lnTo>
                  <a:lnTo>
                    <a:pt x="460324" y="99990"/>
                  </a:lnTo>
                  <a:lnTo>
                    <a:pt x="463751" y="102206"/>
                  </a:lnTo>
                  <a:lnTo>
                    <a:pt x="467178" y="102844"/>
                  </a:lnTo>
                  <a:lnTo>
                    <a:pt x="470605" y="101939"/>
                  </a:lnTo>
                  <a:lnTo>
                    <a:pt x="474031" y="99666"/>
                  </a:lnTo>
                  <a:lnTo>
                    <a:pt x="478600" y="95028"/>
                  </a:lnTo>
                  <a:lnTo>
                    <a:pt x="491165" y="80578"/>
                  </a:lnTo>
                  <a:lnTo>
                    <a:pt x="494592" y="78253"/>
                  </a:lnTo>
                  <a:lnTo>
                    <a:pt x="498018" y="77267"/>
                  </a:lnTo>
                  <a:lnTo>
                    <a:pt x="501445" y="77787"/>
                  </a:lnTo>
                  <a:lnTo>
                    <a:pt x="504872" y="79839"/>
                  </a:lnTo>
                  <a:lnTo>
                    <a:pt x="508299" y="83315"/>
                  </a:lnTo>
                  <a:lnTo>
                    <a:pt x="512868" y="89734"/>
                  </a:lnTo>
                  <a:lnTo>
                    <a:pt x="528859" y="115018"/>
                  </a:lnTo>
                  <a:lnTo>
                    <a:pt x="532286" y="118183"/>
                  </a:lnTo>
                  <a:lnTo>
                    <a:pt x="535713" y="119864"/>
                  </a:lnTo>
                  <a:lnTo>
                    <a:pt x="539139" y="119965"/>
                  </a:lnTo>
                  <a:lnTo>
                    <a:pt x="542566" y="118534"/>
                  </a:lnTo>
                  <a:lnTo>
                    <a:pt x="545993" y="115751"/>
                  </a:lnTo>
                  <a:lnTo>
                    <a:pt x="550562" y="110470"/>
                  </a:lnTo>
                  <a:lnTo>
                    <a:pt x="563126" y="94520"/>
                  </a:lnTo>
                  <a:lnTo>
                    <a:pt x="566553" y="91849"/>
                  </a:lnTo>
                  <a:lnTo>
                    <a:pt x="569980" y="90535"/>
                  </a:lnTo>
                  <a:lnTo>
                    <a:pt x="573407" y="90737"/>
                  </a:lnTo>
                  <a:lnTo>
                    <a:pt x="576833" y="92476"/>
                  </a:lnTo>
                  <a:lnTo>
                    <a:pt x="580260" y="95633"/>
                  </a:lnTo>
                  <a:lnTo>
                    <a:pt x="584829" y="101609"/>
                  </a:lnTo>
                  <a:lnTo>
                    <a:pt x="600821" y="125096"/>
                  </a:lnTo>
                  <a:lnTo>
                    <a:pt x="604247" y="127836"/>
                  </a:lnTo>
                  <a:lnTo>
                    <a:pt x="607674" y="129090"/>
                  </a:lnTo>
                  <a:lnTo>
                    <a:pt x="611101" y="128771"/>
                  </a:lnTo>
                  <a:lnTo>
                    <a:pt x="614527" y="126932"/>
                  </a:lnTo>
                  <a:lnTo>
                    <a:pt x="617954" y="123763"/>
                  </a:lnTo>
                  <a:lnTo>
                    <a:pt x="622523" y="118009"/>
                  </a:lnTo>
                  <a:lnTo>
                    <a:pt x="635088" y="101054"/>
                  </a:lnTo>
                  <a:lnTo>
                    <a:pt x="638515" y="98177"/>
                  </a:lnTo>
                  <a:lnTo>
                    <a:pt x="641941" y="96676"/>
                  </a:lnTo>
                  <a:lnTo>
                    <a:pt x="645368" y="96703"/>
                  </a:lnTo>
                  <a:lnTo>
                    <a:pt x="648795" y="98271"/>
                  </a:lnTo>
                  <a:lnTo>
                    <a:pt x="652222" y="101254"/>
                  </a:lnTo>
                  <a:lnTo>
                    <a:pt x="656791" y="106981"/>
                  </a:lnTo>
                  <a:lnTo>
                    <a:pt x="672782" y="129349"/>
                  </a:lnTo>
                  <a:lnTo>
                    <a:pt x="676209" y="131810"/>
                  </a:lnTo>
                  <a:lnTo>
                    <a:pt x="679635" y="132782"/>
                  </a:lnTo>
                  <a:lnTo>
                    <a:pt x="683062" y="132187"/>
                  </a:lnTo>
                  <a:lnTo>
                    <a:pt x="686489" y="130085"/>
                  </a:lnTo>
                  <a:lnTo>
                    <a:pt x="689916" y="126674"/>
                  </a:lnTo>
                  <a:lnTo>
                    <a:pt x="695627" y="118963"/>
                  </a:lnTo>
                  <a:lnTo>
                    <a:pt x="705907" y="104442"/>
                  </a:lnTo>
                  <a:lnTo>
                    <a:pt x="709334" y="101083"/>
                  </a:lnTo>
                  <a:lnTo>
                    <a:pt x="712761" y="99042"/>
                  </a:lnTo>
                  <a:lnTo>
                    <a:pt x="716187" y="98506"/>
                  </a:lnTo>
                  <a:lnTo>
                    <a:pt x="719614" y="99526"/>
                  </a:lnTo>
                  <a:lnTo>
                    <a:pt x="723041" y="102014"/>
                  </a:lnTo>
                  <a:lnTo>
                    <a:pt x="727610" y="107221"/>
                  </a:lnTo>
                  <a:lnTo>
                    <a:pt x="734463" y="117322"/>
                  </a:lnTo>
                  <a:lnTo>
                    <a:pt x="741317" y="126993"/>
                  </a:lnTo>
                  <a:lnTo>
                    <a:pt x="745886" y="131496"/>
                  </a:lnTo>
                  <a:lnTo>
                    <a:pt x="749312" y="133307"/>
                  </a:lnTo>
                  <a:lnTo>
                    <a:pt x="752739" y="133587"/>
                  </a:lnTo>
                  <a:lnTo>
                    <a:pt x="756166" y="132311"/>
                  </a:lnTo>
                  <a:lnTo>
                    <a:pt x="759593" y="129594"/>
                  </a:lnTo>
                  <a:lnTo>
                    <a:pt x="764162" y="124166"/>
                  </a:lnTo>
                  <a:lnTo>
                    <a:pt x="780153" y="102210"/>
                  </a:lnTo>
                  <a:lnTo>
                    <a:pt x="783580" y="99728"/>
                  </a:lnTo>
                  <a:lnTo>
                    <a:pt x="787007" y="98714"/>
                  </a:lnTo>
                  <a:lnTo>
                    <a:pt x="790433" y="99260"/>
                  </a:lnTo>
                  <a:lnTo>
                    <a:pt x="793860" y="101314"/>
                  </a:lnTo>
                  <a:lnTo>
                    <a:pt x="797287" y="104694"/>
                  </a:lnTo>
                  <a:lnTo>
                    <a:pt x="801856" y="110724"/>
                  </a:lnTo>
                  <a:lnTo>
                    <a:pt x="814420" y="128443"/>
                  </a:lnTo>
                  <a:lnTo>
                    <a:pt x="817847" y="131529"/>
                  </a:lnTo>
                  <a:lnTo>
                    <a:pt x="821274" y="133233"/>
                  </a:lnTo>
                  <a:lnTo>
                    <a:pt x="824701" y="133403"/>
                  </a:lnTo>
                  <a:lnTo>
                    <a:pt x="828127" y="132021"/>
                  </a:lnTo>
                  <a:lnTo>
                    <a:pt x="831554" y="129210"/>
                  </a:lnTo>
                  <a:lnTo>
                    <a:pt x="836123" y="123686"/>
                  </a:lnTo>
                  <a:lnTo>
                    <a:pt x="852114" y="101761"/>
                  </a:lnTo>
                  <a:lnTo>
                    <a:pt x="855541" y="99348"/>
                  </a:lnTo>
                  <a:lnTo>
                    <a:pt x="858968" y="98413"/>
                  </a:lnTo>
                  <a:lnTo>
                    <a:pt x="862395" y="99040"/>
                  </a:lnTo>
                  <a:lnTo>
                    <a:pt x="865821" y="101169"/>
                  </a:lnTo>
                  <a:lnTo>
                    <a:pt x="869248" y="104611"/>
                  </a:lnTo>
                  <a:lnTo>
                    <a:pt x="874959" y="112383"/>
                  </a:lnTo>
                  <a:lnTo>
                    <a:pt x="885240" y="127065"/>
                  </a:lnTo>
                  <a:lnTo>
                    <a:pt x="889809" y="131351"/>
                  </a:lnTo>
                  <a:lnTo>
                    <a:pt x="893235" y="132974"/>
                  </a:lnTo>
                  <a:lnTo>
                    <a:pt x="896662" y="133058"/>
                  </a:lnTo>
                  <a:lnTo>
                    <a:pt x="900089" y="131595"/>
                  </a:lnTo>
                  <a:lnTo>
                    <a:pt x="903516" y="128713"/>
                  </a:lnTo>
                  <a:lnTo>
                    <a:pt x="908084" y="123125"/>
                  </a:lnTo>
                  <a:lnTo>
                    <a:pt x="924076" y="101318"/>
                  </a:lnTo>
                  <a:lnTo>
                    <a:pt x="927503" y="98990"/>
                  </a:lnTo>
                  <a:lnTo>
                    <a:pt x="930929" y="98148"/>
                  </a:lnTo>
                  <a:lnTo>
                    <a:pt x="934356" y="98868"/>
                  </a:lnTo>
                  <a:lnTo>
                    <a:pt x="937783" y="101085"/>
                  </a:lnTo>
                  <a:lnTo>
                    <a:pt x="941210" y="104599"/>
                  </a:lnTo>
                  <a:lnTo>
                    <a:pt x="946921" y="112445"/>
                  </a:lnTo>
                  <a:lnTo>
                    <a:pt x="957201" y="127083"/>
                  </a:lnTo>
                  <a:lnTo>
                    <a:pt x="960628" y="130449"/>
                  </a:lnTo>
                  <a:lnTo>
                    <a:pt x="964055" y="132486"/>
                  </a:lnTo>
                  <a:lnTo>
                    <a:pt x="967481" y="133012"/>
                  </a:lnTo>
                  <a:lnTo>
                    <a:pt x="970908" y="131978"/>
                  </a:lnTo>
                  <a:lnTo>
                    <a:pt x="974335" y="129477"/>
                  </a:lnTo>
                  <a:lnTo>
                    <a:pt x="978904" y="124262"/>
                  </a:lnTo>
                  <a:lnTo>
                    <a:pt x="985757" y="114179"/>
                  </a:lnTo>
                  <a:lnTo>
                    <a:pt x="992611" y="104571"/>
                  </a:lnTo>
                  <a:lnTo>
                    <a:pt x="997180" y="100130"/>
                  </a:lnTo>
                  <a:lnTo>
                    <a:pt x="1000606" y="98370"/>
                  </a:lnTo>
                  <a:lnTo>
                    <a:pt x="1004033" y="98143"/>
                  </a:lnTo>
                  <a:lnTo>
                    <a:pt x="1007460" y="99468"/>
                  </a:lnTo>
                  <a:lnTo>
                    <a:pt x="1010887" y="102227"/>
                  </a:lnTo>
                  <a:lnTo>
                    <a:pt x="1015456" y="107695"/>
                  </a:lnTo>
                  <a:lnTo>
                    <a:pt x="1031447" y="129590"/>
                  </a:lnTo>
                  <a:lnTo>
                    <a:pt x="1034874" y="132025"/>
                  </a:lnTo>
                  <a:lnTo>
                    <a:pt x="1038300" y="132986"/>
                  </a:lnTo>
                  <a:lnTo>
                    <a:pt x="1041727" y="132386"/>
                  </a:lnTo>
                  <a:lnTo>
                    <a:pt x="1045154" y="130281"/>
                  </a:lnTo>
                  <a:lnTo>
                    <a:pt x="1048581" y="126856"/>
                  </a:lnTo>
                  <a:lnTo>
                    <a:pt x="1054292" y="119093"/>
                  </a:lnTo>
                  <a:lnTo>
                    <a:pt x="1064572" y="104345"/>
                  </a:lnTo>
                  <a:lnTo>
                    <a:pt x="1069141" y="100000"/>
                  </a:lnTo>
                  <a:lnTo>
                    <a:pt x="1072568" y="98327"/>
                  </a:lnTo>
                  <a:lnTo>
                    <a:pt x="1075995" y="98191"/>
                  </a:lnTo>
                  <a:lnTo>
                    <a:pt x="1079421" y="99605"/>
                  </a:lnTo>
                  <a:lnTo>
                    <a:pt x="1082848" y="102442"/>
                  </a:lnTo>
                  <a:lnTo>
                    <a:pt x="1087417" y="107986"/>
                  </a:lnTo>
                  <a:lnTo>
                    <a:pt x="1103408" y="129803"/>
                  </a:lnTo>
                  <a:lnTo>
                    <a:pt x="1106835" y="132162"/>
                  </a:lnTo>
                  <a:lnTo>
                    <a:pt x="1110262" y="133039"/>
                  </a:lnTo>
                  <a:lnTo>
                    <a:pt x="1113689" y="132355"/>
                  </a:lnTo>
                  <a:lnTo>
                    <a:pt x="1117115" y="130171"/>
                  </a:lnTo>
                  <a:lnTo>
                    <a:pt x="1120542" y="126683"/>
                  </a:lnTo>
                  <a:lnTo>
                    <a:pt x="1126253" y="118859"/>
                  </a:lnTo>
                  <a:lnTo>
                    <a:pt x="1136534" y="104180"/>
                  </a:lnTo>
                  <a:lnTo>
                    <a:pt x="1139960" y="100780"/>
                  </a:lnTo>
                  <a:lnTo>
                    <a:pt x="1143387" y="98703"/>
                  </a:lnTo>
                  <a:lnTo>
                    <a:pt x="1146814" y="98134"/>
                  </a:lnTo>
                  <a:lnTo>
                    <a:pt x="1150240" y="99126"/>
                  </a:lnTo>
                  <a:lnTo>
                    <a:pt x="1153667" y="101590"/>
                  </a:lnTo>
                  <a:lnTo>
                    <a:pt x="1158236" y="106767"/>
                  </a:lnTo>
                  <a:lnTo>
                    <a:pt x="1165090" y="116831"/>
                  </a:lnTo>
                  <a:lnTo>
                    <a:pt x="1171943" y="126470"/>
                  </a:lnTo>
                  <a:lnTo>
                    <a:pt x="1176512" y="130954"/>
                  </a:lnTo>
                  <a:lnTo>
                    <a:pt x="1179939" y="132755"/>
                  </a:lnTo>
                  <a:lnTo>
                    <a:pt x="1183366" y="133025"/>
                  </a:lnTo>
                  <a:lnTo>
                    <a:pt x="1186792" y="131742"/>
                  </a:lnTo>
                  <a:lnTo>
                    <a:pt x="1190219" y="129020"/>
                  </a:lnTo>
                  <a:lnTo>
                    <a:pt x="1194788" y="123590"/>
                  </a:lnTo>
                  <a:lnTo>
                    <a:pt x="1210779" y="101667"/>
                  </a:lnTo>
                  <a:lnTo>
                    <a:pt x="1214206" y="99198"/>
                  </a:lnTo>
                  <a:lnTo>
                    <a:pt x="1217633" y="98200"/>
                  </a:lnTo>
                  <a:lnTo>
                    <a:pt x="1221060" y="98761"/>
                  </a:lnTo>
                  <a:lnTo>
                    <a:pt x="1224486" y="100833"/>
                  </a:lnTo>
                  <a:lnTo>
                    <a:pt x="1227913" y="104229"/>
                  </a:lnTo>
                  <a:lnTo>
                    <a:pt x="1232482" y="110281"/>
                  </a:lnTo>
                  <a:lnTo>
                    <a:pt x="1245047" y="128053"/>
                  </a:lnTo>
                  <a:lnTo>
                    <a:pt x="1248474" y="131152"/>
                  </a:lnTo>
                  <a:lnTo>
                    <a:pt x="1251900" y="132868"/>
                  </a:lnTo>
                  <a:lnTo>
                    <a:pt x="1255327" y="133050"/>
                  </a:lnTo>
                  <a:lnTo>
                    <a:pt x="1258754" y="131681"/>
                  </a:lnTo>
                  <a:lnTo>
                    <a:pt x="1262181" y="128884"/>
                  </a:lnTo>
                  <a:lnTo>
                    <a:pt x="1266750" y="123380"/>
                  </a:lnTo>
                  <a:lnTo>
                    <a:pt x="1282741" y="101541"/>
                  </a:lnTo>
                  <a:lnTo>
                    <a:pt x="1286168" y="99149"/>
                  </a:lnTo>
                  <a:lnTo>
                    <a:pt x="1289594" y="98237"/>
                  </a:lnTo>
                  <a:lnTo>
                    <a:pt x="1293021" y="98884"/>
                  </a:lnTo>
                  <a:lnTo>
                    <a:pt x="1296448" y="101035"/>
                  </a:lnTo>
                  <a:lnTo>
                    <a:pt x="1299875" y="104497"/>
                  </a:lnTo>
                  <a:lnTo>
                    <a:pt x="1305586" y="112299"/>
                  </a:lnTo>
                  <a:lnTo>
                    <a:pt x="1315866" y="127023"/>
                  </a:lnTo>
                  <a:lnTo>
                    <a:pt x="1320435" y="131324"/>
                  </a:lnTo>
                  <a:lnTo>
                    <a:pt x="1323862" y="132957"/>
                  </a:lnTo>
                  <a:lnTo>
                    <a:pt x="1327289" y="133050"/>
                  </a:lnTo>
                  <a:lnTo>
                    <a:pt x="1330715" y="131596"/>
                  </a:lnTo>
                  <a:lnTo>
                    <a:pt x="1334142" y="128724"/>
                  </a:lnTo>
                  <a:lnTo>
                    <a:pt x="1338711" y="123148"/>
                  </a:lnTo>
                  <a:lnTo>
                    <a:pt x="1354702" y="101400"/>
                  </a:lnTo>
                  <a:lnTo>
                    <a:pt x="1358129" y="99085"/>
                  </a:lnTo>
                  <a:lnTo>
                    <a:pt x="1361556" y="98258"/>
                  </a:lnTo>
                  <a:lnTo>
                    <a:pt x="1364983" y="98992"/>
                  </a:lnTo>
                  <a:lnTo>
                    <a:pt x="1368409" y="101222"/>
                  </a:lnTo>
                  <a:lnTo>
                    <a:pt x="1371836" y="104748"/>
                  </a:lnTo>
                  <a:lnTo>
                    <a:pt x="1377547" y="112611"/>
                  </a:lnTo>
                  <a:lnTo>
                    <a:pt x="1387828" y="127266"/>
                  </a:lnTo>
                  <a:lnTo>
                    <a:pt x="1391254" y="130635"/>
                  </a:lnTo>
                  <a:lnTo>
                    <a:pt x="1394681" y="132674"/>
                  </a:lnTo>
                  <a:lnTo>
                    <a:pt x="1398108" y="133200"/>
                  </a:lnTo>
                  <a:lnTo>
                    <a:pt x="1401534" y="132167"/>
                  </a:lnTo>
                  <a:lnTo>
                    <a:pt x="1404961" y="129667"/>
                  </a:lnTo>
                  <a:lnTo>
                    <a:pt x="1409530" y="124453"/>
                  </a:lnTo>
                  <a:lnTo>
                    <a:pt x="1416384" y="114377"/>
                  </a:lnTo>
                  <a:lnTo>
                    <a:pt x="1423237" y="104778"/>
                  </a:lnTo>
                  <a:lnTo>
                    <a:pt x="1427806" y="100345"/>
                  </a:lnTo>
                  <a:lnTo>
                    <a:pt x="1431233" y="98592"/>
                  </a:lnTo>
                  <a:lnTo>
                    <a:pt x="1434660" y="98371"/>
                  </a:lnTo>
                  <a:lnTo>
                    <a:pt x="1438086" y="99702"/>
                  </a:lnTo>
                  <a:lnTo>
                    <a:pt x="1441513" y="102467"/>
                  </a:lnTo>
                  <a:lnTo>
                    <a:pt x="1446082" y="107940"/>
                  </a:lnTo>
                  <a:lnTo>
                    <a:pt x="1462073" y="129832"/>
                  </a:lnTo>
                  <a:lnTo>
                    <a:pt x="1465500" y="132263"/>
                  </a:lnTo>
                  <a:lnTo>
                    <a:pt x="1468927" y="133219"/>
                  </a:lnTo>
                  <a:lnTo>
                    <a:pt x="1472354" y="132614"/>
                  </a:lnTo>
                  <a:lnTo>
                    <a:pt x="1475780" y="130503"/>
                  </a:lnTo>
                  <a:lnTo>
                    <a:pt x="1479207" y="127074"/>
                  </a:lnTo>
                  <a:lnTo>
                    <a:pt x="1484918" y="119305"/>
                  </a:lnTo>
                  <a:lnTo>
                    <a:pt x="1495199" y="104556"/>
                  </a:lnTo>
                  <a:lnTo>
                    <a:pt x="1499768" y="100213"/>
                  </a:lnTo>
                  <a:lnTo>
                    <a:pt x="1503194" y="98543"/>
                  </a:lnTo>
                  <a:lnTo>
                    <a:pt x="1506621" y="98409"/>
                  </a:lnTo>
                  <a:lnTo>
                    <a:pt x="1510048" y="99825"/>
                  </a:lnTo>
                  <a:lnTo>
                    <a:pt x="1513474" y="102663"/>
                  </a:lnTo>
                  <a:lnTo>
                    <a:pt x="1518043" y="108207"/>
                  </a:lnTo>
                  <a:lnTo>
                    <a:pt x="1534035" y="130006"/>
                  </a:lnTo>
                  <a:lnTo>
                    <a:pt x="1537462" y="132359"/>
                  </a:lnTo>
                  <a:lnTo>
                    <a:pt x="1540888" y="133228"/>
                  </a:lnTo>
                  <a:lnTo>
                    <a:pt x="1544315" y="132536"/>
                  </a:lnTo>
                  <a:lnTo>
                    <a:pt x="1547742" y="130345"/>
                  </a:lnTo>
                  <a:lnTo>
                    <a:pt x="1551169" y="126850"/>
                  </a:lnTo>
                  <a:lnTo>
                    <a:pt x="1556880" y="119018"/>
                  </a:lnTo>
                  <a:lnTo>
                    <a:pt x="1567160" y="104333"/>
                  </a:lnTo>
                  <a:lnTo>
                    <a:pt x="1570587" y="100932"/>
                  </a:lnTo>
                  <a:lnTo>
                    <a:pt x="1574013" y="98856"/>
                  </a:lnTo>
                  <a:lnTo>
                    <a:pt x="1577440" y="98289"/>
                  </a:lnTo>
                  <a:lnTo>
                    <a:pt x="1580867" y="99282"/>
                  </a:lnTo>
                  <a:lnTo>
                    <a:pt x="1584294" y="101747"/>
                  </a:lnTo>
                  <a:lnTo>
                    <a:pt x="1588863" y="106924"/>
                  </a:lnTo>
                  <a:lnTo>
                    <a:pt x="1595716" y="116983"/>
                  </a:lnTo>
                  <a:lnTo>
                    <a:pt x="1602570" y="126612"/>
                  </a:lnTo>
                  <a:lnTo>
                    <a:pt x="1607139" y="131088"/>
                  </a:lnTo>
                  <a:lnTo>
                    <a:pt x="1610565" y="132881"/>
                  </a:lnTo>
                  <a:lnTo>
                    <a:pt x="1613992" y="133144"/>
                  </a:lnTo>
                  <a:lnTo>
                    <a:pt x="1617419" y="131853"/>
                  </a:lnTo>
                  <a:lnTo>
                    <a:pt x="1620846" y="129124"/>
                  </a:lnTo>
                  <a:lnTo>
                    <a:pt x="1625415" y="123685"/>
                  </a:lnTo>
                  <a:lnTo>
                    <a:pt x="1641406" y="101753"/>
                  </a:lnTo>
                  <a:lnTo>
                    <a:pt x="1644833" y="99286"/>
                  </a:lnTo>
                  <a:lnTo>
                    <a:pt x="1648259" y="98289"/>
                  </a:lnTo>
                  <a:lnTo>
                    <a:pt x="1651686" y="98853"/>
                  </a:lnTo>
                  <a:lnTo>
                    <a:pt x="1655113" y="100926"/>
                  </a:lnTo>
                  <a:lnTo>
                    <a:pt x="1658540" y="104323"/>
                  </a:lnTo>
                  <a:lnTo>
                    <a:pt x="1663109" y="110375"/>
                  </a:lnTo>
                  <a:lnTo>
                    <a:pt x="1675673" y="128134"/>
                  </a:lnTo>
                  <a:lnTo>
                    <a:pt x="1679100" y="131226"/>
                  </a:lnTo>
                  <a:lnTo>
                    <a:pt x="1682527" y="132936"/>
                  </a:lnTo>
                  <a:lnTo>
                    <a:pt x="1685954" y="133111"/>
                  </a:lnTo>
                  <a:lnTo>
                    <a:pt x="1689380" y="131736"/>
                  </a:lnTo>
                  <a:lnTo>
                    <a:pt x="1692807" y="128932"/>
                  </a:lnTo>
                  <a:lnTo>
                    <a:pt x="1697376" y="123422"/>
                  </a:lnTo>
                  <a:lnTo>
                    <a:pt x="1712225" y="102671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2560059" y="961011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4">
                  <a:moveTo>
                    <a:pt x="0" y="406803"/>
                  </a:moveTo>
                  <a:lnTo>
                    <a:pt x="0" y="0"/>
                  </a:lnTo>
                </a:path>
                <a:path w="1884045" h="407034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4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4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9" name="object 309"/>
          <p:cNvSpPr txBox="1"/>
          <p:nvPr/>
        </p:nvSpPr>
        <p:spPr>
          <a:xfrm>
            <a:off x="2716029" y="854341"/>
            <a:ext cx="1571625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dirty="0">
                <a:latin typeface="Arial"/>
                <a:cs typeface="Arial"/>
              </a:rPr>
              <a:t>States</a:t>
            </a:r>
            <a:r>
              <a:rPr sz="500" spc="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(solid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lines)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and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their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estimates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(dashed</a:t>
            </a:r>
            <a:r>
              <a:rPr sz="500" spc="45" dirty="0">
                <a:latin typeface="Arial"/>
                <a:cs typeface="Arial"/>
              </a:rPr>
              <a:t> </a:t>
            </a:r>
            <a:r>
              <a:rPr sz="500" spc="-10" dirty="0">
                <a:latin typeface="Arial"/>
                <a:cs typeface="Arial"/>
              </a:rPr>
              <a:t>lines)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2560059" y="1446953"/>
            <a:ext cx="1884045" cy="428625"/>
            <a:chOff x="2560059" y="1446953"/>
            <a:chExt cx="1884045" cy="428625"/>
          </a:xfrm>
        </p:grpSpPr>
        <p:sp>
          <p:nvSpPr>
            <p:cNvPr id="311" name="object 311"/>
            <p:cNvSpPr/>
            <p:nvPr/>
          </p:nvSpPr>
          <p:spPr>
            <a:xfrm>
              <a:off x="2560059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2645670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264567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264567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5" name="object 315"/>
          <p:cNvSpPr txBox="1"/>
          <p:nvPr/>
        </p:nvSpPr>
        <p:spPr>
          <a:xfrm>
            <a:off x="2617638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16" name="object 316"/>
          <p:cNvGrpSpPr/>
          <p:nvPr/>
        </p:nvGrpSpPr>
        <p:grpSpPr>
          <a:xfrm>
            <a:off x="2871897" y="1446953"/>
            <a:ext cx="4445" cy="428625"/>
            <a:chOff x="2871897" y="1446953"/>
            <a:chExt cx="4445" cy="428625"/>
          </a:xfrm>
        </p:grpSpPr>
        <p:sp>
          <p:nvSpPr>
            <p:cNvPr id="317" name="object 317"/>
            <p:cNvSpPr/>
            <p:nvPr/>
          </p:nvSpPr>
          <p:spPr>
            <a:xfrm>
              <a:off x="2874120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287412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287412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0" name="object 320"/>
          <p:cNvSpPr txBox="1"/>
          <p:nvPr/>
        </p:nvSpPr>
        <p:spPr>
          <a:xfrm>
            <a:off x="2846087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3100346" y="1446953"/>
            <a:ext cx="4445" cy="428625"/>
            <a:chOff x="3100346" y="1446953"/>
            <a:chExt cx="4445" cy="428625"/>
          </a:xfrm>
        </p:grpSpPr>
        <p:sp>
          <p:nvSpPr>
            <p:cNvPr id="322" name="object 322"/>
            <p:cNvSpPr/>
            <p:nvPr/>
          </p:nvSpPr>
          <p:spPr>
            <a:xfrm>
              <a:off x="3102569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3102569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3102569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5" name="object 325"/>
          <p:cNvSpPr txBox="1"/>
          <p:nvPr/>
        </p:nvSpPr>
        <p:spPr>
          <a:xfrm>
            <a:off x="3074536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26" name="object 326"/>
          <p:cNvGrpSpPr/>
          <p:nvPr/>
        </p:nvGrpSpPr>
        <p:grpSpPr>
          <a:xfrm>
            <a:off x="3328795" y="1446953"/>
            <a:ext cx="4445" cy="428625"/>
            <a:chOff x="3328795" y="1446953"/>
            <a:chExt cx="4445" cy="428625"/>
          </a:xfrm>
        </p:grpSpPr>
        <p:sp>
          <p:nvSpPr>
            <p:cNvPr id="327" name="object 327"/>
            <p:cNvSpPr/>
            <p:nvPr/>
          </p:nvSpPr>
          <p:spPr>
            <a:xfrm>
              <a:off x="3331018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3331018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3331018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0" name="object 330"/>
          <p:cNvSpPr txBox="1"/>
          <p:nvPr/>
        </p:nvSpPr>
        <p:spPr>
          <a:xfrm>
            <a:off x="3302985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3557244" y="1446953"/>
            <a:ext cx="4445" cy="428625"/>
            <a:chOff x="3557244" y="1446953"/>
            <a:chExt cx="4445" cy="428625"/>
          </a:xfrm>
        </p:grpSpPr>
        <p:sp>
          <p:nvSpPr>
            <p:cNvPr id="332" name="object 332"/>
            <p:cNvSpPr/>
            <p:nvPr/>
          </p:nvSpPr>
          <p:spPr>
            <a:xfrm>
              <a:off x="355946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355946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355946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5" name="object 335"/>
          <p:cNvSpPr txBox="1"/>
          <p:nvPr/>
        </p:nvSpPr>
        <p:spPr>
          <a:xfrm>
            <a:off x="3531434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6" name="object 336"/>
          <p:cNvGrpSpPr/>
          <p:nvPr/>
        </p:nvGrpSpPr>
        <p:grpSpPr>
          <a:xfrm>
            <a:off x="3785693" y="1446953"/>
            <a:ext cx="4445" cy="428625"/>
            <a:chOff x="3785693" y="1446953"/>
            <a:chExt cx="4445" cy="428625"/>
          </a:xfrm>
        </p:grpSpPr>
        <p:sp>
          <p:nvSpPr>
            <p:cNvPr id="337" name="object 337"/>
            <p:cNvSpPr/>
            <p:nvPr/>
          </p:nvSpPr>
          <p:spPr>
            <a:xfrm>
              <a:off x="378791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378791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378791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0" name="object 340"/>
          <p:cNvSpPr txBox="1"/>
          <p:nvPr/>
        </p:nvSpPr>
        <p:spPr>
          <a:xfrm>
            <a:off x="3744551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41" name="object 341"/>
          <p:cNvGrpSpPr/>
          <p:nvPr/>
        </p:nvGrpSpPr>
        <p:grpSpPr>
          <a:xfrm>
            <a:off x="4014142" y="1446953"/>
            <a:ext cx="4445" cy="428625"/>
            <a:chOff x="4014142" y="1446953"/>
            <a:chExt cx="4445" cy="428625"/>
          </a:xfrm>
        </p:grpSpPr>
        <p:sp>
          <p:nvSpPr>
            <p:cNvPr id="342" name="object 342"/>
            <p:cNvSpPr/>
            <p:nvPr/>
          </p:nvSpPr>
          <p:spPr>
            <a:xfrm>
              <a:off x="4016365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401636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401636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5" name="object 345"/>
          <p:cNvSpPr txBox="1"/>
          <p:nvPr/>
        </p:nvSpPr>
        <p:spPr>
          <a:xfrm>
            <a:off x="3973000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46" name="object 346"/>
          <p:cNvGrpSpPr/>
          <p:nvPr/>
        </p:nvGrpSpPr>
        <p:grpSpPr>
          <a:xfrm>
            <a:off x="4242591" y="1446953"/>
            <a:ext cx="4445" cy="428625"/>
            <a:chOff x="4242591" y="1446953"/>
            <a:chExt cx="4445" cy="428625"/>
          </a:xfrm>
        </p:grpSpPr>
        <p:sp>
          <p:nvSpPr>
            <p:cNvPr id="347" name="object 347"/>
            <p:cNvSpPr/>
            <p:nvPr/>
          </p:nvSpPr>
          <p:spPr>
            <a:xfrm>
              <a:off x="424481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424481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424481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0" name="object 350"/>
          <p:cNvSpPr txBox="1"/>
          <p:nvPr/>
        </p:nvSpPr>
        <p:spPr>
          <a:xfrm>
            <a:off x="4201449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351" name="object 351"/>
          <p:cNvSpPr txBox="1"/>
          <p:nvPr/>
        </p:nvSpPr>
        <p:spPr>
          <a:xfrm>
            <a:off x="3367367" y="1925375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52" name="object 352"/>
          <p:cNvGrpSpPr/>
          <p:nvPr/>
        </p:nvGrpSpPr>
        <p:grpSpPr>
          <a:xfrm>
            <a:off x="2540960" y="1671505"/>
            <a:ext cx="1905000" cy="4445"/>
            <a:chOff x="2540960" y="1671505"/>
            <a:chExt cx="1905000" cy="4445"/>
          </a:xfrm>
        </p:grpSpPr>
        <p:sp>
          <p:nvSpPr>
            <p:cNvPr id="353" name="object 353"/>
            <p:cNvSpPr/>
            <p:nvPr/>
          </p:nvSpPr>
          <p:spPr>
            <a:xfrm>
              <a:off x="2560059" y="167372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2543182" y="16737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2543182" y="16737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6" name="object 356"/>
          <p:cNvSpPr txBox="1"/>
          <p:nvPr/>
        </p:nvSpPr>
        <p:spPr>
          <a:xfrm>
            <a:off x="2482960" y="1625137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57" name="object 357"/>
          <p:cNvGrpSpPr/>
          <p:nvPr/>
        </p:nvGrpSpPr>
        <p:grpSpPr>
          <a:xfrm>
            <a:off x="2460369" y="1486051"/>
            <a:ext cx="1985645" cy="193040"/>
            <a:chOff x="2460369" y="1486051"/>
            <a:chExt cx="1985645" cy="193040"/>
          </a:xfrm>
        </p:grpSpPr>
        <p:sp>
          <p:nvSpPr>
            <p:cNvPr id="358" name="object 358"/>
            <p:cNvSpPr/>
            <p:nvPr/>
          </p:nvSpPr>
          <p:spPr>
            <a:xfrm>
              <a:off x="2460369" y="1674918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2560059" y="1488274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2543182" y="148827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2543182" y="148827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2" name="object 362"/>
          <p:cNvSpPr txBox="1"/>
          <p:nvPr/>
        </p:nvSpPr>
        <p:spPr>
          <a:xfrm>
            <a:off x="2482941" y="1439684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363" name="object 363"/>
          <p:cNvSpPr txBox="1"/>
          <p:nvPr/>
        </p:nvSpPr>
        <p:spPr>
          <a:xfrm>
            <a:off x="2384311" y="1616394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364" name="object 364"/>
          <p:cNvGrpSpPr/>
          <p:nvPr/>
        </p:nvGrpSpPr>
        <p:grpSpPr>
          <a:xfrm>
            <a:off x="2557837" y="1446953"/>
            <a:ext cx="1888489" cy="916305"/>
            <a:chOff x="2557837" y="1446953"/>
            <a:chExt cx="1888489" cy="916305"/>
          </a:xfrm>
        </p:grpSpPr>
        <p:sp>
          <p:nvSpPr>
            <p:cNvPr id="365" name="object 365"/>
            <p:cNvSpPr/>
            <p:nvPr/>
          </p:nvSpPr>
          <p:spPr>
            <a:xfrm>
              <a:off x="2645670" y="1467747"/>
              <a:ext cx="1712595" cy="369570"/>
            </a:xfrm>
            <a:custGeom>
              <a:avLst/>
              <a:gdLst/>
              <a:ahLst/>
              <a:cxnLst/>
              <a:rect l="l" t="t" r="r" b="b"/>
              <a:pathLst>
                <a:path w="1712595" h="369569">
                  <a:moveTo>
                    <a:pt x="0" y="20526"/>
                  </a:moveTo>
                  <a:lnTo>
                    <a:pt x="1142" y="298439"/>
                  </a:lnTo>
                  <a:lnTo>
                    <a:pt x="2284" y="369383"/>
                  </a:lnTo>
                  <a:lnTo>
                    <a:pt x="5711" y="86343"/>
                  </a:lnTo>
                  <a:lnTo>
                    <a:pt x="6853" y="48773"/>
                  </a:lnTo>
                  <a:lnTo>
                    <a:pt x="21702" y="16007"/>
                  </a:lnTo>
                  <a:lnTo>
                    <a:pt x="27413" y="12857"/>
                  </a:lnTo>
                  <a:lnTo>
                    <a:pt x="45689" y="1105"/>
                  </a:lnTo>
                  <a:lnTo>
                    <a:pt x="50258" y="0"/>
                  </a:lnTo>
                  <a:lnTo>
                    <a:pt x="54827" y="158"/>
                  </a:lnTo>
                  <a:lnTo>
                    <a:pt x="59396" y="1547"/>
                  </a:lnTo>
                  <a:lnTo>
                    <a:pt x="65107" y="4666"/>
                  </a:lnTo>
                  <a:lnTo>
                    <a:pt x="81099" y="14819"/>
                  </a:lnTo>
                  <a:lnTo>
                    <a:pt x="85668" y="16209"/>
                  </a:lnTo>
                  <a:lnTo>
                    <a:pt x="90237" y="16423"/>
                  </a:lnTo>
                  <a:lnTo>
                    <a:pt x="94806" y="15469"/>
                  </a:lnTo>
                  <a:lnTo>
                    <a:pt x="100517" y="12942"/>
                  </a:lnTo>
                  <a:lnTo>
                    <a:pt x="116509" y="4503"/>
                  </a:lnTo>
                  <a:lnTo>
                    <a:pt x="121078" y="3613"/>
                  </a:lnTo>
                  <a:lnTo>
                    <a:pt x="125646" y="3921"/>
                  </a:lnTo>
                  <a:lnTo>
                    <a:pt x="130215" y="5436"/>
                  </a:lnTo>
                  <a:lnTo>
                    <a:pt x="135927" y="8740"/>
                  </a:lnTo>
                  <a:lnTo>
                    <a:pt x="154203" y="20899"/>
                  </a:lnTo>
                  <a:lnTo>
                    <a:pt x="158772" y="22095"/>
                  </a:lnTo>
                  <a:lnTo>
                    <a:pt x="163341" y="22068"/>
                  </a:lnTo>
                  <a:lnTo>
                    <a:pt x="167910" y="20882"/>
                  </a:lnTo>
                  <a:lnTo>
                    <a:pt x="173621" y="18159"/>
                  </a:lnTo>
                  <a:lnTo>
                    <a:pt x="187328" y="10794"/>
                  </a:lnTo>
                  <a:lnTo>
                    <a:pt x="191897" y="9640"/>
                  </a:lnTo>
                  <a:lnTo>
                    <a:pt x="221595" y="24093"/>
                  </a:lnTo>
                  <a:lnTo>
                    <a:pt x="226164" y="26215"/>
                  </a:lnTo>
                  <a:lnTo>
                    <a:pt x="230733" y="27225"/>
                  </a:lnTo>
                  <a:lnTo>
                    <a:pt x="235302" y="27005"/>
                  </a:lnTo>
                  <a:lnTo>
                    <a:pt x="239871" y="25627"/>
                  </a:lnTo>
                  <a:lnTo>
                    <a:pt x="245582" y="22677"/>
                  </a:lnTo>
                  <a:lnTo>
                    <a:pt x="259289" y="14870"/>
                  </a:lnTo>
                  <a:lnTo>
                    <a:pt x="263858" y="13597"/>
                  </a:lnTo>
                  <a:lnTo>
                    <a:pt x="268427" y="13484"/>
                  </a:lnTo>
                  <a:lnTo>
                    <a:pt x="272996" y="14574"/>
                  </a:lnTo>
                  <a:lnTo>
                    <a:pt x="277565" y="16721"/>
                  </a:lnTo>
                  <a:lnTo>
                    <a:pt x="285561" y="22001"/>
                  </a:lnTo>
                  <a:lnTo>
                    <a:pt x="293557" y="27113"/>
                  </a:lnTo>
                  <a:lnTo>
                    <a:pt x="298126" y="29032"/>
                  </a:lnTo>
                  <a:lnTo>
                    <a:pt x="302694" y="29834"/>
                  </a:lnTo>
                  <a:lnTo>
                    <a:pt x="307263" y="29408"/>
                  </a:lnTo>
                  <a:lnTo>
                    <a:pt x="311832" y="27833"/>
                  </a:lnTo>
                  <a:lnTo>
                    <a:pt x="317544" y="24663"/>
                  </a:lnTo>
                  <a:lnTo>
                    <a:pt x="331251" y="16474"/>
                  </a:lnTo>
                  <a:lnTo>
                    <a:pt x="335820" y="15112"/>
                  </a:lnTo>
                  <a:lnTo>
                    <a:pt x="340389" y="14921"/>
                  </a:lnTo>
                  <a:lnTo>
                    <a:pt x="344958" y="15934"/>
                  </a:lnTo>
                  <a:lnTo>
                    <a:pt x="350669" y="18644"/>
                  </a:lnTo>
                  <a:lnTo>
                    <a:pt x="370087" y="29766"/>
                  </a:lnTo>
                  <a:lnTo>
                    <a:pt x="374656" y="30420"/>
                  </a:lnTo>
                  <a:lnTo>
                    <a:pt x="379225" y="29848"/>
                  </a:lnTo>
                  <a:lnTo>
                    <a:pt x="383794" y="28141"/>
                  </a:lnTo>
                  <a:lnTo>
                    <a:pt x="389505" y="24833"/>
                  </a:lnTo>
                  <a:lnTo>
                    <a:pt x="402070" y="16969"/>
                  </a:lnTo>
                  <a:lnTo>
                    <a:pt x="406639" y="15318"/>
                  </a:lnTo>
                  <a:lnTo>
                    <a:pt x="437479" y="27737"/>
                  </a:lnTo>
                  <a:lnTo>
                    <a:pt x="442048" y="29430"/>
                  </a:lnTo>
                  <a:lnTo>
                    <a:pt x="472889" y="16854"/>
                  </a:lnTo>
                  <a:lnTo>
                    <a:pt x="477458" y="14975"/>
                  </a:lnTo>
                  <a:lnTo>
                    <a:pt x="482027" y="14200"/>
                  </a:lnTo>
                  <a:lnTo>
                    <a:pt x="486596" y="14646"/>
                  </a:lnTo>
                  <a:lnTo>
                    <a:pt x="491165" y="16235"/>
                  </a:lnTo>
                  <a:lnTo>
                    <a:pt x="496876" y="19422"/>
                  </a:lnTo>
                  <a:lnTo>
                    <a:pt x="510583" y="27667"/>
                  </a:lnTo>
                  <a:lnTo>
                    <a:pt x="515152" y="29050"/>
                  </a:lnTo>
                  <a:lnTo>
                    <a:pt x="519721" y="29260"/>
                  </a:lnTo>
                  <a:lnTo>
                    <a:pt x="524290" y="28258"/>
                  </a:lnTo>
                  <a:lnTo>
                    <a:pt x="528859" y="26196"/>
                  </a:lnTo>
                  <a:lnTo>
                    <a:pt x="536855" y="21064"/>
                  </a:lnTo>
                  <a:lnTo>
                    <a:pt x="544850" y="16107"/>
                  </a:lnTo>
                  <a:lnTo>
                    <a:pt x="549419" y="14276"/>
                  </a:lnTo>
                  <a:lnTo>
                    <a:pt x="553988" y="13560"/>
                  </a:lnTo>
                  <a:lnTo>
                    <a:pt x="558557" y="14065"/>
                  </a:lnTo>
                  <a:lnTo>
                    <a:pt x="563126" y="15707"/>
                  </a:lnTo>
                  <a:lnTo>
                    <a:pt x="568838" y="18941"/>
                  </a:lnTo>
                  <a:lnTo>
                    <a:pt x="581402" y="26679"/>
                  </a:lnTo>
                  <a:lnTo>
                    <a:pt x="585971" y="28295"/>
                  </a:lnTo>
                  <a:lnTo>
                    <a:pt x="616812" y="15542"/>
                  </a:lnTo>
                  <a:lnTo>
                    <a:pt x="621381" y="13768"/>
                  </a:lnTo>
                  <a:lnTo>
                    <a:pt x="625950" y="13116"/>
                  </a:lnTo>
                  <a:lnTo>
                    <a:pt x="630519" y="13687"/>
                  </a:lnTo>
                  <a:lnTo>
                    <a:pt x="635088" y="15386"/>
                  </a:lnTo>
                  <a:lnTo>
                    <a:pt x="641941" y="19419"/>
                  </a:lnTo>
                  <a:lnTo>
                    <a:pt x="653364" y="26410"/>
                  </a:lnTo>
                  <a:lnTo>
                    <a:pt x="657933" y="27996"/>
                  </a:lnTo>
                  <a:lnTo>
                    <a:pt x="688773" y="15190"/>
                  </a:lnTo>
                  <a:lnTo>
                    <a:pt x="693342" y="13471"/>
                  </a:lnTo>
                  <a:lnTo>
                    <a:pt x="724183" y="25782"/>
                  </a:lnTo>
                  <a:lnTo>
                    <a:pt x="728752" y="27590"/>
                  </a:lnTo>
                  <a:lnTo>
                    <a:pt x="733321" y="28289"/>
                  </a:lnTo>
                  <a:lnTo>
                    <a:pt x="737890" y="27767"/>
                  </a:lnTo>
                  <a:lnTo>
                    <a:pt x="742459" y="26107"/>
                  </a:lnTo>
                  <a:lnTo>
                    <a:pt x="748170" y="22842"/>
                  </a:lnTo>
                  <a:lnTo>
                    <a:pt x="761877" y="14479"/>
                  </a:lnTo>
                  <a:lnTo>
                    <a:pt x="766446" y="13076"/>
                  </a:lnTo>
                  <a:lnTo>
                    <a:pt x="771015" y="12849"/>
                  </a:lnTo>
                  <a:lnTo>
                    <a:pt x="775584" y="13834"/>
                  </a:lnTo>
                  <a:lnTo>
                    <a:pt x="780153" y="15874"/>
                  </a:lnTo>
                  <a:lnTo>
                    <a:pt x="788149" y="20948"/>
                  </a:lnTo>
                  <a:lnTo>
                    <a:pt x="796144" y="25818"/>
                  </a:lnTo>
                  <a:lnTo>
                    <a:pt x="800713" y="27589"/>
                  </a:lnTo>
                  <a:lnTo>
                    <a:pt x="805282" y="28242"/>
                  </a:lnTo>
                  <a:lnTo>
                    <a:pt x="809851" y="27674"/>
                  </a:lnTo>
                  <a:lnTo>
                    <a:pt x="814420" y="25974"/>
                  </a:lnTo>
                  <a:lnTo>
                    <a:pt x="820132" y="22681"/>
                  </a:lnTo>
                  <a:lnTo>
                    <a:pt x="832696" y="14875"/>
                  </a:lnTo>
                  <a:lnTo>
                    <a:pt x="837265" y="13253"/>
                  </a:lnTo>
                  <a:lnTo>
                    <a:pt x="868106" y="25906"/>
                  </a:lnTo>
                  <a:lnTo>
                    <a:pt x="872675" y="27636"/>
                  </a:lnTo>
                  <a:lnTo>
                    <a:pt x="903516" y="15341"/>
                  </a:lnTo>
                  <a:lnTo>
                    <a:pt x="908084" y="13508"/>
                  </a:lnTo>
                  <a:lnTo>
                    <a:pt x="912653" y="12781"/>
                  </a:lnTo>
                  <a:lnTo>
                    <a:pt x="917222" y="13273"/>
                  </a:lnTo>
                  <a:lnTo>
                    <a:pt x="921791" y="14908"/>
                  </a:lnTo>
                  <a:lnTo>
                    <a:pt x="927503" y="18152"/>
                  </a:lnTo>
                  <a:lnTo>
                    <a:pt x="941210" y="26525"/>
                  </a:lnTo>
                  <a:lnTo>
                    <a:pt x="945779" y="27948"/>
                  </a:lnTo>
                  <a:lnTo>
                    <a:pt x="950348" y="28197"/>
                  </a:lnTo>
                  <a:lnTo>
                    <a:pt x="954917" y="27233"/>
                  </a:lnTo>
                  <a:lnTo>
                    <a:pt x="959486" y="25209"/>
                  </a:lnTo>
                  <a:lnTo>
                    <a:pt x="967481" y="20145"/>
                  </a:lnTo>
                  <a:lnTo>
                    <a:pt x="975477" y="15257"/>
                  </a:lnTo>
                  <a:lnTo>
                    <a:pt x="980046" y="13465"/>
                  </a:lnTo>
                  <a:lnTo>
                    <a:pt x="984615" y="12788"/>
                  </a:lnTo>
                  <a:lnTo>
                    <a:pt x="989184" y="13331"/>
                  </a:lnTo>
                  <a:lnTo>
                    <a:pt x="993753" y="15010"/>
                  </a:lnTo>
                  <a:lnTo>
                    <a:pt x="999464" y="18287"/>
                  </a:lnTo>
                  <a:lnTo>
                    <a:pt x="1012029" y="26110"/>
                  </a:lnTo>
                  <a:lnTo>
                    <a:pt x="1016598" y="27753"/>
                  </a:lnTo>
                  <a:lnTo>
                    <a:pt x="1047438" y="15170"/>
                  </a:lnTo>
                  <a:lnTo>
                    <a:pt x="1052007" y="13420"/>
                  </a:lnTo>
                  <a:lnTo>
                    <a:pt x="1056576" y="12793"/>
                  </a:lnTo>
                  <a:lnTo>
                    <a:pt x="1061145" y="13387"/>
                  </a:lnTo>
                  <a:lnTo>
                    <a:pt x="1065714" y="15108"/>
                  </a:lnTo>
                  <a:lnTo>
                    <a:pt x="1072568" y="19171"/>
                  </a:lnTo>
                  <a:lnTo>
                    <a:pt x="1083990" y="26204"/>
                  </a:lnTo>
                  <a:lnTo>
                    <a:pt x="1088559" y="27804"/>
                  </a:lnTo>
                  <a:lnTo>
                    <a:pt x="1119400" y="15080"/>
                  </a:lnTo>
                  <a:lnTo>
                    <a:pt x="1123969" y="13373"/>
                  </a:lnTo>
                  <a:lnTo>
                    <a:pt x="1154809" y="25749"/>
                  </a:lnTo>
                  <a:lnTo>
                    <a:pt x="1159378" y="27561"/>
                  </a:lnTo>
                  <a:lnTo>
                    <a:pt x="1163947" y="28262"/>
                  </a:lnTo>
                  <a:lnTo>
                    <a:pt x="1168516" y="27744"/>
                  </a:lnTo>
                  <a:lnTo>
                    <a:pt x="1173085" y="26086"/>
                  </a:lnTo>
                  <a:lnTo>
                    <a:pt x="1178797" y="22825"/>
                  </a:lnTo>
                  <a:lnTo>
                    <a:pt x="1192504" y="14477"/>
                  </a:lnTo>
                  <a:lnTo>
                    <a:pt x="1197073" y="13079"/>
                  </a:lnTo>
                  <a:lnTo>
                    <a:pt x="1201642" y="12858"/>
                  </a:lnTo>
                  <a:lnTo>
                    <a:pt x="1206211" y="13848"/>
                  </a:lnTo>
                  <a:lnTo>
                    <a:pt x="1210779" y="15893"/>
                  </a:lnTo>
                  <a:lnTo>
                    <a:pt x="1218775" y="20972"/>
                  </a:lnTo>
                  <a:lnTo>
                    <a:pt x="1226771" y="25843"/>
                  </a:lnTo>
                  <a:lnTo>
                    <a:pt x="1231340" y="27613"/>
                  </a:lnTo>
                  <a:lnTo>
                    <a:pt x="1235909" y="28264"/>
                  </a:lnTo>
                  <a:lnTo>
                    <a:pt x="1240478" y="27695"/>
                  </a:lnTo>
                  <a:lnTo>
                    <a:pt x="1245047" y="25994"/>
                  </a:lnTo>
                  <a:lnTo>
                    <a:pt x="1250758" y="22700"/>
                  </a:lnTo>
                  <a:lnTo>
                    <a:pt x="1263323" y="14897"/>
                  </a:lnTo>
                  <a:lnTo>
                    <a:pt x="1267892" y="13276"/>
                  </a:lnTo>
                  <a:lnTo>
                    <a:pt x="1298732" y="25935"/>
                  </a:lnTo>
                  <a:lnTo>
                    <a:pt x="1303301" y="27663"/>
                  </a:lnTo>
                  <a:lnTo>
                    <a:pt x="1334142" y="15355"/>
                  </a:lnTo>
                  <a:lnTo>
                    <a:pt x="1338711" y="13524"/>
                  </a:lnTo>
                  <a:lnTo>
                    <a:pt x="1343280" y="12798"/>
                  </a:lnTo>
                  <a:lnTo>
                    <a:pt x="1347849" y="13292"/>
                  </a:lnTo>
                  <a:lnTo>
                    <a:pt x="1352418" y="14929"/>
                  </a:lnTo>
                  <a:lnTo>
                    <a:pt x="1358129" y="18173"/>
                  </a:lnTo>
                  <a:lnTo>
                    <a:pt x="1371836" y="26542"/>
                  </a:lnTo>
                  <a:lnTo>
                    <a:pt x="1376405" y="27961"/>
                  </a:lnTo>
                  <a:lnTo>
                    <a:pt x="1380974" y="28207"/>
                  </a:lnTo>
                  <a:lnTo>
                    <a:pt x="1385543" y="27240"/>
                  </a:lnTo>
                  <a:lnTo>
                    <a:pt x="1390112" y="25213"/>
                  </a:lnTo>
                  <a:lnTo>
                    <a:pt x="1398108" y="20146"/>
                  </a:lnTo>
                  <a:lnTo>
                    <a:pt x="1406103" y="15258"/>
                  </a:lnTo>
                  <a:lnTo>
                    <a:pt x="1410672" y="13468"/>
                  </a:lnTo>
                  <a:lnTo>
                    <a:pt x="1415241" y="12793"/>
                  </a:lnTo>
                  <a:lnTo>
                    <a:pt x="1419810" y="13338"/>
                  </a:lnTo>
                  <a:lnTo>
                    <a:pt x="1424379" y="15019"/>
                  </a:lnTo>
                  <a:lnTo>
                    <a:pt x="1430091" y="18297"/>
                  </a:lnTo>
                  <a:lnTo>
                    <a:pt x="1442655" y="26116"/>
                  </a:lnTo>
                  <a:lnTo>
                    <a:pt x="1447224" y="27757"/>
                  </a:lnTo>
                  <a:lnTo>
                    <a:pt x="1478065" y="15163"/>
                  </a:lnTo>
                  <a:lnTo>
                    <a:pt x="1482634" y="13416"/>
                  </a:lnTo>
                  <a:lnTo>
                    <a:pt x="1487203" y="12791"/>
                  </a:lnTo>
                  <a:lnTo>
                    <a:pt x="1491772" y="13387"/>
                  </a:lnTo>
                  <a:lnTo>
                    <a:pt x="1496341" y="15110"/>
                  </a:lnTo>
                  <a:lnTo>
                    <a:pt x="1503194" y="19175"/>
                  </a:lnTo>
                  <a:lnTo>
                    <a:pt x="1514617" y="26205"/>
                  </a:lnTo>
                  <a:lnTo>
                    <a:pt x="1519186" y="27802"/>
                  </a:lnTo>
                  <a:lnTo>
                    <a:pt x="1550026" y="15070"/>
                  </a:lnTo>
                  <a:lnTo>
                    <a:pt x="1554595" y="13365"/>
                  </a:lnTo>
                  <a:lnTo>
                    <a:pt x="1585436" y="25749"/>
                  </a:lnTo>
                  <a:lnTo>
                    <a:pt x="1590005" y="27559"/>
                  </a:lnTo>
                  <a:lnTo>
                    <a:pt x="1594574" y="28258"/>
                  </a:lnTo>
                  <a:lnTo>
                    <a:pt x="1599143" y="27736"/>
                  </a:lnTo>
                  <a:lnTo>
                    <a:pt x="1603712" y="26077"/>
                  </a:lnTo>
                  <a:lnTo>
                    <a:pt x="1609423" y="22814"/>
                  </a:lnTo>
                  <a:lnTo>
                    <a:pt x="1621988" y="14979"/>
                  </a:lnTo>
                  <a:lnTo>
                    <a:pt x="1626557" y="13317"/>
                  </a:lnTo>
                  <a:lnTo>
                    <a:pt x="1657397" y="25844"/>
                  </a:lnTo>
                  <a:lnTo>
                    <a:pt x="1661966" y="27612"/>
                  </a:lnTo>
                  <a:lnTo>
                    <a:pt x="1666535" y="28261"/>
                  </a:lnTo>
                  <a:lnTo>
                    <a:pt x="1671104" y="27688"/>
                  </a:lnTo>
                  <a:lnTo>
                    <a:pt x="1675673" y="25985"/>
                  </a:lnTo>
                  <a:lnTo>
                    <a:pt x="1681385" y="22690"/>
                  </a:lnTo>
                  <a:lnTo>
                    <a:pt x="1693949" y="14889"/>
                  </a:lnTo>
                  <a:lnTo>
                    <a:pt x="1698518" y="13271"/>
                  </a:lnTo>
                  <a:lnTo>
                    <a:pt x="1703087" y="12798"/>
                  </a:lnTo>
                  <a:lnTo>
                    <a:pt x="1707656" y="13546"/>
                  </a:lnTo>
                  <a:lnTo>
                    <a:pt x="1712225" y="15396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2645670" y="1467747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20526"/>
                  </a:moveTo>
                  <a:lnTo>
                    <a:pt x="1142" y="297415"/>
                  </a:lnTo>
                  <a:lnTo>
                    <a:pt x="2284" y="369740"/>
                  </a:lnTo>
                  <a:lnTo>
                    <a:pt x="5711" y="86545"/>
                  </a:lnTo>
                  <a:lnTo>
                    <a:pt x="6853" y="48865"/>
                  </a:lnTo>
                  <a:lnTo>
                    <a:pt x="21702" y="16007"/>
                  </a:lnTo>
                  <a:lnTo>
                    <a:pt x="27413" y="12857"/>
                  </a:lnTo>
                  <a:lnTo>
                    <a:pt x="45689" y="1105"/>
                  </a:lnTo>
                  <a:lnTo>
                    <a:pt x="50258" y="0"/>
                  </a:lnTo>
                  <a:lnTo>
                    <a:pt x="54827" y="158"/>
                  </a:lnTo>
                  <a:lnTo>
                    <a:pt x="59396" y="1547"/>
                  </a:lnTo>
                  <a:lnTo>
                    <a:pt x="65107" y="4666"/>
                  </a:lnTo>
                  <a:lnTo>
                    <a:pt x="81099" y="14819"/>
                  </a:lnTo>
                  <a:lnTo>
                    <a:pt x="85668" y="16209"/>
                  </a:lnTo>
                  <a:lnTo>
                    <a:pt x="90237" y="16423"/>
                  </a:lnTo>
                  <a:lnTo>
                    <a:pt x="94806" y="15469"/>
                  </a:lnTo>
                  <a:lnTo>
                    <a:pt x="100517" y="12942"/>
                  </a:lnTo>
                  <a:lnTo>
                    <a:pt x="116509" y="4503"/>
                  </a:lnTo>
                  <a:lnTo>
                    <a:pt x="121078" y="3613"/>
                  </a:lnTo>
                  <a:lnTo>
                    <a:pt x="125646" y="3921"/>
                  </a:lnTo>
                  <a:lnTo>
                    <a:pt x="130215" y="5436"/>
                  </a:lnTo>
                  <a:lnTo>
                    <a:pt x="135927" y="8740"/>
                  </a:lnTo>
                  <a:lnTo>
                    <a:pt x="154203" y="20899"/>
                  </a:lnTo>
                  <a:lnTo>
                    <a:pt x="158772" y="22095"/>
                  </a:lnTo>
                  <a:lnTo>
                    <a:pt x="163341" y="22068"/>
                  </a:lnTo>
                  <a:lnTo>
                    <a:pt x="167910" y="20882"/>
                  </a:lnTo>
                  <a:lnTo>
                    <a:pt x="173621" y="18159"/>
                  </a:lnTo>
                  <a:lnTo>
                    <a:pt x="187328" y="10794"/>
                  </a:lnTo>
                  <a:lnTo>
                    <a:pt x="191897" y="9640"/>
                  </a:lnTo>
                  <a:lnTo>
                    <a:pt x="221595" y="24093"/>
                  </a:lnTo>
                  <a:lnTo>
                    <a:pt x="226164" y="26215"/>
                  </a:lnTo>
                  <a:lnTo>
                    <a:pt x="230733" y="27225"/>
                  </a:lnTo>
                  <a:lnTo>
                    <a:pt x="235302" y="27005"/>
                  </a:lnTo>
                  <a:lnTo>
                    <a:pt x="239871" y="25627"/>
                  </a:lnTo>
                  <a:lnTo>
                    <a:pt x="245582" y="22677"/>
                  </a:lnTo>
                  <a:lnTo>
                    <a:pt x="259289" y="14870"/>
                  </a:lnTo>
                  <a:lnTo>
                    <a:pt x="263858" y="13597"/>
                  </a:lnTo>
                  <a:lnTo>
                    <a:pt x="268427" y="13484"/>
                  </a:lnTo>
                  <a:lnTo>
                    <a:pt x="272996" y="14574"/>
                  </a:lnTo>
                  <a:lnTo>
                    <a:pt x="277565" y="16721"/>
                  </a:lnTo>
                  <a:lnTo>
                    <a:pt x="285561" y="22001"/>
                  </a:lnTo>
                  <a:lnTo>
                    <a:pt x="293557" y="27113"/>
                  </a:lnTo>
                  <a:lnTo>
                    <a:pt x="298126" y="29032"/>
                  </a:lnTo>
                  <a:lnTo>
                    <a:pt x="302694" y="29834"/>
                  </a:lnTo>
                  <a:lnTo>
                    <a:pt x="307263" y="29408"/>
                  </a:lnTo>
                  <a:lnTo>
                    <a:pt x="311832" y="27833"/>
                  </a:lnTo>
                  <a:lnTo>
                    <a:pt x="317544" y="24663"/>
                  </a:lnTo>
                  <a:lnTo>
                    <a:pt x="331251" y="16474"/>
                  </a:lnTo>
                  <a:lnTo>
                    <a:pt x="335820" y="15112"/>
                  </a:lnTo>
                  <a:lnTo>
                    <a:pt x="340389" y="14921"/>
                  </a:lnTo>
                  <a:lnTo>
                    <a:pt x="344958" y="15934"/>
                  </a:lnTo>
                  <a:lnTo>
                    <a:pt x="350669" y="18644"/>
                  </a:lnTo>
                  <a:lnTo>
                    <a:pt x="370087" y="29766"/>
                  </a:lnTo>
                  <a:lnTo>
                    <a:pt x="374656" y="30420"/>
                  </a:lnTo>
                  <a:lnTo>
                    <a:pt x="379225" y="29848"/>
                  </a:lnTo>
                  <a:lnTo>
                    <a:pt x="383794" y="28141"/>
                  </a:lnTo>
                  <a:lnTo>
                    <a:pt x="389505" y="24833"/>
                  </a:lnTo>
                  <a:lnTo>
                    <a:pt x="402070" y="16969"/>
                  </a:lnTo>
                  <a:lnTo>
                    <a:pt x="406639" y="15318"/>
                  </a:lnTo>
                  <a:lnTo>
                    <a:pt x="437479" y="27737"/>
                  </a:lnTo>
                  <a:lnTo>
                    <a:pt x="442048" y="29430"/>
                  </a:lnTo>
                  <a:lnTo>
                    <a:pt x="472889" y="16854"/>
                  </a:lnTo>
                  <a:lnTo>
                    <a:pt x="477458" y="14975"/>
                  </a:lnTo>
                  <a:lnTo>
                    <a:pt x="482027" y="14200"/>
                  </a:lnTo>
                  <a:lnTo>
                    <a:pt x="486596" y="14646"/>
                  </a:lnTo>
                  <a:lnTo>
                    <a:pt x="491165" y="16235"/>
                  </a:lnTo>
                  <a:lnTo>
                    <a:pt x="496876" y="19422"/>
                  </a:lnTo>
                  <a:lnTo>
                    <a:pt x="510583" y="27667"/>
                  </a:lnTo>
                  <a:lnTo>
                    <a:pt x="515152" y="29050"/>
                  </a:lnTo>
                  <a:lnTo>
                    <a:pt x="519721" y="29260"/>
                  </a:lnTo>
                  <a:lnTo>
                    <a:pt x="524290" y="28258"/>
                  </a:lnTo>
                  <a:lnTo>
                    <a:pt x="528859" y="26196"/>
                  </a:lnTo>
                  <a:lnTo>
                    <a:pt x="536855" y="21064"/>
                  </a:lnTo>
                  <a:lnTo>
                    <a:pt x="544850" y="16107"/>
                  </a:lnTo>
                  <a:lnTo>
                    <a:pt x="549419" y="14276"/>
                  </a:lnTo>
                  <a:lnTo>
                    <a:pt x="553988" y="13560"/>
                  </a:lnTo>
                  <a:lnTo>
                    <a:pt x="558557" y="14065"/>
                  </a:lnTo>
                  <a:lnTo>
                    <a:pt x="563126" y="15707"/>
                  </a:lnTo>
                  <a:lnTo>
                    <a:pt x="568838" y="18941"/>
                  </a:lnTo>
                  <a:lnTo>
                    <a:pt x="581402" y="26679"/>
                  </a:lnTo>
                  <a:lnTo>
                    <a:pt x="585971" y="28295"/>
                  </a:lnTo>
                  <a:lnTo>
                    <a:pt x="616812" y="15542"/>
                  </a:lnTo>
                  <a:lnTo>
                    <a:pt x="621381" y="13768"/>
                  </a:lnTo>
                  <a:lnTo>
                    <a:pt x="625950" y="13116"/>
                  </a:lnTo>
                  <a:lnTo>
                    <a:pt x="630519" y="13687"/>
                  </a:lnTo>
                  <a:lnTo>
                    <a:pt x="635088" y="15386"/>
                  </a:lnTo>
                  <a:lnTo>
                    <a:pt x="641941" y="19419"/>
                  </a:lnTo>
                  <a:lnTo>
                    <a:pt x="653364" y="26410"/>
                  </a:lnTo>
                  <a:lnTo>
                    <a:pt x="657933" y="27996"/>
                  </a:lnTo>
                  <a:lnTo>
                    <a:pt x="688773" y="15190"/>
                  </a:lnTo>
                  <a:lnTo>
                    <a:pt x="693342" y="13471"/>
                  </a:lnTo>
                  <a:lnTo>
                    <a:pt x="724183" y="25782"/>
                  </a:lnTo>
                  <a:lnTo>
                    <a:pt x="728752" y="27590"/>
                  </a:lnTo>
                  <a:lnTo>
                    <a:pt x="733321" y="28289"/>
                  </a:lnTo>
                  <a:lnTo>
                    <a:pt x="737890" y="27767"/>
                  </a:lnTo>
                  <a:lnTo>
                    <a:pt x="742459" y="26107"/>
                  </a:lnTo>
                  <a:lnTo>
                    <a:pt x="748170" y="22842"/>
                  </a:lnTo>
                  <a:lnTo>
                    <a:pt x="761877" y="14479"/>
                  </a:lnTo>
                  <a:lnTo>
                    <a:pt x="766446" y="13076"/>
                  </a:lnTo>
                  <a:lnTo>
                    <a:pt x="771015" y="12849"/>
                  </a:lnTo>
                  <a:lnTo>
                    <a:pt x="775584" y="13834"/>
                  </a:lnTo>
                  <a:lnTo>
                    <a:pt x="780153" y="15874"/>
                  </a:lnTo>
                  <a:lnTo>
                    <a:pt x="788149" y="20948"/>
                  </a:lnTo>
                  <a:lnTo>
                    <a:pt x="796144" y="25818"/>
                  </a:lnTo>
                  <a:lnTo>
                    <a:pt x="800713" y="27589"/>
                  </a:lnTo>
                  <a:lnTo>
                    <a:pt x="805282" y="28242"/>
                  </a:lnTo>
                  <a:lnTo>
                    <a:pt x="809851" y="27674"/>
                  </a:lnTo>
                  <a:lnTo>
                    <a:pt x="814420" y="25974"/>
                  </a:lnTo>
                  <a:lnTo>
                    <a:pt x="820132" y="22681"/>
                  </a:lnTo>
                  <a:lnTo>
                    <a:pt x="832696" y="14875"/>
                  </a:lnTo>
                  <a:lnTo>
                    <a:pt x="837265" y="13253"/>
                  </a:lnTo>
                  <a:lnTo>
                    <a:pt x="868106" y="25906"/>
                  </a:lnTo>
                  <a:lnTo>
                    <a:pt x="872675" y="27636"/>
                  </a:lnTo>
                  <a:lnTo>
                    <a:pt x="903516" y="15341"/>
                  </a:lnTo>
                  <a:lnTo>
                    <a:pt x="908084" y="13508"/>
                  </a:lnTo>
                  <a:lnTo>
                    <a:pt x="912653" y="12781"/>
                  </a:lnTo>
                  <a:lnTo>
                    <a:pt x="917222" y="13273"/>
                  </a:lnTo>
                  <a:lnTo>
                    <a:pt x="921791" y="14908"/>
                  </a:lnTo>
                  <a:lnTo>
                    <a:pt x="927503" y="18152"/>
                  </a:lnTo>
                  <a:lnTo>
                    <a:pt x="941210" y="26525"/>
                  </a:lnTo>
                  <a:lnTo>
                    <a:pt x="945779" y="27948"/>
                  </a:lnTo>
                  <a:lnTo>
                    <a:pt x="950348" y="28197"/>
                  </a:lnTo>
                  <a:lnTo>
                    <a:pt x="954917" y="27233"/>
                  </a:lnTo>
                  <a:lnTo>
                    <a:pt x="959486" y="25209"/>
                  </a:lnTo>
                  <a:lnTo>
                    <a:pt x="967481" y="20145"/>
                  </a:lnTo>
                  <a:lnTo>
                    <a:pt x="975477" y="15257"/>
                  </a:lnTo>
                  <a:lnTo>
                    <a:pt x="980046" y="13465"/>
                  </a:lnTo>
                  <a:lnTo>
                    <a:pt x="984615" y="12788"/>
                  </a:lnTo>
                  <a:lnTo>
                    <a:pt x="989184" y="13331"/>
                  </a:lnTo>
                  <a:lnTo>
                    <a:pt x="993753" y="15010"/>
                  </a:lnTo>
                  <a:lnTo>
                    <a:pt x="999464" y="18287"/>
                  </a:lnTo>
                  <a:lnTo>
                    <a:pt x="1012029" y="26110"/>
                  </a:lnTo>
                  <a:lnTo>
                    <a:pt x="1016598" y="27753"/>
                  </a:lnTo>
                  <a:lnTo>
                    <a:pt x="1047438" y="15170"/>
                  </a:lnTo>
                  <a:lnTo>
                    <a:pt x="1052007" y="13420"/>
                  </a:lnTo>
                  <a:lnTo>
                    <a:pt x="1056576" y="12793"/>
                  </a:lnTo>
                  <a:lnTo>
                    <a:pt x="1061145" y="13387"/>
                  </a:lnTo>
                  <a:lnTo>
                    <a:pt x="1065714" y="15108"/>
                  </a:lnTo>
                  <a:lnTo>
                    <a:pt x="1072568" y="19171"/>
                  </a:lnTo>
                  <a:lnTo>
                    <a:pt x="1083990" y="26204"/>
                  </a:lnTo>
                  <a:lnTo>
                    <a:pt x="1088559" y="27804"/>
                  </a:lnTo>
                  <a:lnTo>
                    <a:pt x="1119400" y="15080"/>
                  </a:lnTo>
                  <a:lnTo>
                    <a:pt x="1123969" y="13373"/>
                  </a:lnTo>
                  <a:lnTo>
                    <a:pt x="1154809" y="25749"/>
                  </a:lnTo>
                  <a:lnTo>
                    <a:pt x="1159378" y="27561"/>
                  </a:lnTo>
                  <a:lnTo>
                    <a:pt x="1163947" y="28262"/>
                  </a:lnTo>
                  <a:lnTo>
                    <a:pt x="1168516" y="27744"/>
                  </a:lnTo>
                  <a:lnTo>
                    <a:pt x="1173085" y="26086"/>
                  </a:lnTo>
                  <a:lnTo>
                    <a:pt x="1178797" y="22825"/>
                  </a:lnTo>
                  <a:lnTo>
                    <a:pt x="1192504" y="14477"/>
                  </a:lnTo>
                  <a:lnTo>
                    <a:pt x="1197073" y="13079"/>
                  </a:lnTo>
                  <a:lnTo>
                    <a:pt x="1201642" y="12858"/>
                  </a:lnTo>
                  <a:lnTo>
                    <a:pt x="1206211" y="13848"/>
                  </a:lnTo>
                  <a:lnTo>
                    <a:pt x="1210779" y="15893"/>
                  </a:lnTo>
                  <a:lnTo>
                    <a:pt x="1218775" y="20972"/>
                  </a:lnTo>
                  <a:lnTo>
                    <a:pt x="1226771" y="25843"/>
                  </a:lnTo>
                  <a:lnTo>
                    <a:pt x="1231340" y="27613"/>
                  </a:lnTo>
                  <a:lnTo>
                    <a:pt x="1235909" y="28264"/>
                  </a:lnTo>
                  <a:lnTo>
                    <a:pt x="1240478" y="27695"/>
                  </a:lnTo>
                  <a:lnTo>
                    <a:pt x="1245047" y="25994"/>
                  </a:lnTo>
                  <a:lnTo>
                    <a:pt x="1250758" y="22700"/>
                  </a:lnTo>
                  <a:lnTo>
                    <a:pt x="1263323" y="14897"/>
                  </a:lnTo>
                  <a:lnTo>
                    <a:pt x="1267892" y="13276"/>
                  </a:lnTo>
                  <a:lnTo>
                    <a:pt x="1298732" y="25935"/>
                  </a:lnTo>
                  <a:lnTo>
                    <a:pt x="1303301" y="27663"/>
                  </a:lnTo>
                  <a:lnTo>
                    <a:pt x="1334142" y="15355"/>
                  </a:lnTo>
                  <a:lnTo>
                    <a:pt x="1338711" y="13524"/>
                  </a:lnTo>
                  <a:lnTo>
                    <a:pt x="1343280" y="12798"/>
                  </a:lnTo>
                  <a:lnTo>
                    <a:pt x="1347849" y="13292"/>
                  </a:lnTo>
                  <a:lnTo>
                    <a:pt x="1352418" y="14929"/>
                  </a:lnTo>
                  <a:lnTo>
                    <a:pt x="1358129" y="18173"/>
                  </a:lnTo>
                  <a:lnTo>
                    <a:pt x="1371836" y="26542"/>
                  </a:lnTo>
                  <a:lnTo>
                    <a:pt x="1376405" y="27961"/>
                  </a:lnTo>
                  <a:lnTo>
                    <a:pt x="1380974" y="28207"/>
                  </a:lnTo>
                  <a:lnTo>
                    <a:pt x="1385543" y="27240"/>
                  </a:lnTo>
                  <a:lnTo>
                    <a:pt x="1390112" y="25213"/>
                  </a:lnTo>
                  <a:lnTo>
                    <a:pt x="1398108" y="20146"/>
                  </a:lnTo>
                  <a:lnTo>
                    <a:pt x="1406103" y="15258"/>
                  </a:lnTo>
                  <a:lnTo>
                    <a:pt x="1410672" y="13468"/>
                  </a:lnTo>
                  <a:lnTo>
                    <a:pt x="1415241" y="12793"/>
                  </a:lnTo>
                  <a:lnTo>
                    <a:pt x="1419810" y="13338"/>
                  </a:lnTo>
                  <a:lnTo>
                    <a:pt x="1424379" y="15019"/>
                  </a:lnTo>
                  <a:lnTo>
                    <a:pt x="1430091" y="18297"/>
                  </a:lnTo>
                  <a:lnTo>
                    <a:pt x="1442655" y="26116"/>
                  </a:lnTo>
                  <a:lnTo>
                    <a:pt x="1447224" y="27757"/>
                  </a:lnTo>
                  <a:lnTo>
                    <a:pt x="1478065" y="15163"/>
                  </a:lnTo>
                  <a:lnTo>
                    <a:pt x="1482634" y="13416"/>
                  </a:lnTo>
                  <a:lnTo>
                    <a:pt x="1487203" y="12791"/>
                  </a:lnTo>
                  <a:lnTo>
                    <a:pt x="1491772" y="13387"/>
                  </a:lnTo>
                  <a:lnTo>
                    <a:pt x="1496341" y="15110"/>
                  </a:lnTo>
                  <a:lnTo>
                    <a:pt x="1503194" y="19175"/>
                  </a:lnTo>
                  <a:lnTo>
                    <a:pt x="1514617" y="26205"/>
                  </a:lnTo>
                  <a:lnTo>
                    <a:pt x="1519186" y="27802"/>
                  </a:lnTo>
                  <a:lnTo>
                    <a:pt x="1550026" y="15070"/>
                  </a:lnTo>
                  <a:lnTo>
                    <a:pt x="1554595" y="13365"/>
                  </a:lnTo>
                  <a:lnTo>
                    <a:pt x="1585436" y="25749"/>
                  </a:lnTo>
                  <a:lnTo>
                    <a:pt x="1590005" y="27559"/>
                  </a:lnTo>
                  <a:lnTo>
                    <a:pt x="1594574" y="28258"/>
                  </a:lnTo>
                  <a:lnTo>
                    <a:pt x="1599143" y="27736"/>
                  </a:lnTo>
                  <a:lnTo>
                    <a:pt x="1603712" y="26077"/>
                  </a:lnTo>
                  <a:lnTo>
                    <a:pt x="1609423" y="22814"/>
                  </a:lnTo>
                  <a:lnTo>
                    <a:pt x="1621988" y="14979"/>
                  </a:lnTo>
                  <a:lnTo>
                    <a:pt x="1626557" y="13317"/>
                  </a:lnTo>
                  <a:lnTo>
                    <a:pt x="1657397" y="25844"/>
                  </a:lnTo>
                  <a:lnTo>
                    <a:pt x="1661966" y="27612"/>
                  </a:lnTo>
                  <a:lnTo>
                    <a:pt x="1666535" y="28261"/>
                  </a:lnTo>
                  <a:lnTo>
                    <a:pt x="1671104" y="27688"/>
                  </a:lnTo>
                  <a:lnTo>
                    <a:pt x="1675673" y="25985"/>
                  </a:lnTo>
                  <a:lnTo>
                    <a:pt x="1681385" y="22690"/>
                  </a:lnTo>
                  <a:lnTo>
                    <a:pt x="1693949" y="14889"/>
                  </a:lnTo>
                  <a:lnTo>
                    <a:pt x="1698518" y="13271"/>
                  </a:lnTo>
                  <a:lnTo>
                    <a:pt x="1703087" y="12798"/>
                  </a:lnTo>
                  <a:lnTo>
                    <a:pt x="1707656" y="13546"/>
                  </a:lnTo>
                  <a:lnTo>
                    <a:pt x="1712225" y="15396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2560059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2560059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2645670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264567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264567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2" name="object 372"/>
          <p:cNvSpPr txBox="1"/>
          <p:nvPr/>
        </p:nvSpPr>
        <p:spPr>
          <a:xfrm>
            <a:off x="2617638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3" name="object 373"/>
          <p:cNvGrpSpPr/>
          <p:nvPr/>
        </p:nvGrpSpPr>
        <p:grpSpPr>
          <a:xfrm>
            <a:off x="2871897" y="1935117"/>
            <a:ext cx="4445" cy="428625"/>
            <a:chOff x="2871897" y="1935117"/>
            <a:chExt cx="4445" cy="428625"/>
          </a:xfrm>
        </p:grpSpPr>
        <p:sp>
          <p:nvSpPr>
            <p:cNvPr id="374" name="object 374"/>
            <p:cNvSpPr/>
            <p:nvPr/>
          </p:nvSpPr>
          <p:spPr>
            <a:xfrm>
              <a:off x="2874120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287412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287412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7" name="object 377"/>
          <p:cNvSpPr txBox="1"/>
          <p:nvPr/>
        </p:nvSpPr>
        <p:spPr>
          <a:xfrm>
            <a:off x="2846087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8" name="object 378"/>
          <p:cNvGrpSpPr/>
          <p:nvPr/>
        </p:nvGrpSpPr>
        <p:grpSpPr>
          <a:xfrm>
            <a:off x="3100346" y="1935117"/>
            <a:ext cx="4445" cy="428625"/>
            <a:chOff x="3100346" y="1935117"/>
            <a:chExt cx="4445" cy="428625"/>
          </a:xfrm>
        </p:grpSpPr>
        <p:sp>
          <p:nvSpPr>
            <p:cNvPr id="379" name="object 379"/>
            <p:cNvSpPr/>
            <p:nvPr/>
          </p:nvSpPr>
          <p:spPr>
            <a:xfrm>
              <a:off x="3102569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3102569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3102569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2" name="object 382"/>
          <p:cNvSpPr txBox="1"/>
          <p:nvPr/>
        </p:nvSpPr>
        <p:spPr>
          <a:xfrm>
            <a:off x="3074536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3" name="object 383"/>
          <p:cNvGrpSpPr/>
          <p:nvPr/>
        </p:nvGrpSpPr>
        <p:grpSpPr>
          <a:xfrm>
            <a:off x="3328795" y="1935117"/>
            <a:ext cx="4445" cy="428625"/>
            <a:chOff x="3328795" y="1935117"/>
            <a:chExt cx="4445" cy="428625"/>
          </a:xfrm>
        </p:grpSpPr>
        <p:sp>
          <p:nvSpPr>
            <p:cNvPr id="384" name="object 384"/>
            <p:cNvSpPr/>
            <p:nvPr/>
          </p:nvSpPr>
          <p:spPr>
            <a:xfrm>
              <a:off x="3331018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3331018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3331018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7" name="object 387"/>
          <p:cNvSpPr txBox="1"/>
          <p:nvPr/>
        </p:nvSpPr>
        <p:spPr>
          <a:xfrm>
            <a:off x="3302985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8" name="object 388"/>
          <p:cNvGrpSpPr/>
          <p:nvPr/>
        </p:nvGrpSpPr>
        <p:grpSpPr>
          <a:xfrm>
            <a:off x="3557244" y="1935117"/>
            <a:ext cx="4445" cy="428625"/>
            <a:chOff x="3557244" y="1935117"/>
            <a:chExt cx="4445" cy="428625"/>
          </a:xfrm>
        </p:grpSpPr>
        <p:sp>
          <p:nvSpPr>
            <p:cNvPr id="389" name="object 389"/>
            <p:cNvSpPr/>
            <p:nvPr/>
          </p:nvSpPr>
          <p:spPr>
            <a:xfrm>
              <a:off x="355946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355946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355946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2" name="object 392"/>
          <p:cNvSpPr txBox="1"/>
          <p:nvPr/>
        </p:nvSpPr>
        <p:spPr>
          <a:xfrm>
            <a:off x="3531434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3" name="object 393"/>
          <p:cNvGrpSpPr/>
          <p:nvPr/>
        </p:nvGrpSpPr>
        <p:grpSpPr>
          <a:xfrm>
            <a:off x="3785693" y="1935117"/>
            <a:ext cx="4445" cy="428625"/>
            <a:chOff x="3785693" y="1935117"/>
            <a:chExt cx="4445" cy="428625"/>
          </a:xfrm>
        </p:grpSpPr>
        <p:sp>
          <p:nvSpPr>
            <p:cNvPr id="394" name="object 394"/>
            <p:cNvSpPr/>
            <p:nvPr/>
          </p:nvSpPr>
          <p:spPr>
            <a:xfrm>
              <a:off x="378791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378791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378791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7" name="object 397"/>
          <p:cNvSpPr txBox="1"/>
          <p:nvPr/>
        </p:nvSpPr>
        <p:spPr>
          <a:xfrm>
            <a:off x="3744551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8" name="object 398"/>
          <p:cNvGrpSpPr/>
          <p:nvPr/>
        </p:nvGrpSpPr>
        <p:grpSpPr>
          <a:xfrm>
            <a:off x="4014142" y="1935117"/>
            <a:ext cx="4445" cy="428625"/>
            <a:chOff x="4014142" y="1935117"/>
            <a:chExt cx="4445" cy="428625"/>
          </a:xfrm>
        </p:grpSpPr>
        <p:sp>
          <p:nvSpPr>
            <p:cNvPr id="399" name="object 399"/>
            <p:cNvSpPr/>
            <p:nvPr/>
          </p:nvSpPr>
          <p:spPr>
            <a:xfrm>
              <a:off x="4016365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401636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401636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2" name="object 402"/>
          <p:cNvSpPr txBox="1"/>
          <p:nvPr/>
        </p:nvSpPr>
        <p:spPr>
          <a:xfrm>
            <a:off x="3973000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03" name="object 403"/>
          <p:cNvGrpSpPr/>
          <p:nvPr/>
        </p:nvGrpSpPr>
        <p:grpSpPr>
          <a:xfrm>
            <a:off x="4242591" y="1935117"/>
            <a:ext cx="4445" cy="428625"/>
            <a:chOff x="4242591" y="1935117"/>
            <a:chExt cx="4445" cy="428625"/>
          </a:xfrm>
        </p:grpSpPr>
        <p:sp>
          <p:nvSpPr>
            <p:cNvPr id="404" name="object 404"/>
            <p:cNvSpPr/>
            <p:nvPr/>
          </p:nvSpPr>
          <p:spPr>
            <a:xfrm>
              <a:off x="424481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424481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424481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7" name="object 407"/>
          <p:cNvSpPr txBox="1"/>
          <p:nvPr/>
        </p:nvSpPr>
        <p:spPr>
          <a:xfrm>
            <a:off x="4201449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408" name="object 408"/>
          <p:cNvSpPr txBox="1"/>
          <p:nvPr/>
        </p:nvSpPr>
        <p:spPr>
          <a:xfrm>
            <a:off x="3367367" y="2413540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09" name="object 409"/>
          <p:cNvGrpSpPr/>
          <p:nvPr/>
        </p:nvGrpSpPr>
        <p:grpSpPr>
          <a:xfrm>
            <a:off x="2540960" y="2302359"/>
            <a:ext cx="1905000" cy="4445"/>
            <a:chOff x="2540960" y="2302359"/>
            <a:chExt cx="1905000" cy="4445"/>
          </a:xfrm>
        </p:grpSpPr>
        <p:sp>
          <p:nvSpPr>
            <p:cNvPr id="410" name="object 410"/>
            <p:cNvSpPr/>
            <p:nvPr/>
          </p:nvSpPr>
          <p:spPr>
            <a:xfrm>
              <a:off x="2560059" y="230458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2543182" y="230458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2543182" y="230458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3" name="object 413"/>
          <p:cNvSpPr txBox="1"/>
          <p:nvPr/>
        </p:nvSpPr>
        <p:spPr>
          <a:xfrm>
            <a:off x="2406242" y="2255991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14" name="object 414"/>
          <p:cNvGrpSpPr/>
          <p:nvPr/>
        </p:nvGrpSpPr>
        <p:grpSpPr>
          <a:xfrm>
            <a:off x="2540960" y="2179206"/>
            <a:ext cx="1905000" cy="4445"/>
            <a:chOff x="2540960" y="2179206"/>
            <a:chExt cx="1905000" cy="4445"/>
          </a:xfrm>
        </p:grpSpPr>
        <p:sp>
          <p:nvSpPr>
            <p:cNvPr id="415" name="object 415"/>
            <p:cNvSpPr/>
            <p:nvPr/>
          </p:nvSpPr>
          <p:spPr>
            <a:xfrm>
              <a:off x="2560059" y="218142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2543182" y="218142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2543182" y="218142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8" name="object 418"/>
          <p:cNvSpPr txBox="1"/>
          <p:nvPr/>
        </p:nvSpPr>
        <p:spPr>
          <a:xfrm>
            <a:off x="2406242" y="2132838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19" name="object 419"/>
          <p:cNvGrpSpPr/>
          <p:nvPr/>
        </p:nvGrpSpPr>
        <p:grpSpPr>
          <a:xfrm>
            <a:off x="2540960" y="2056053"/>
            <a:ext cx="1905000" cy="4445"/>
            <a:chOff x="2540960" y="2056053"/>
            <a:chExt cx="1905000" cy="4445"/>
          </a:xfrm>
        </p:grpSpPr>
        <p:sp>
          <p:nvSpPr>
            <p:cNvPr id="420" name="object 420"/>
            <p:cNvSpPr/>
            <p:nvPr/>
          </p:nvSpPr>
          <p:spPr>
            <a:xfrm>
              <a:off x="2560059" y="205827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2543182" y="20582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2543182" y="20582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3" name="object 423"/>
          <p:cNvSpPr txBox="1"/>
          <p:nvPr/>
        </p:nvSpPr>
        <p:spPr>
          <a:xfrm>
            <a:off x="2406242" y="2009686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3.20</a:t>
            </a:r>
            <a:endParaRPr sz="400">
              <a:latin typeface="Arial"/>
              <a:cs typeface="Arial"/>
            </a:endParaRPr>
          </a:p>
        </p:txBody>
      </p:sp>
      <p:sp>
        <p:nvSpPr>
          <p:cNvPr id="424" name="object 424"/>
          <p:cNvSpPr txBox="1"/>
          <p:nvPr/>
        </p:nvSpPr>
        <p:spPr>
          <a:xfrm>
            <a:off x="2347996" y="2104559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25" name="object 425"/>
          <p:cNvGrpSpPr/>
          <p:nvPr/>
        </p:nvGrpSpPr>
        <p:grpSpPr>
          <a:xfrm>
            <a:off x="2557837" y="1935117"/>
            <a:ext cx="1888489" cy="916305"/>
            <a:chOff x="2557837" y="1935117"/>
            <a:chExt cx="1888489" cy="916305"/>
          </a:xfrm>
        </p:grpSpPr>
        <p:sp>
          <p:nvSpPr>
            <p:cNvPr id="426" name="object 426"/>
            <p:cNvSpPr/>
            <p:nvPr/>
          </p:nvSpPr>
          <p:spPr>
            <a:xfrm>
              <a:off x="2645670" y="195583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42117"/>
                  </a:lnTo>
                  <a:lnTo>
                    <a:pt x="3426" y="254035"/>
                  </a:lnTo>
                  <a:lnTo>
                    <a:pt x="4568" y="316154"/>
                  </a:lnTo>
                  <a:lnTo>
                    <a:pt x="6853" y="362531"/>
                  </a:lnTo>
                  <a:lnTo>
                    <a:pt x="10280" y="369821"/>
                  </a:lnTo>
                  <a:lnTo>
                    <a:pt x="14849" y="366904"/>
                  </a:lnTo>
                  <a:lnTo>
                    <a:pt x="39978" y="330649"/>
                  </a:lnTo>
                  <a:lnTo>
                    <a:pt x="60539" y="258290"/>
                  </a:lnTo>
                  <a:lnTo>
                    <a:pt x="65107" y="246460"/>
                  </a:lnTo>
                  <a:lnTo>
                    <a:pt x="68534" y="240142"/>
                  </a:lnTo>
                  <a:lnTo>
                    <a:pt x="71961" y="236201"/>
                  </a:lnTo>
                  <a:lnTo>
                    <a:pt x="74245" y="234883"/>
                  </a:lnTo>
                  <a:lnTo>
                    <a:pt x="76530" y="234550"/>
                  </a:lnTo>
                  <a:lnTo>
                    <a:pt x="78814" y="235108"/>
                  </a:lnTo>
                  <a:lnTo>
                    <a:pt x="82241" y="237339"/>
                  </a:lnTo>
                  <a:lnTo>
                    <a:pt x="86810" y="242069"/>
                  </a:lnTo>
                  <a:lnTo>
                    <a:pt x="94806" y="251003"/>
                  </a:lnTo>
                  <a:lnTo>
                    <a:pt x="98233" y="253498"/>
                  </a:lnTo>
                  <a:lnTo>
                    <a:pt x="101659" y="254471"/>
                  </a:lnTo>
                  <a:lnTo>
                    <a:pt x="103944" y="254113"/>
                  </a:lnTo>
                  <a:lnTo>
                    <a:pt x="106228" y="252890"/>
                  </a:lnTo>
                  <a:lnTo>
                    <a:pt x="109655" y="249419"/>
                  </a:lnTo>
                  <a:lnTo>
                    <a:pt x="113082" y="244107"/>
                  </a:lnTo>
                  <a:lnTo>
                    <a:pt x="117651" y="234707"/>
                  </a:lnTo>
                  <a:lnTo>
                    <a:pt x="133642" y="198581"/>
                  </a:lnTo>
                  <a:lnTo>
                    <a:pt x="137069" y="194034"/>
                  </a:lnTo>
                  <a:lnTo>
                    <a:pt x="140496" y="191580"/>
                  </a:lnTo>
                  <a:lnTo>
                    <a:pt x="142780" y="191184"/>
                  </a:lnTo>
                  <a:lnTo>
                    <a:pt x="145065" y="191783"/>
                  </a:lnTo>
                  <a:lnTo>
                    <a:pt x="147349" y="193333"/>
                  </a:lnTo>
                  <a:lnTo>
                    <a:pt x="150776" y="197262"/>
                  </a:lnTo>
                  <a:lnTo>
                    <a:pt x="155345" y="204840"/>
                  </a:lnTo>
                  <a:lnTo>
                    <a:pt x="169052" y="230468"/>
                  </a:lnTo>
                  <a:lnTo>
                    <a:pt x="172479" y="234409"/>
                  </a:lnTo>
                  <a:lnTo>
                    <a:pt x="175905" y="236472"/>
                  </a:lnTo>
                  <a:lnTo>
                    <a:pt x="178190" y="236706"/>
                  </a:lnTo>
                  <a:lnTo>
                    <a:pt x="180474" y="236016"/>
                  </a:lnTo>
                  <a:lnTo>
                    <a:pt x="182759" y="234432"/>
                  </a:lnTo>
                  <a:lnTo>
                    <a:pt x="186185" y="230538"/>
                  </a:lnTo>
                  <a:lnTo>
                    <a:pt x="190754" y="223126"/>
                  </a:lnTo>
                  <a:lnTo>
                    <a:pt x="204461" y="198420"/>
                  </a:lnTo>
                  <a:lnTo>
                    <a:pt x="207888" y="194796"/>
                  </a:lnTo>
                  <a:lnTo>
                    <a:pt x="210173" y="193438"/>
                  </a:lnTo>
                  <a:lnTo>
                    <a:pt x="212457" y="193011"/>
                  </a:lnTo>
                  <a:lnTo>
                    <a:pt x="214742" y="193546"/>
                  </a:lnTo>
                  <a:lnTo>
                    <a:pt x="238729" y="236518"/>
                  </a:lnTo>
                  <a:lnTo>
                    <a:pt x="243298" y="243669"/>
                  </a:lnTo>
                  <a:lnTo>
                    <a:pt x="246724" y="246914"/>
                  </a:lnTo>
                  <a:lnTo>
                    <a:pt x="249009" y="247927"/>
                  </a:lnTo>
                  <a:lnTo>
                    <a:pt x="251293" y="247988"/>
                  </a:lnTo>
                  <a:lnTo>
                    <a:pt x="253578" y="247114"/>
                  </a:lnTo>
                  <a:lnTo>
                    <a:pt x="257005" y="244177"/>
                  </a:lnTo>
                  <a:lnTo>
                    <a:pt x="260431" y="239592"/>
                  </a:lnTo>
                  <a:lnTo>
                    <a:pt x="266143" y="229622"/>
                  </a:lnTo>
                  <a:lnTo>
                    <a:pt x="274138" y="215495"/>
                  </a:lnTo>
                  <a:lnTo>
                    <a:pt x="277565" y="211069"/>
                  </a:lnTo>
                  <a:lnTo>
                    <a:pt x="280992" y="208334"/>
                  </a:lnTo>
                  <a:lnTo>
                    <a:pt x="283276" y="207607"/>
                  </a:lnTo>
                  <a:lnTo>
                    <a:pt x="285561" y="207820"/>
                  </a:lnTo>
                  <a:lnTo>
                    <a:pt x="311832" y="253485"/>
                  </a:lnTo>
                  <a:lnTo>
                    <a:pt x="315259" y="258384"/>
                  </a:lnTo>
                  <a:lnTo>
                    <a:pt x="318686" y="261389"/>
                  </a:lnTo>
                  <a:lnTo>
                    <a:pt x="320970" y="262226"/>
                  </a:lnTo>
                  <a:lnTo>
                    <a:pt x="323255" y="262105"/>
                  </a:lnTo>
                  <a:lnTo>
                    <a:pt x="346100" y="227987"/>
                  </a:lnTo>
                  <a:lnTo>
                    <a:pt x="349527" y="223395"/>
                  </a:lnTo>
                  <a:lnTo>
                    <a:pt x="352953" y="220507"/>
                  </a:lnTo>
                  <a:lnTo>
                    <a:pt x="355238" y="219683"/>
                  </a:lnTo>
                  <a:lnTo>
                    <a:pt x="357522" y="219796"/>
                  </a:lnTo>
                  <a:lnTo>
                    <a:pt x="383794" y="263516"/>
                  </a:lnTo>
                  <a:lnTo>
                    <a:pt x="387221" y="268020"/>
                  </a:lnTo>
                  <a:lnTo>
                    <a:pt x="390647" y="270613"/>
                  </a:lnTo>
                  <a:lnTo>
                    <a:pt x="392932" y="271171"/>
                  </a:lnTo>
                  <a:lnTo>
                    <a:pt x="395216" y="270771"/>
                  </a:lnTo>
                  <a:lnTo>
                    <a:pt x="397501" y="269435"/>
                  </a:lnTo>
                  <a:lnTo>
                    <a:pt x="400928" y="265818"/>
                  </a:lnTo>
                  <a:lnTo>
                    <a:pt x="405497" y="258565"/>
                  </a:lnTo>
                  <a:lnTo>
                    <a:pt x="421488" y="229676"/>
                  </a:lnTo>
                  <a:lnTo>
                    <a:pt x="424915" y="226616"/>
                  </a:lnTo>
                  <a:lnTo>
                    <a:pt x="427199" y="225686"/>
                  </a:lnTo>
                  <a:lnTo>
                    <a:pt x="429484" y="225697"/>
                  </a:lnTo>
                  <a:lnTo>
                    <a:pt x="431768" y="226654"/>
                  </a:lnTo>
                  <a:lnTo>
                    <a:pt x="435195" y="229777"/>
                  </a:lnTo>
                  <a:lnTo>
                    <a:pt x="438622" y="234676"/>
                  </a:lnTo>
                  <a:lnTo>
                    <a:pt x="443191" y="243216"/>
                  </a:lnTo>
                  <a:lnTo>
                    <a:pt x="454613" y="265960"/>
                  </a:lnTo>
                  <a:lnTo>
                    <a:pt x="458040" y="270700"/>
                  </a:lnTo>
                  <a:lnTo>
                    <a:pt x="461467" y="273623"/>
                  </a:lnTo>
                  <a:lnTo>
                    <a:pt x="463751" y="274429"/>
                  </a:lnTo>
                  <a:lnTo>
                    <a:pt x="466036" y="274281"/>
                  </a:lnTo>
                  <a:lnTo>
                    <a:pt x="490023" y="236001"/>
                  </a:lnTo>
                  <a:lnTo>
                    <a:pt x="493449" y="231124"/>
                  </a:lnTo>
                  <a:lnTo>
                    <a:pt x="496876" y="228001"/>
                  </a:lnTo>
                  <a:lnTo>
                    <a:pt x="499161" y="227040"/>
                  </a:lnTo>
                  <a:lnTo>
                    <a:pt x="501445" y="227024"/>
                  </a:lnTo>
                  <a:lnTo>
                    <a:pt x="503730" y="227954"/>
                  </a:lnTo>
                  <a:lnTo>
                    <a:pt x="507156" y="231034"/>
                  </a:lnTo>
                  <a:lnTo>
                    <a:pt x="510583" y="235874"/>
                  </a:lnTo>
                  <a:lnTo>
                    <a:pt x="515152" y="244300"/>
                  </a:lnTo>
                  <a:lnTo>
                    <a:pt x="526575" y="266533"/>
                  </a:lnTo>
                  <a:lnTo>
                    <a:pt x="530001" y="271064"/>
                  </a:lnTo>
                  <a:lnTo>
                    <a:pt x="533428" y="273765"/>
                  </a:lnTo>
                  <a:lnTo>
                    <a:pt x="535713" y="274420"/>
                  </a:lnTo>
                  <a:lnTo>
                    <a:pt x="537997" y="274122"/>
                  </a:lnTo>
                  <a:lnTo>
                    <a:pt x="561984" y="234984"/>
                  </a:lnTo>
                  <a:lnTo>
                    <a:pt x="565411" y="230127"/>
                  </a:lnTo>
                  <a:lnTo>
                    <a:pt x="568838" y="227048"/>
                  </a:lnTo>
                  <a:lnTo>
                    <a:pt x="571122" y="226124"/>
                  </a:lnTo>
                  <a:lnTo>
                    <a:pt x="573407" y="226149"/>
                  </a:lnTo>
                  <a:lnTo>
                    <a:pt x="597394" y="263776"/>
                  </a:lnTo>
                  <a:lnTo>
                    <a:pt x="600821" y="268718"/>
                  </a:lnTo>
                  <a:lnTo>
                    <a:pt x="604247" y="271930"/>
                  </a:lnTo>
                  <a:lnTo>
                    <a:pt x="606532" y="272959"/>
                  </a:lnTo>
                  <a:lnTo>
                    <a:pt x="608816" y="273042"/>
                  </a:lnTo>
                  <a:lnTo>
                    <a:pt x="611101" y="272175"/>
                  </a:lnTo>
                  <a:lnTo>
                    <a:pt x="613385" y="270389"/>
                  </a:lnTo>
                  <a:lnTo>
                    <a:pt x="616812" y="266151"/>
                  </a:lnTo>
                  <a:lnTo>
                    <a:pt x="621381" y="258207"/>
                  </a:lnTo>
                  <a:lnTo>
                    <a:pt x="636230" y="229886"/>
                  </a:lnTo>
                  <a:lnTo>
                    <a:pt x="639657" y="226277"/>
                  </a:lnTo>
                  <a:lnTo>
                    <a:pt x="641941" y="224965"/>
                  </a:lnTo>
                  <a:lnTo>
                    <a:pt x="644226" y="224594"/>
                  </a:lnTo>
                  <a:lnTo>
                    <a:pt x="646510" y="225175"/>
                  </a:lnTo>
                  <a:lnTo>
                    <a:pt x="648795" y="226685"/>
                  </a:lnTo>
                  <a:lnTo>
                    <a:pt x="652222" y="230545"/>
                  </a:lnTo>
                  <a:lnTo>
                    <a:pt x="656791" y="238084"/>
                  </a:lnTo>
                  <a:lnTo>
                    <a:pt x="671640" y="266126"/>
                  </a:lnTo>
                  <a:lnTo>
                    <a:pt x="675066" y="269867"/>
                  </a:lnTo>
                  <a:lnTo>
                    <a:pt x="677351" y="271287"/>
                  </a:lnTo>
                  <a:lnTo>
                    <a:pt x="679635" y="271775"/>
                  </a:lnTo>
                  <a:lnTo>
                    <a:pt x="681920" y="271311"/>
                  </a:lnTo>
                  <a:lnTo>
                    <a:pt x="704765" y="233617"/>
                  </a:lnTo>
                  <a:lnTo>
                    <a:pt x="709334" y="227065"/>
                  </a:lnTo>
                  <a:lnTo>
                    <a:pt x="712761" y="224223"/>
                  </a:lnTo>
                  <a:lnTo>
                    <a:pt x="715045" y="223471"/>
                  </a:lnTo>
                  <a:lnTo>
                    <a:pt x="717330" y="223671"/>
                  </a:lnTo>
                  <a:lnTo>
                    <a:pt x="741317" y="262026"/>
                  </a:lnTo>
                  <a:lnTo>
                    <a:pt x="744743" y="266828"/>
                  </a:lnTo>
                  <a:lnTo>
                    <a:pt x="748170" y="269860"/>
                  </a:lnTo>
                  <a:lnTo>
                    <a:pt x="750455" y="270756"/>
                  </a:lnTo>
                  <a:lnTo>
                    <a:pt x="752739" y="270704"/>
                  </a:lnTo>
                  <a:lnTo>
                    <a:pt x="776726" y="232530"/>
                  </a:lnTo>
                  <a:lnTo>
                    <a:pt x="780153" y="227453"/>
                  </a:lnTo>
                  <a:lnTo>
                    <a:pt x="783580" y="224097"/>
                  </a:lnTo>
                  <a:lnTo>
                    <a:pt x="785864" y="222969"/>
                  </a:lnTo>
                  <a:lnTo>
                    <a:pt x="788149" y="222786"/>
                  </a:lnTo>
                  <a:lnTo>
                    <a:pt x="790433" y="223555"/>
                  </a:lnTo>
                  <a:lnTo>
                    <a:pt x="792718" y="225244"/>
                  </a:lnTo>
                  <a:lnTo>
                    <a:pt x="796144" y="229345"/>
                  </a:lnTo>
                  <a:lnTo>
                    <a:pt x="800713" y="237128"/>
                  </a:lnTo>
                  <a:lnTo>
                    <a:pt x="815563" y="265133"/>
                  </a:lnTo>
                  <a:lnTo>
                    <a:pt x="818989" y="268710"/>
                  </a:lnTo>
                  <a:lnTo>
                    <a:pt x="821274" y="270004"/>
                  </a:lnTo>
                  <a:lnTo>
                    <a:pt x="823558" y="270360"/>
                  </a:lnTo>
                  <a:lnTo>
                    <a:pt x="825843" y="269764"/>
                  </a:lnTo>
                  <a:lnTo>
                    <a:pt x="828127" y="268238"/>
                  </a:lnTo>
                  <a:lnTo>
                    <a:pt x="831554" y="264348"/>
                  </a:lnTo>
                  <a:lnTo>
                    <a:pt x="836123" y="256754"/>
                  </a:lnTo>
                  <a:lnTo>
                    <a:pt x="852114" y="226873"/>
                  </a:lnTo>
                  <a:lnTo>
                    <a:pt x="855541" y="223638"/>
                  </a:lnTo>
                  <a:lnTo>
                    <a:pt x="857826" y="222599"/>
                  </a:lnTo>
                  <a:lnTo>
                    <a:pt x="860110" y="222505"/>
                  </a:lnTo>
                  <a:lnTo>
                    <a:pt x="862395" y="223363"/>
                  </a:lnTo>
                  <a:lnTo>
                    <a:pt x="864679" y="225136"/>
                  </a:lnTo>
                  <a:lnTo>
                    <a:pt x="868106" y="229348"/>
                  </a:lnTo>
                  <a:lnTo>
                    <a:pt x="872675" y="237238"/>
                  </a:lnTo>
                  <a:lnTo>
                    <a:pt x="886382" y="263619"/>
                  </a:lnTo>
                  <a:lnTo>
                    <a:pt x="889809" y="267707"/>
                  </a:lnTo>
                  <a:lnTo>
                    <a:pt x="893235" y="269882"/>
                  </a:lnTo>
                  <a:lnTo>
                    <a:pt x="895520" y="270165"/>
                  </a:lnTo>
                  <a:lnTo>
                    <a:pt x="897804" y="269496"/>
                  </a:lnTo>
                  <a:lnTo>
                    <a:pt x="900089" y="267901"/>
                  </a:lnTo>
                  <a:lnTo>
                    <a:pt x="903516" y="263921"/>
                  </a:lnTo>
                  <a:lnTo>
                    <a:pt x="908084" y="256244"/>
                  </a:lnTo>
                  <a:lnTo>
                    <a:pt x="922934" y="227986"/>
                  </a:lnTo>
                  <a:lnTo>
                    <a:pt x="926360" y="224240"/>
                  </a:lnTo>
                  <a:lnTo>
                    <a:pt x="928645" y="222821"/>
                  </a:lnTo>
                  <a:lnTo>
                    <a:pt x="930929" y="222337"/>
                  </a:lnTo>
                  <a:lnTo>
                    <a:pt x="933214" y="222806"/>
                  </a:lnTo>
                  <a:lnTo>
                    <a:pt x="935498" y="224209"/>
                  </a:lnTo>
                  <a:lnTo>
                    <a:pt x="938925" y="227934"/>
                  </a:lnTo>
                  <a:lnTo>
                    <a:pt x="943494" y="235366"/>
                  </a:lnTo>
                  <a:lnTo>
                    <a:pt x="952632" y="253939"/>
                  </a:lnTo>
                  <a:lnTo>
                    <a:pt x="957201" y="262147"/>
                  </a:lnTo>
                  <a:lnTo>
                    <a:pt x="960628" y="266713"/>
                  </a:lnTo>
                  <a:lnTo>
                    <a:pt x="964055" y="269451"/>
                  </a:lnTo>
                  <a:lnTo>
                    <a:pt x="966339" y="270132"/>
                  </a:lnTo>
                  <a:lnTo>
                    <a:pt x="968623" y="269860"/>
                  </a:lnTo>
                  <a:lnTo>
                    <a:pt x="992611" y="231101"/>
                  </a:lnTo>
                  <a:lnTo>
                    <a:pt x="996037" y="226311"/>
                  </a:lnTo>
                  <a:lnTo>
                    <a:pt x="999464" y="223303"/>
                  </a:lnTo>
                  <a:lnTo>
                    <a:pt x="1001749" y="222427"/>
                  </a:lnTo>
                  <a:lnTo>
                    <a:pt x="1004033" y="222501"/>
                  </a:lnTo>
                  <a:lnTo>
                    <a:pt x="1028020" y="260627"/>
                  </a:lnTo>
                  <a:lnTo>
                    <a:pt x="1031447" y="265635"/>
                  </a:lnTo>
                  <a:lnTo>
                    <a:pt x="1034874" y="268913"/>
                  </a:lnTo>
                  <a:lnTo>
                    <a:pt x="1037158" y="269985"/>
                  </a:lnTo>
                  <a:lnTo>
                    <a:pt x="1039443" y="270112"/>
                  </a:lnTo>
                  <a:lnTo>
                    <a:pt x="1041727" y="269287"/>
                  </a:lnTo>
                  <a:lnTo>
                    <a:pt x="1044012" y="267545"/>
                  </a:lnTo>
                  <a:lnTo>
                    <a:pt x="1047438" y="263373"/>
                  </a:lnTo>
                  <a:lnTo>
                    <a:pt x="1052007" y="255518"/>
                  </a:lnTo>
                  <a:lnTo>
                    <a:pt x="1065714" y="229076"/>
                  </a:lnTo>
                  <a:lnTo>
                    <a:pt x="1069141" y="224937"/>
                  </a:lnTo>
                  <a:lnTo>
                    <a:pt x="1072568" y="222705"/>
                  </a:lnTo>
                  <a:lnTo>
                    <a:pt x="1074852" y="222382"/>
                  </a:lnTo>
                  <a:lnTo>
                    <a:pt x="1077137" y="223012"/>
                  </a:lnTo>
                  <a:lnTo>
                    <a:pt x="1079421" y="224570"/>
                  </a:lnTo>
                  <a:lnTo>
                    <a:pt x="1082848" y="228500"/>
                  </a:lnTo>
                  <a:lnTo>
                    <a:pt x="1087417" y="236130"/>
                  </a:lnTo>
                  <a:lnTo>
                    <a:pt x="1102266" y="264432"/>
                  </a:lnTo>
                  <a:lnTo>
                    <a:pt x="1105693" y="268226"/>
                  </a:lnTo>
                  <a:lnTo>
                    <a:pt x="1107977" y="269680"/>
                  </a:lnTo>
                  <a:lnTo>
                    <a:pt x="1110262" y="270203"/>
                  </a:lnTo>
                  <a:lnTo>
                    <a:pt x="1112546" y="269772"/>
                  </a:lnTo>
                  <a:lnTo>
                    <a:pt x="1135391" y="232413"/>
                  </a:lnTo>
                  <a:lnTo>
                    <a:pt x="1139960" y="225930"/>
                  </a:lnTo>
                  <a:lnTo>
                    <a:pt x="1143387" y="223141"/>
                  </a:lnTo>
                  <a:lnTo>
                    <a:pt x="1145672" y="222423"/>
                  </a:lnTo>
                  <a:lnTo>
                    <a:pt x="1147956" y="222657"/>
                  </a:lnTo>
                  <a:lnTo>
                    <a:pt x="1171943" y="261308"/>
                  </a:lnTo>
                  <a:lnTo>
                    <a:pt x="1175370" y="266141"/>
                  </a:lnTo>
                  <a:lnTo>
                    <a:pt x="1178797" y="269203"/>
                  </a:lnTo>
                  <a:lnTo>
                    <a:pt x="1181081" y="270117"/>
                  </a:lnTo>
                  <a:lnTo>
                    <a:pt x="1183366" y="270083"/>
                  </a:lnTo>
                  <a:lnTo>
                    <a:pt x="1208495" y="230251"/>
                  </a:lnTo>
                  <a:lnTo>
                    <a:pt x="1211922" y="225734"/>
                  </a:lnTo>
                  <a:lnTo>
                    <a:pt x="1215348" y="223056"/>
                  </a:lnTo>
                  <a:lnTo>
                    <a:pt x="1217633" y="222417"/>
                  </a:lnTo>
                  <a:lnTo>
                    <a:pt x="1219917" y="222731"/>
                  </a:lnTo>
                  <a:lnTo>
                    <a:pt x="1242762" y="259716"/>
                  </a:lnTo>
                  <a:lnTo>
                    <a:pt x="1247331" y="266370"/>
                  </a:lnTo>
                  <a:lnTo>
                    <a:pt x="1250758" y="269322"/>
                  </a:lnTo>
                  <a:lnTo>
                    <a:pt x="1253043" y="270157"/>
                  </a:lnTo>
                  <a:lnTo>
                    <a:pt x="1255327" y="270042"/>
                  </a:lnTo>
                  <a:lnTo>
                    <a:pt x="1279314" y="231781"/>
                  </a:lnTo>
                  <a:lnTo>
                    <a:pt x="1282741" y="226819"/>
                  </a:lnTo>
                  <a:lnTo>
                    <a:pt x="1286168" y="223599"/>
                  </a:lnTo>
                  <a:lnTo>
                    <a:pt x="1288452" y="222569"/>
                  </a:lnTo>
                  <a:lnTo>
                    <a:pt x="1290737" y="222486"/>
                  </a:lnTo>
                  <a:lnTo>
                    <a:pt x="1293021" y="223353"/>
                  </a:lnTo>
                  <a:lnTo>
                    <a:pt x="1295306" y="225135"/>
                  </a:lnTo>
                  <a:lnTo>
                    <a:pt x="1298732" y="229360"/>
                  </a:lnTo>
                  <a:lnTo>
                    <a:pt x="1303301" y="237264"/>
                  </a:lnTo>
                  <a:lnTo>
                    <a:pt x="1317008" y="263662"/>
                  </a:lnTo>
                  <a:lnTo>
                    <a:pt x="1320435" y="267750"/>
                  </a:lnTo>
                  <a:lnTo>
                    <a:pt x="1323862" y="269923"/>
                  </a:lnTo>
                  <a:lnTo>
                    <a:pt x="1326146" y="270205"/>
                  </a:lnTo>
                  <a:lnTo>
                    <a:pt x="1328431" y="269534"/>
                  </a:lnTo>
                  <a:lnTo>
                    <a:pt x="1330715" y="267937"/>
                  </a:lnTo>
                  <a:lnTo>
                    <a:pt x="1334142" y="263955"/>
                  </a:lnTo>
                  <a:lnTo>
                    <a:pt x="1338711" y="256277"/>
                  </a:lnTo>
                  <a:lnTo>
                    <a:pt x="1353560" y="228035"/>
                  </a:lnTo>
                  <a:lnTo>
                    <a:pt x="1356987" y="224296"/>
                  </a:lnTo>
                  <a:lnTo>
                    <a:pt x="1359271" y="222882"/>
                  </a:lnTo>
                  <a:lnTo>
                    <a:pt x="1361556" y="222402"/>
                  </a:lnTo>
                  <a:lnTo>
                    <a:pt x="1363840" y="222876"/>
                  </a:lnTo>
                  <a:lnTo>
                    <a:pt x="1366125" y="224284"/>
                  </a:lnTo>
                  <a:lnTo>
                    <a:pt x="1369552" y="228015"/>
                  </a:lnTo>
                  <a:lnTo>
                    <a:pt x="1374121" y="235453"/>
                  </a:lnTo>
                  <a:lnTo>
                    <a:pt x="1383259" y="254028"/>
                  </a:lnTo>
                  <a:lnTo>
                    <a:pt x="1387828" y="262232"/>
                  </a:lnTo>
                  <a:lnTo>
                    <a:pt x="1391254" y="266793"/>
                  </a:lnTo>
                  <a:lnTo>
                    <a:pt x="1394681" y="269524"/>
                  </a:lnTo>
                  <a:lnTo>
                    <a:pt x="1396965" y="270200"/>
                  </a:lnTo>
                  <a:lnTo>
                    <a:pt x="1399250" y="269925"/>
                  </a:lnTo>
                  <a:lnTo>
                    <a:pt x="1423237" y="231146"/>
                  </a:lnTo>
                  <a:lnTo>
                    <a:pt x="1426664" y="226360"/>
                  </a:lnTo>
                  <a:lnTo>
                    <a:pt x="1430091" y="223356"/>
                  </a:lnTo>
                  <a:lnTo>
                    <a:pt x="1432375" y="222483"/>
                  </a:lnTo>
                  <a:lnTo>
                    <a:pt x="1434660" y="222560"/>
                  </a:lnTo>
                  <a:lnTo>
                    <a:pt x="1458647" y="260691"/>
                  </a:lnTo>
                  <a:lnTo>
                    <a:pt x="1462073" y="265694"/>
                  </a:lnTo>
                  <a:lnTo>
                    <a:pt x="1465500" y="268964"/>
                  </a:lnTo>
                  <a:lnTo>
                    <a:pt x="1467785" y="270031"/>
                  </a:lnTo>
                  <a:lnTo>
                    <a:pt x="1470069" y="270152"/>
                  </a:lnTo>
                  <a:lnTo>
                    <a:pt x="1472354" y="269323"/>
                  </a:lnTo>
                  <a:lnTo>
                    <a:pt x="1474638" y="267576"/>
                  </a:lnTo>
                  <a:lnTo>
                    <a:pt x="1478065" y="263397"/>
                  </a:lnTo>
                  <a:lnTo>
                    <a:pt x="1482634" y="255535"/>
                  </a:lnTo>
                  <a:lnTo>
                    <a:pt x="1496341" y="229092"/>
                  </a:lnTo>
                  <a:lnTo>
                    <a:pt x="1499768" y="224957"/>
                  </a:lnTo>
                  <a:lnTo>
                    <a:pt x="1503194" y="222729"/>
                  </a:lnTo>
                  <a:lnTo>
                    <a:pt x="1505479" y="222410"/>
                  </a:lnTo>
                  <a:lnTo>
                    <a:pt x="1507763" y="223043"/>
                  </a:lnTo>
                  <a:lnTo>
                    <a:pt x="1510048" y="224604"/>
                  </a:lnTo>
                  <a:lnTo>
                    <a:pt x="1513474" y="228538"/>
                  </a:lnTo>
                  <a:lnTo>
                    <a:pt x="1518043" y="236171"/>
                  </a:lnTo>
                  <a:lnTo>
                    <a:pt x="1532893" y="264462"/>
                  </a:lnTo>
                  <a:lnTo>
                    <a:pt x="1536319" y="268249"/>
                  </a:lnTo>
                  <a:lnTo>
                    <a:pt x="1538604" y="269699"/>
                  </a:lnTo>
                  <a:lnTo>
                    <a:pt x="1540888" y="270216"/>
                  </a:lnTo>
                  <a:lnTo>
                    <a:pt x="1543173" y="269780"/>
                  </a:lnTo>
                  <a:lnTo>
                    <a:pt x="1566018" y="232401"/>
                  </a:lnTo>
                  <a:lnTo>
                    <a:pt x="1570587" y="225924"/>
                  </a:lnTo>
                  <a:lnTo>
                    <a:pt x="1574013" y="223140"/>
                  </a:lnTo>
                  <a:lnTo>
                    <a:pt x="1576298" y="222426"/>
                  </a:lnTo>
                  <a:lnTo>
                    <a:pt x="1578582" y="222663"/>
                  </a:lnTo>
                  <a:lnTo>
                    <a:pt x="1602570" y="261322"/>
                  </a:lnTo>
                  <a:lnTo>
                    <a:pt x="1605996" y="266150"/>
                  </a:lnTo>
                  <a:lnTo>
                    <a:pt x="1609423" y="269206"/>
                  </a:lnTo>
                  <a:lnTo>
                    <a:pt x="1611708" y="270115"/>
                  </a:lnTo>
                  <a:lnTo>
                    <a:pt x="1613992" y="270076"/>
                  </a:lnTo>
                  <a:lnTo>
                    <a:pt x="1637979" y="232075"/>
                  </a:lnTo>
                  <a:lnTo>
                    <a:pt x="1641406" y="227032"/>
                  </a:lnTo>
                  <a:lnTo>
                    <a:pt x="1644833" y="223711"/>
                  </a:lnTo>
                  <a:lnTo>
                    <a:pt x="1647117" y="222607"/>
                  </a:lnTo>
                  <a:lnTo>
                    <a:pt x="1649402" y="222448"/>
                  </a:lnTo>
                  <a:lnTo>
                    <a:pt x="1651686" y="223240"/>
                  </a:lnTo>
                  <a:lnTo>
                    <a:pt x="1653971" y="224951"/>
                  </a:lnTo>
                  <a:lnTo>
                    <a:pt x="1657397" y="229084"/>
                  </a:lnTo>
                  <a:lnTo>
                    <a:pt x="1661966" y="236903"/>
                  </a:lnTo>
                  <a:lnTo>
                    <a:pt x="1676816" y="264973"/>
                  </a:lnTo>
                  <a:lnTo>
                    <a:pt x="1680242" y="268555"/>
                  </a:lnTo>
                  <a:lnTo>
                    <a:pt x="1682527" y="269851"/>
                  </a:lnTo>
                  <a:lnTo>
                    <a:pt x="1684811" y="270208"/>
                  </a:lnTo>
                  <a:lnTo>
                    <a:pt x="1687096" y="269613"/>
                  </a:lnTo>
                  <a:lnTo>
                    <a:pt x="1689380" y="268088"/>
                  </a:lnTo>
                  <a:lnTo>
                    <a:pt x="1692807" y="264201"/>
                  </a:lnTo>
                  <a:lnTo>
                    <a:pt x="1697376" y="256614"/>
                  </a:lnTo>
                  <a:lnTo>
                    <a:pt x="1712225" y="228275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2645670" y="1981414"/>
              <a:ext cx="1712595" cy="344805"/>
            </a:xfrm>
            <a:custGeom>
              <a:avLst/>
              <a:gdLst/>
              <a:ahLst/>
              <a:cxnLst/>
              <a:rect l="l" t="t" r="r" b="b"/>
              <a:pathLst>
                <a:path w="1712595" h="344805">
                  <a:moveTo>
                    <a:pt x="0" y="220722"/>
                  </a:moveTo>
                  <a:lnTo>
                    <a:pt x="1142" y="0"/>
                  </a:lnTo>
                  <a:lnTo>
                    <a:pt x="4568" y="283513"/>
                  </a:lnTo>
                  <a:lnTo>
                    <a:pt x="5711" y="319829"/>
                  </a:lnTo>
                  <a:lnTo>
                    <a:pt x="6853" y="335965"/>
                  </a:lnTo>
                  <a:lnTo>
                    <a:pt x="7995" y="342231"/>
                  </a:lnTo>
                  <a:lnTo>
                    <a:pt x="9137" y="344112"/>
                  </a:lnTo>
                  <a:lnTo>
                    <a:pt x="10280" y="344199"/>
                  </a:lnTo>
                  <a:lnTo>
                    <a:pt x="14849" y="341321"/>
                  </a:lnTo>
                  <a:lnTo>
                    <a:pt x="39978" y="305066"/>
                  </a:lnTo>
                  <a:lnTo>
                    <a:pt x="60539" y="232707"/>
                  </a:lnTo>
                  <a:lnTo>
                    <a:pt x="65107" y="220876"/>
                  </a:lnTo>
                  <a:lnTo>
                    <a:pt x="68534" y="214559"/>
                  </a:lnTo>
                  <a:lnTo>
                    <a:pt x="71961" y="210618"/>
                  </a:lnTo>
                  <a:lnTo>
                    <a:pt x="74245" y="209300"/>
                  </a:lnTo>
                  <a:lnTo>
                    <a:pt x="76530" y="208967"/>
                  </a:lnTo>
                  <a:lnTo>
                    <a:pt x="78814" y="209525"/>
                  </a:lnTo>
                  <a:lnTo>
                    <a:pt x="82241" y="211756"/>
                  </a:lnTo>
                  <a:lnTo>
                    <a:pt x="86810" y="216485"/>
                  </a:lnTo>
                  <a:lnTo>
                    <a:pt x="94806" y="225420"/>
                  </a:lnTo>
                  <a:lnTo>
                    <a:pt x="98233" y="227915"/>
                  </a:lnTo>
                  <a:lnTo>
                    <a:pt x="101659" y="228888"/>
                  </a:lnTo>
                  <a:lnTo>
                    <a:pt x="103944" y="228530"/>
                  </a:lnTo>
                  <a:lnTo>
                    <a:pt x="106228" y="227307"/>
                  </a:lnTo>
                  <a:lnTo>
                    <a:pt x="109655" y="223836"/>
                  </a:lnTo>
                  <a:lnTo>
                    <a:pt x="113082" y="218524"/>
                  </a:lnTo>
                  <a:lnTo>
                    <a:pt x="117651" y="209124"/>
                  </a:lnTo>
                  <a:lnTo>
                    <a:pt x="133642" y="172997"/>
                  </a:lnTo>
                  <a:lnTo>
                    <a:pt x="137069" y="168451"/>
                  </a:lnTo>
                  <a:lnTo>
                    <a:pt x="140496" y="165997"/>
                  </a:lnTo>
                  <a:lnTo>
                    <a:pt x="142780" y="165601"/>
                  </a:lnTo>
                  <a:lnTo>
                    <a:pt x="145065" y="166200"/>
                  </a:lnTo>
                  <a:lnTo>
                    <a:pt x="147349" y="167750"/>
                  </a:lnTo>
                  <a:lnTo>
                    <a:pt x="150776" y="171679"/>
                  </a:lnTo>
                  <a:lnTo>
                    <a:pt x="155345" y="179257"/>
                  </a:lnTo>
                  <a:lnTo>
                    <a:pt x="169052" y="204885"/>
                  </a:lnTo>
                  <a:lnTo>
                    <a:pt x="172479" y="208826"/>
                  </a:lnTo>
                  <a:lnTo>
                    <a:pt x="175905" y="210889"/>
                  </a:lnTo>
                  <a:lnTo>
                    <a:pt x="178190" y="211123"/>
                  </a:lnTo>
                  <a:lnTo>
                    <a:pt x="180474" y="210433"/>
                  </a:lnTo>
                  <a:lnTo>
                    <a:pt x="182759" y="208849"/>
                  </a:lnTo>
                  <a:lnTo>
                    <a:pt x="186185" y="204955"/>
                  </a:lnTo>
                  <a:lnTo>
                    <a:pt x="190754" y="197543"/>
                  </a:lnTo>
                  <a:lnTo>
                    <a:pt x="204461" y="172837"/>
                  </a:lnTo>
                  <a:lnTo>
                    <a:pt x="207888" y="169213"/>
                  </a:lnTo>
                  <a:lnTo>
                    <a:pt x="210173" y="167855"/>
                  </a:lnTo>
                  <a:lnTo>
                    <a:pt x="212457" y="167428"/>
                  </a:lnTo>
                  <a:lnTo>
                    <a:pt x="214742" y="167963"/>
                  </a:lnTo>
                  <a:lnTo>
                    <a:pt x="238729" y="210935"/>
                  </a:lnTo>
                  <a:lnTo>
                    <a:pt x="243298" y="218086"/>
                  </a:lnTo>
                  <a:lnTo>
                    <a:pt x="246724" y="221331"/>
                  </a:lnTo>
                  <a:lnTo>
                    <a:pt x="249009" y="222344"/>
                  </a:lnTo>
                  <a:lnTo>
                    <a:pt x="251293" y="222405"/>
                  </a:lnTo>
                  <a:lnTo>
                    <a:pt x="253578" y="221531"/>
                  </a:lnTo>
                  <a:lnTo>
                    <a:pt x="257005" y="218594"/>
                  </a:lnTo>
                  <a:lnTo>
                    <a:pt x="260431" y="214009"/>
                  </a:lnTo>
                  <a:lnTo>
                    <a:pt x="266143" y="204039"/>
                  </a:lnTo>
                  <a:lnTo>
                    <a:pt x="274138" y="189912"/>
                  </a:lnTo>
                  <a:lnTo>
                    <a:pt x="277565" y="185486"/>
                  </a:lnTo>
                  <a:lnTo>
                    <a:pt x="280992" y="182750"/>
                  </a:lnTo>
                  <a:lnTo>
                    <a:pt x="283276" y="182024"/>
                  </a:lnTo>
                  <a:lnTo>
                    <a:pt x="285561" y="182237"/>
                  </a:lnTo>
                  <a:lnTo>
                    <a:pt x="311832" y="227902"/>
                  </a:lnTo>
                  <a:lnTo>
                    <a:pt x="315259" y="232801"/>
                  </a:lnTo>
                  <a:lnTo>
                    <a:pt x="318686" y="235806"/>
                  </a:lnTo>
                  <a:lnTo>
                    <a:pt x="320970" y="236643"/>
                  </a:lnTo>
                  <a:lnTo>
                    <a:pt x="323255" y="236522"/>
                  </a:lnTo>
                  <a:lnTo>
                    <a:pt x="346100" y="202404"/>
                  </a:lnTo>
                  <a:lnTo>
                    <a:pt x="349527" y="197812"/>
                  </a:lnTo>
                  <a:lnTo>
                    <a:pt x="352953" y="194924"/>
                  </a:lnTo>
                  <a:lnTo>
                    <a:pt x="355238" y="194099"/>
                  </a:lnTo>
                  <a:lnTo>
                    <a:pt x="357522" y="194213"/>
                  </a:lnTo>
                  <a:lnTo>
                    <a:pt x="383794" y="237933"/>
                  </a:lnTo>
                  <a:lnTo>
                    <a:pt x="387221" y="242436"/>
                  </a:lnTo>
                  <a:lnTo>
                    <a:pt x="390647" y="245030"/>
                  </a:lnTo>
                  <a:lnTo>
                    <a:pt x="392932" y="245588"/>
                  </a:lnTo>
                  <a:lnTo>
                    <a:pt x="395216" y="245188"/>
                  </a:lnTo>
                  <a:lnTo>
                    <a:pt x="397501" y="243852"/>
                  </a:lnTo>
                  <a:lnTo>
                    <a:pt x="400928" y="240235"/>
                  </a:lnTo>
                  <a:lnTo>
                    <a:pt x="405497" y="232982"/>
                  </a:lnTo>
                  <a:lnTo>
                    <a:pt x="421488" y="204093"/>
                  </a:lnTo>
                  <a:lnTo>
                    <a:pt x="424915" y="201033"/>
                  </a:lnTo>
                  <a:lnTo>
                    <a:pt x="427199" y="200103"/>
                  </a:lnTo>
                  <a:lnTo>
                    <a:pt x="429484" y="200114"/>
                  </a:lnTo>
                  <a:lnTo>
                    <a:pt x="431768" y="201071"/>
                  </a:lnTo>
                  <a:lnTo>
                    <a:pt x="435195" y="204194"/>
                  </a:lnTo>
                  <a:lnTo>
                    <a:pt x="438622" y="209093"/>
                  </a:lnTo>
                  <a:lnTo>
                    <a:pt x="443191" y="217633"/>
                  </a:lnTo>
                  <a:lnTo>
                    <a:pt x="454613" y="240377"/>
                  </a:lnTo>
                  <a:lnTo>
                    <a:pt x="458040" y="245117"/>
                  </a:lnTo>
                  <a:lnTo>
                    <a:pt x="461467" y="248040"/>
                  </a:lnTo>
                  <a:lnTo>
                    <a:pt x="463751" y="248846"/>
                  </a:lnTo>
                  <a:lnTo>
                    <a:pt x="466036" y="248698"/>
                  </a:lnTo>
                  <a:lnTo>
                    <a:pt x="490023" y="210418"/>
                  </a:lnTo>
                  <a:lnTo>
                    <a:pt x="493449" y="205541"/>
                  </a:lnTo>
                  <a:lnTo>
                    <a:pt x="496876" y="202418"/>
                  </a:lnTo>
                  <a:lnTo>
                    <a:pt x="499161" y="201456"/>
                  </a:lnTo>
                  <a:lnTo>
                    <a:pt x="501445" y="201441"/>
                  </a:lnTo>
                  <a:lnTo>
                    <a:pt x="503730" y="202371"/>
                  </a:lnTo>
                  <a:lnTo>
                    <a:pt x="507156" y="205451"/>
                  </a:lnTo>
                  <a:lnTo>
                    <a:pt x="510583" y="210291"/>
                  </a:lnTo>
                  <a:lnTo>
                    <a:pt x="515152" y="218717"/>
                  </a:lnTo>
                  <a:lnTo>
                    <a:pt x="526575" y="240950"/>
                  </a:lnTo>
                  <a:lnTo>
                    <a:pt x="530001" y="245481"/>
                  </a:lnTo>
                  <a:lnTo>
                    <a:pt x="533428" y="248182"/>
                  </a:lnTo>
                  <a:lnTo>
                    <a:pt x="535713" y="248837"/>
                  </a:lnTo>
                  <a:lnTo>
                    <a:pt x="537997" y="248539"/>
                  </a:lnTo>
                  <a:lnTo>
                    <a:pt x="561984" y="209401"/>
                  </a:lnTo>
                  <a:lnTo>
                    <a:pt x="565411" y="204544"/>
                  </a:lnTo>
                  <a:lnTo>
                    <a:pt x="568838" y="201465"/>
                  </a:lnTo>
                  <a:lnTo>
                    <a:pt x="571122" y="200541"/>
                  </a:lnTo>
                  <a:lnTo>
                    <a:pt x="573407" y="200566"/>
                  </a:lnTo>
                  <a:lnTo>
                    <a:pt x="597394" y="238193"/>
                  </a:lnTo>
                  <a:lnTo>
                    <a:pt x="600821" y="243135"/>
                  </a:lnTo>
                  <a:lnTo>
                    <a:pt x="604247" y="246347"/>
                  </a:lnTo>
                  <a:lnTo>
                    <a:pt x="606532" y="247376"/>
                  </a:lnTo>
                  <a:lnTo>
                    <a:pt x="608816" y="247459"/>
                  </a:lnTo>
                  <a:lnTo>
                    <a:pt x="611101" y="246591"/>
                  </a:lnTo>
                  <a:lnTo>
                    <a:pt x="613385" y="244806"/>
                  </a:lnTo>
                  <a:lnTo>
                    <a:pt x="616812" y="240568"/>
                  </a:lnTo>
                  <a:lnTo>
                    <a:pt x="621381" y="232624"/>
                  </a:lnTo>
                  <a:lnTo>
                    <a:pt x="636230" y="204303"/>
                  </a:lnTo>
                  <a:lnTo>
                    <a:pt x="639657" y="200694"/>
                  </a:lnTo>
                  <a:lnTo>
                    <a:pt x="641941" y="199382"/>
                  </a:lnTo>
                  <a:lnTo>
                    <a:pt x="644226" y="199011"/>
                  </a:lnTo>
                  <a:lnTo>
                    <a:pt x="646510" y="199592"/>
                  </a:lnTo>
                  <a:lnTo>
                    <a:pt x="648795" y="201102"/>
                  </a:lnTo>
                  <a:lnTo>
                    <a:pt x="652222" y="204962"/>
                  </a:lnTo>
                  <a:lnTo>
                    <a:pt x="656791" y="212501"/>
                  </a:lnTo>
                  <a:lnTo>
                    <a:pt x="671640" y="240543"/>
                  </a:lnTo>
                  <a:lnTo>
                    <a:pt x="675066" y="244284"/>
                  </a:lnTo>
                  <a:lnTo>
                    <a:pt x="677351" y="245704"/>
                  </a:lnTo>
                  <a:lnTo>
                    <a:pt x="679635" y="246192"/>
                  </a:lnTo>
                  <a:lnTo>
                    <a:pt x="681920" y="245728"/>
                  </a:lnTo>
                  <a:lnTo>
                    <a:pt x="704765" y="208034"/>
                  </a:lnTo>
                  <a:lnTo>
                    <a:pt x="709334" y="201482"/>
                  </a:lnTo>
                  <a:lnTo>
                    <a:pt x="712761" y="198640"/>
                  </a:lnTo>
                  <a:lnTo>
                    <a:pt x="715045" y="197888"/>
                  </a:lnTo>
                  <a:lnTo>
                    <a:pt x="717330" y="198088"/>
                  </a:lnTo>
                  <a:lnTo>
                    <a:pt x="741317" y="236443"/>
                  </a:lnTo>
                  <a:lnTo>
                    <a:pt x="744743" y="241245"/>
                  </a:lnTo>
                  <a:lnTo>
                    <a:pt x="748170" y="244277"/>
                  </a:lnTo>
                  <a:lnTo>
                    <a:pt x="750455" y="245173"/>
                  </a:lnTo>
                  <a:lnTo>
                    <a:pt x="752739" y="245121"/>
                  </a:lnTo>
                  <a:lnTo>
                    <a:pt x="776726" y="206947"/>
                  </a:lnTo>
                  <a:lnTo>
                    <a:pt x="780153" y="201870"/>
                  </a:lnTo>
                  <a:lnTo>
                    <a:pt x="783580" y="198514"/>
                  </a:lnTo>
                  <a:lnTo>
                    <a:pt x="785864" y="197386"/>
                  </a:lnTo>
                  <a:lnTo>
                    <a:pt x="788149" y="197203"/>
                  </a:lnTo>
                  <a:lnTo>
                    <a:pt x="790433" y="197972"/>
                  </a:lnTo>
                  <a:lnTo>
                    <a:pt x="792718" y="199661"/>
                  </a:lnTo>
                  <a:lnTo>
                    <a:pt x="796144" y="203762"/>
                  </a:lnTo>
                  <a:lnTo>
                    <a:pt x="800713" y="211545"/>
                  </a:lnTo>
                  <a:lnTo>
                    <a:pt x="815563" y="239550"/>
                  </a:lnTo>
                  <a:lnTo>
                    <a:pt x="818989" y="243127"/>
                  </a:lnTo>
                  <a:lnTo>
                    <a:pt x="821274" y="244421"/>
                  </a:lnTo>
                  <a:lnTo>
                    <a:pt x="823558" y="244777"/>
                  </a:lnTo>
                  <a:lnTo>
                    <a:pt x="825843" y="244181"/>
                  </a:lnTo>
                  <a:lnTo>
                    <a:pt x="828127" y="242655"/>
                  </a:lnTo>
                  <a:lnTo>
                    <a:pt x="831554" y="238765"/>
                  </a:lnTo>
                  <a:lnTo>
                    <a:pt x="836123" y="231171"/>
                  </a:lnTo>
                  <a:lnTo>
                    <a:pt x="852114" y="201290"/>
                  </a:lnTo>
                  <a:lnTo>
                    <a:pt x="855541" y="198055"/>
                  </a:lnTo>
                  <a:lnTo>
                    <a:pt x="857826" y="197015"/>
                  </a:lnTo>
                  <a:lnTo>
                    <a:pt x="860110" y="196922"/>
                  </a:lnTo>
                  <a:lnTo>
                    <a:pt x="862395" y="197780"/>
                  </a:lnTo>
                  <a:lnTo>
                    <a:pt x="864679" y="199553"/>
                  </a:lnTo>
                  <a:lnTo>
                    <a:pt x="868106" y="203765"/>
                  </a:lnTo>
                  <a:lnTo>
                    <a:pt x="872675" y="211655"/>
                  </a:lnTo>
                  <a:lnTo>
                    <a:pt x="886382" y="238035"/>
                  </a:lnTo>
                  <a:lnTo>
                    <a:pt x="889809" y="242124"/>
                  </a:lnTo>
                  <a:lnTo>
                    <a:pt x="893235" y="244299"/>
                  </a:lnTo>
                  <a:lnTo>
                    <a:pt x="895520" y="244582"/>
                  </a:lnTo>
                  <a:lnTo>
                    <a:pt x="897804" y="243913"/>
                  </a:lnTo>
                  <a:lnTo>
                    <a:pt x="900089" y="242318"/>
                  </a:lnTo>
                  <a:lnTo>
                    <a:pt x="903516" y="238338"/>
                  </a:lnTo>
                  <a:lnTo>
                    <a:pt x="908084" y="230661"/>
                  </a:lnTo>
                  <a:lnTo>
                    <a:pt x="922934" y="202403"/>
                  </a:lnTo>
                  <a:lnTo>
                    <a:pt x="926360" y="198657"/>
                  </a:lnTo>
                  <a:lnTo>
                    <a:pt x="928645" y="197238"/>
                  </a:lnTo>
                  <a:lnTo>
                    <a:pt x="930929" y="196754"/>
                  </a:lnTo>
                  <a:lnTo>
                    <a:pt x="933214" y="197222"/>
                  </a:lnTo>
                  <a:lnTo>
                    <a:pt x="935498" y="198626"/>
                  </a:lnTo>
                  <a:lnTo>
                    <a:pt x="938925" y="202351"/>
                  </a:lnTo>
                  <a:lnTo>
                    <a:pt x="943494" y="209783"/>
                  </a:lnTo>
                  <a:lnTo>
                    <a:pt x="952632" y="228356"/>
                  </a:lnTo>
                  <a:lnTo>
                    <a:pt x="957201" y="236564"/>
                  </a:lnTo>
                  <a:lnTo>
                    <a:pt x="960628" y="241130"/>
                  </a:lnTo>
                  <a:lnTo>
                    <a:pt x="964055" y="243867"/>
                  </a:lnTo>
                  <a:lnTo>
                    <a:pt x="966339" y="244549"/>
                  </a:lnTo>
                  <a:lnTo>
                    <a:pt x="968623" y="244277"/>
                  </a:lnTo>
                  <a:lnTo>
                    <a:pt x="992611" y="205518"/>
                  </a:lnTo>
                  <a:lnTo>
                    <a:pt x="996037" y="200728"/>
                  </a:lnTo>
                  <a:lnTo>
                    <a:pt x="999464" y="197720"/>
                  </a:lnTo>
                  <a:lnTo>
                    <a:pt x="1001749" y="196844"/>
                  </a:lnTo>
                  <a:lnTo>
                    <a:pt x="1004033" y="196918"/>
                  </a:lnTo>
                  <a:lnTo>
                    <a:pt x="1028020" y="235044"/>
                  </a:lnTo>
                  <a:lnTo>
                    <a:pt x="1031447" y="240052"/>
                  </a:lnTo>
                  <a:lnTo>
                    <a:pt x="1034874" y="243330"/>
                  </a:lnTo>
                  <a:lnTo>
                    <a:pt x="1037158" y="244402"/>
                  </a:lnTo>
                  <a:lnTo>
                    <a:pt x="1039443" y="244529"/>
                  </a:lnTo>
                  <a:lnTo>
                    <a:pt x="1041727" y="243704"/>
                  </a:lnTo>
                  <a:lnTo>
                    <a:pt x="1044012" y="241962"/>
                  </a:lnTo>
                  <a:lnTo>
                    <a:pt x="1047438" y="237790"/>
                  </a:lnTo>
                  <a:lnTo>
                    <a:pt x="1052007" y="229935"/>
                  </a:lnTo>
                  <a:lnTo>
                    <a:pt x="1065714" y="203493"/>
                  </a:lnTo>
                  <a:lnTo>
                    <a:pt x="1069141" y="199354"/>
                  </a:lnTo>
                  <a:lnTo>
                    <a:pt x="1072568" y="197122"/>
                  </a:lnTo>
                  <a:lnTo>
                    <a:pt x="1074852" y="196799"/>
                  </a:lnTo>
                  <a:lnTo>
                    <a:pt x="1077137" y="197429"/>
                  </a:lnTo>
                  <a:lnTo>
                    <a:pt x="1079421" y="198987"/>
                  </a:lnTo>
                  <a:lnTo>
                    <a:pt x="1082848" y="202917"/>
                  </a:lnTo>
                  <a:lnTo>
                    <a:pt x="1087417" y="210547"/>
                  </a:lnTo>
                  <a:lnTo>
                    <a:pt x="1102266" y="238849"/>
                  </a:lnTo>
                  <a:lnTo>
                    <a:pt x="1105693" y="242642"/>
                  </a:lnTo>
                  <a:lnTo>
                    <a:pt x="1107977" y="244097"/>
                  </a:lnTo>
                  <a:lnTo>
                    <a:pt x="1110262" y="244619"/>
                  </a:lnTo>
                  <a:lnTo>
                    <a:pt x="1112546" y="244189"/>
                  </a:lnTo>
                  <a:lnTo>
                    <a:pt x="1135391" y="206829"/>
                  </a:lnTo>
                  <a:lnTo>
                    <a:pt x="1139960" y="200347"/>
                  </a:lnTo>
                  <a:lnTo>
                    <a:pt x="1143387" y="197558"/>
                  </a:lnTo>
                  <a:lnTo>
                    <a:pt x="1145672" y="196840"/>
                  </a:lnTo>
                  <a:lnTo>
                    <a:pt x="1147956" y="197074"/>
                  </a:lnTo>
                  <a:lnTo>
                    <a:pt x="1171943" y="235725"/>
                  </a:lnTo>
                  <a:lnTo>
                    <a:pt x="1175370" y="240558"/>
                  </a:lnTo>
                  <a:lnTo>
                    <a:pt x="1178797" y="243620"/>
                  </a:lnTo>
                  <a:lnTo>
                    <a:pt x="1181081" y="244534"/>
                  </a:lnTo>
                  <a:lnTo>
                    <a:pt x="1183366" y="244500"/>
                  </a:lnTo>
                  <a:lnTo>
                    <a:pt x="1208495" y="204668"/>
                  </a:lnTo>
                  <a:lnTo>
                    <a:pt x="1211922" y="200151"/>
                  </a:lnTo>
                  <a:lnTo>
                    <a:pt x="1215348" y="197473"/>
                  </a:lnTo>
                  <a:lnTo>
                    <a:pt x="1217633" y="196834"/>
                  </a:lnTo>
                  <a:lnTo>
                    <a:pt x="1219917" y="197148"/>
                  </a:lnTo>
                  <a:lnTo>
                    <a:pt x="1242762" y="234133"/>
                  </a:lnTo>
                  <a:lnTo>
                    <a:pt x="1247331" y="240786"/>
                  </a:lnTo>
                  <a:lnTo>
                    <a:pt x="1250758" y="243739"/>
                  </a:lnTo>
                  <a:lnTo>
                    <a:pt x="1253043" y="244574"/>
                  </a:lnTo>
                  <a:lnTo>
                    <a:pt x="1255327" y="244458"/>
                  </a:lnTo>
                  <a:lnTo>
                    <a:pt x="1279314" y="206198"/>
                  </a:lnTo>
                  <a:lnTo>
                    <a:pt x="1282741" y="201236"/>
                  </a:lnTo>
                  <a:lnTo>
                    <a:pt x="1286168" y="198016"/>
                  </a:lnTo>
                  <a:lnTo>
                    <a:pt x="1288452" y="196986"/>
                  </a:lnTo>
                  <a:lnTo>
                    <a:pt x="1290737" y="196903"/>
                  </a:lnTo>
                  <a:lnTo>
                    <a:pt x="1293021" y="197770"/>
                  </a:lnTo>
                  <a:lnTo>
                    <a:pt x="1295306" y="199552"/>
                  </a:lnTo>
                  <a:lnTo>
                    <a:pt x="1298732" y="203777"/>
                  </a:lnTo>
                  <a:lnTo>
                    <a:pt x="1303301" y="211681"/>
                  </a:lnTo>
                  <a:lnTo>
                    <a:pt x="1317008" y="238079"/>
                  </a:lnTo>
                  <a:lnTo>
                    <a:pt x="1320435" y="242167"/>
                  </a:lnTo>
                  <a:lnTo>
                    <a:pt x="1323862" y="244340"/>
                  </a:lnTo>
                  <a:lnTo>
                    <a:pt x="1326146" y="244622"/>
                  </a:lnTo>
                  <a:lnTo>
                    <a:pt x="1328431" y="243951"/>
                  </a:lnTo>
                  <a:lnTo>
                    <a:pt x="1330715" y="242354"/>
                  </a:lnTo>
                  <a:lnTo>
                    <a:pt x="1334142" y="238372"/>
                  </a:lnTo>
                  <a:lnTo>
                    <a:pt x="1338711" y="230694"/>
                  </a:lnTo>
                  <a:lnTo>
                    <a:pt x="1353560" y="202452"/>
                  </a:lnTo>
                  <a:lnTo>
                    <a:pt x="1356987" y="198713"/>
                  </a:lnTo>
                  <a:lnTo>
                    <a:pt x="1359271" y="197299"/>
                  </a:lnTo>
                  <a:lnTo>
                    <a:pt x="1361556" y="196819"/>
                  </a:lnTo>
                  <a:lnTo>
                    <a:pt x="1363840" y="197293"/>
                  </a:lnTo>
                  <a:lnTo>
                    <a:pt x="1366125" y="198701"/>
                  </a:lnTo>
                  <a:lnTo>
                    <a:pt x="1369552" y="202432"/>
                  </a:lnTo>
                  <a:lnTo>
                    <a:pt x="1374121" y="209870"/>
                  </a:lnTo>
                  <a:lnTo>
                    <a:pt x="1383259" y="228445"/>
                  </a:lnTo>
                  <a:lnTo>
                    <a:pt x="1387828" y="236649"/>
                  </a:lnTo>
                  <a:lnTo>
                    <a:pt x="1391254" y="241210"/>
                  </a:lnTo>
                  <a:lnTo>
                    <a:pt x="1394681" y="243941"/>
                  </a:lnTo>
                  <a:lnTo>
                    <a:pt x="1396965" y="244617"/>
                  </a:lnTo>
                  <a:lnTo>
                    <a:pt x="1399250" y="244342"/>
                  </a:lnTo>
                  <a:lnTo>
                    <a:pt x="1423237" y="205563"/>
                  </a:lnTo>
                  <a:lnTo>
                    <a:pt x="1426664" y="200777"/>
                  </a:lnTo>
                  <a:lnTo>
                    <a:pt x="1430091" y="197773"/>
                  </a:lnTo>
                  <a:lnTo>
                    <a:pt x="1432375" y="196900"/>
                  </a:lnTo>
                  <a:lnTo>
                    <a:pt x="1434660" y="196977"/>
                  </a:lnTo>
                  <a:lnTo>
                    <a:pt x="1458647" y="235108"/>
                  </a:lnTo>
                  <a:lnTo>
                    <a:pt x="1462073" y="240111"/>
                  </a:lnTo>
                  <a:lnTo>
                    <a:pt x="1465500" y="243381"/>
                  </a:lnTo>
                  <a:lnTo>
                    <a:pt x="1467785" y="244448"/>
                  </a:lnTo>
                  <a:lnTo>
                    <a:pt x="1470069" y="244569"/>
                  </a:lnTo>
                  <a:lnTo>
                    <a:pt x="1472354" y="243740"/>
                  </a:lnTo>
                  <a:lnTo>
                    <a:pt x="1474638" y="241993"/>
                  </a:lnTo>
                  <a:lnTo>
                    <a:pt x="1478065" y="237814"/>
                  </a:lnTo>
                  <a:lnTo>
                    <a:pt x="1482634" y="229952"/>
                  </a:lnTo>
                  <a:lnTo>
                    <a:pt x="1496341" y="203509"/>
                  </a:lnTo>
                  <a:lnTo>
                    <a:pt x="1499768" y="199374"/>
                  </a:lnTo>
                  <a:lnTo>
                    <a:pt x="1503194" y="197146"/>
                  </a:lnTo>
                  <a:lnTo>
                    <a:pt x="1505479" y="196827"/>
                  </a:lnTo>
                  <a:lnTo>
                    <a:pt x="1507763" y="197460"/>
                  </a:lnTo>
                  <a:lnTo>
                    <a:pt x="1510048" y="199020"/>
                  </a:lnTo>
                  <a:lnTo>
                    <a:pt x="1513474" y="202955"/>
                  </a:lnTo>
                  <a:lnTo>
                    <a:pt x="1518043" y="210588"/>
                  </a:lnTo>
                  <a:lnTo>
                    <a:pt x="1532893" y="238879"/>
                  </a:lnTo>
                  <a:lnTo>
                    <a:pt x="1536319" y="242666"/>
                  </a:lnTo>
                  <a:lnTo>
                    <a:pt x="1538604" y="244116"/>
                  </a:lnTo>
                  <a:lnTo>
                    <a:pt x="1540888" y="244633"/>
                  </a:lnTo>
                  <a:lnTo>
                    <a:pt x="1543173" y="244197"/>
                  </a:lnTo>
                  <a:lnTo>
                    <a:pt x="1566018" y="206818"/>
                  </a:lnTo>
                  <a:lnTo>
                    <a:pt x="1570587" y="200341"/>
                  </a:lnTo>
                  <a:lnTo>
                    <a:pt x="1574013" y="197557"/>
                  </a:lnTo>
                  <a:lnTo>
                    <a:pt x="1576298" y="196842"/>
                  </a:lnTo>
                  <a:lnTo>
                    <a:pt x="1578582" y="197080"/>
                  </a:lnTo>
                  <a:lnTo>
                    <a:pt x="1602570" y="235739"/>
                  </a:lnTo>
                  <a:lnTo>
                    <a:pt x="1605996" y="240567"/>
                  </a:lnTo>
                  <a:lnTo>
                    <a:pt x="1609423" y="243622"/>
                  </a:lnTo>
                  <a:lnTo>
                    <a:pt x="1611708" y="244532"/>
                  </a:lnTo>
                  <a:lnTo>
                    <a:pt x="1613992" y="244493"/>
                  </a:lnTo>
                  <a:lnTo>
                    <a:pt x="1637979" y="206492"/>
                  </a:lnTo>
                  <a:lnTo>
                    <a:pt x="1641406" y="201449"/>
                  </a:lnTo>
                  <a:lnTo>
                    <a:pt x="1644833" y="198128"/>
                  </a:lnTo>
                  <a:lnTo>
                    <a:pt x="1647117" y="197024"/>
                  </a:lnTo>
                  <a:lnTo>
                    <a:pt x="1649402" y="196865"/>
                  </a:lnTo>
                  <a:lnTo>
                    <a:pt x="1651686" y="197657"/>
                  </a:lnTo>
                  <a:lnTo>
                    <a:pt x="1653971" y="199368"/>
                  </a:lnTo>
                  <a:lnTo>
                    <a:pt x="1657397" y="203501"/>
                  </a:lnTo>
                  <a:lnTo>
                    <a:pt x="1661966" y="211320"/>
                  </a:lnTo>
                  <a:lnTo>
                    <a:pt x="1676816" y="239390"/>
                  </a:lnTo>
                  <a:lnTo>
                    <a:pt x="1680242" y="242971"/>
                  </a:lnTo>
                  <a:lnTo>
                    <a:pt x="1682527" y="244268"/>
                  </a:lnTo>
                  <a:lnTo>
                    <a:pt x="1684811" y="244625"/>
                  </a:lnTo>
                  <a:lnTo>
                    <a:pt x="1687096" y="244030"/>
                  </a:lnTo>
                  <a:lnTo>
                    <a:pt x="1689380" y="242505"/>
                  </a:lnTo>
                  <a:lnTo>
                    <a:pt x="1692807" y="238618"/>
                  </a:lnTo>
                  <a:lnTo>
                    <a:pt x="1697376" y="231031"/>
                  </a:lnTo>
                  <a:lnTo>
                    <a:pt x="1712225" y="202692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2560059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2560059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2645670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264567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264567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3" name="object 433"/>
          <p:cNvSpPr txBox="1"/>
          <p:nvPr/>
        </p:nvSpPr>
        <p:spPr>
          <a:xfrm>
            <a:off x="2617638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4" name="object 434"/>
          <p:cNvGrpSpPr/>
          <p:nvPr/>
        </p:nvGrpSpPr>
        <p:grpSpPr>
          <a:xfrm>
            <a:off x="2871897" y="2423282"/>
            <a:ext cx="4445" cy="428625"/>
            <a:chOff x="2871897" y="2423282"/>
            <a:chExt cx="4445" cy="428625"/>
          </a:xfrm>
        </p:grpSpPr>
        <p:sp>
          <p:nvSpPr>
            <p:cNvPr id="435" name="object 435"/>
            <p:cNvSpPr/>
            <p:nvPr/>
          </p:nvSpPr>
          <p:spPr>
            <a:xfrm>
              <a:off x="2874120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287412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287412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8" name="object 438"/>
          <p:cNvSpPr txBox="1"/>
          <p:nvPr/>
        </p:nvSpPr>
        <p:spPr>
          <a:xfrm>
            <a:off x="2846087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9" name="object 439"/>
          <p:cNvGrpSpPr/>
          <p:nvPr/>
        </p:nvGrpSpPr>
        <p:grpSpPr>
          <a:xfrm>
            <a:off x="3100346" y="2423282"/>
            <a:ext cx="4445" cy="428625"/>
            <a:chOff x="3100346" y="2423282"/>
            <a:chExt cx="4445" cy="428625"/>
          </a:xfrm>
        </p:grpSpPr>
        <p:sp>
          <p:nvSpPr>
            <p:cNvPr id="440" name="object 440"/>
            <p:cNvSpPr/>
            <p:nvPr/>
          </p:nvSpPr>
          <p:spPr>
            <a:xfrm>
              <a:off x="3102569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3102569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3102569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3" name="object 443"/>
          <p:cNvSpPr txBox="1"/>
          <p:nvPr/>
        </p:nvSpPr>
        <p:spPr>
          <a:xfrm>
            <a:off x="3074536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4" name="object 444"/>
          <p:cNvGrpSpPr/>
          <p:nvPr/>
        </p:nvGrpSpPr>
        <p:grpSpPr>
          <a:xfrm>
            <a:off x="3328795" y="2423282"/>
            <a:ext cx="4445" cy="428625"/>
            <a:chOff x="3328795" y="2423282"/>
            <a:chExt cx="4445" cy="428625"/>
          </a:xfrm>
        </p:grpSpPr>
        <p:sp>
          <p:nvSpPr>
            <p:cNvPr id="445" name="object 445"/>
            <p:cNvSpPr/>
            <p:nvPr/>
          </p:nvSpPr>
          <p:spPr>
            <a:xfrm>
              <a:off x="3331018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3331018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3331018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8" name="object 448"/>
          <p:cNvSpPr txBox="1"/>
          <p:nvPr/>
        </p:nvSpPr>
        <p:spPr>
          <a:xfrm>
            <a:off x="3302985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9" name="object 449"/>
          <p:cNvGrpSpPr/>
          <p:nvPr/>
        </p:nvGrpSpPr>
        <p:grpSpPr>
          <a:xfrm>
            <a:off x="3557244" y="2423282"/>
            <a:ext cx="233045" cy="428625"/>
            <a:chOff x="3557244" y="2423282"/>
            <a:chExt cx="233045" cy="428625"/>
          </a:xfrm>
        </p:grpSpPr>
        <p:sp>
          <p:nvSpPr>
            <p:cNvPr id="450" name="object 450"/>
            <p:cNvSpPr/>
            <p:nvPr/>
          </p:nvSpPr>
          <p:spPr>
            <a:xfrm>
              <a:off x="355946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355946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355946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378791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378791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378791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6" name="object 456"/>
          <p:cNvSpPr txBox="1"/>
          <p:nvPr/>
        </p:nvSpPr>
        <p:spPr>
          <a:xfrm>
            <a:off x="3744551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4014142" y="2423282"/>
            <a:ext cx="4445" cy="428625"/>
            <a:chOff x="4014142" y="2423282"/>
            <a:chExt cx="4445" cy="428625"/>
          </a:xfrm>
        </p:grpSpPr>
        <p:sp>
          <p:nvSpPr>
            <p:cNvPr id="458" name="object 458"/>
            <p:cNvSpPr/>
            <p:nvPr/>
          </p:nvSpPr>
          <p:spPr>
            <a:xfrm>
              <a:off x="4016365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401636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401636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1" name="object 461"/>
          <p:cNvSpPr txBox="1"/>
          <p:nvPr/>
        </p:nvSpPr>
        <p:spPr>
          <a:xfrm>
            <a:off x="3973000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62" name="object 462"/>
          <p:cNvGrpSpPr/>
          <p:nvPr/>
        </p:nvGrpSpPr>
        <p:grpSpPr>
          <a:xfrm>
            <a:off x="4242591" y="2423282"/>
            <a:ext cx="4445" cy="428625"/>
            <a:chOff x="4242591" y="2423282"/>
            <a:chExt cx="4445" cy="428625"/>
          </a:xfrm>
        </p:grpSpPr>
        <p:sp>
          <p:nvSpPr>
            <p:cNvPr id="463" name="object 463"/>
            <p:cNvSpPr/>
            <p:nvPr/>
          </p:nvSpPr>
          <p:spPr>
            <a:xfrm>
              <a:off x="424481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424481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424481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6" name="object 466"/>
          <p:cNvSpPr txBox="1"/>
          <p:nvPr/>
        </p:nvSpPr>
        <p:spPr>
          <a:xfrm>
            <a:off x="4201449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467" name="object 467"/>
          <p:cNvSpPr txBox="1"/>
          <p:nvPr/>
        </p:nvSpPr>
        <p:spPr>
          <a:xfrm>
            <a:off x="3367367" y="2835779"/>
            <a:ext cx="268605" cy="15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3340" algn="r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68" name="object 468"/>
          <p:cNvGrpSpPr/>
          <p:nvPr/>
        </p:nvGrpSpPr>
        <p:grpSpPr>
          <a:xfrm>
            <a:off x="2540960" y="2764350"/>
            <a:ext cx="1905000" cy="4445"/>
            <a:chOff x="2540960" y="2764350"/>
            <a:chExt cx="1905000" cy="4445"/>
          </a:xfrm>
        </p:grpSpPr>
        <p:sp>
          <p:nvSpPr>
            <p:cNvPr id="469" name="object 469"/>
            <p:cNvSpPr/>
            <p:nvPr/>
          </p:nvSpPr>
          <p:spPr>
            <a:xfrm>
              <a:off x="2560059" y="276657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2543182" y="27665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2543182" y="27665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2" name="object 472"/>
          <p:cNvSpPr txBox="1"/>
          <p:nvPr/>
        </p:nvSpPr>
        <p:spPr>
          <a:xfrm>
            <a:off x="2482960" y="2717982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73" name="object 473"/>
          <p:cNvGrpSpPr/>
          <p:nvPr/>
        </p:nvGrpSpPr>
        <p:grpSpPr>
          <a:xfrm>
            <a:off x="2460369" y="2626573"/>
            <a:ext cx="1985645" cy="145415"/>
            <a:chOff x="2460369" y="2626573"/>
            <a:chExt cx="1985645" cy="145415"/>
          </a:xfrm>
        </p:grpSpPr>
        <p:sp>
          <p:nvSpPr>
            <p:cNvPr id="474" name="object 474"/>
            <p:cNvSpPr/>
            <p:nvPr/>
          </p:nvSpPr>
          <p:spPr>
            <a:xfrm>
              <a:off x="2460369" y="276776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2560059" y="262879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2543182" y="26287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2543182" y="26287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8" name="object 478"/>
          <p:cNvSpPr txBox="1"/>
          <p:nvPr/>
        </p:nvSpPr>
        <p:spPr>
          <a:xfrm>
            <a:off x="2482960" y="258020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79" name="object 479"/>
          <p:cNvGrpSpPr/>
          <p:nvPr/>
        </p:nvGrpSpPr>
        <p:grpSpPr>
          <a:xfrm>
            <a:off x="2460369" y="2488797"/>
            <a:ext cx="1985645" cy="145415"/>
            <a:chOff x="2460369" y="2488797"/>
            <a:chExt cx="1985645" cy="145415"/>
          </a:xfrm>
        </p:grpSpPr>
        <p:sp>
          <p:nvSpPr>
            <p:cNvPr id="480" name="object 480"/>
            <p:cNvSpPr/>
            <p:nvPr/>
          </p:nvSpPr>
          <p:spPr>
            <a:xfrm>
              <a:off x="2460369" y="2629987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4">
                  <a:moveTo>
                    <a:pt x="30185" y="0"/>
                  </a:moveTo>
                  <a:lnTo>
                    <a:pt x="0" y="0"/>
                  </a:lnTo>
                  <a:lnTo>
                    <a:pt x="0" y="4002"/>
                  </a:lnTo>
                  <a:lnTo>
                    <a:pt x="30185" y="4002"/>
                  </a:lnTo>
                  <a:lnTo>
                    <a:pt x="301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2560059" y="2491020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2543182" y="249102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2543182" y="249102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4" name="object 484"/>
          <p:cNvSpPr txBox="1"/>
          <p:nvPr/>
        </p:nvSpPr>
        <p:spPr>
          <a:xfrm>
            <a:off x="2482941" y="244242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485" name="object 485"/>
          <p:cNvSpPr txBox="1"/>
          <p:nvPr/>
        </p:nvSpPr>
        <p:spPr>
          <a:xfrm>
            <a:off x="2384311" y="2592723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86" name="object 486"/>
          <p:cNvGrpSpPr/>
          <p:nvPr/>
        </p:nvGrpSpPr>
        <p:grpSpPr>
          <a:xfrm>
            <a:off x="2558130" y="2423575"/>
            <a:ext cx="1887855" cy="410845"/>
            <a:chOff x="2558130" y="2423575"/>
            <a:chExt cx="1887855" cy="410845"/>
          </a:xfrm>
        </p:grpSpPr>
        <p:sp>
          <p:nvSpPr>
            <p:cNvPr id="487" name="object 487"/>
            <p:cNvSpPr/>
            <p:nvPr/>
          </p:nvSpPr>
          <p:spPr>
            <a:xfrm>
              <a:off x="2645670" y="2478958"/>
              <a:ext cx="1712595" cy="335280"/>
            </a:xfrm>
            <a:custGeom>
              <a:avLst/>
              <a:gdLst/>
              <a:ahLst/>
              <a:cxnLst/>
              <a:rect l="l" t="t" r="r" b="b"/>
              <a:pathLst>
                <a:path w="1712595" h="335280">
                  <a:moveTo>
                    <a:pt x="0" y="12061"/>
                  </a:moveTo>
                  <a:lnTo>
                    <a:pt x="1142" y="269557"/>
                  </a:lnTo>
                  <a:lnTo>
                    <a:pt x="2284" y="334858"/>
                  </a:lnTo>
                  <a:lnTo>
                    <a:pt x="5711" y="71733"/>
                  </a:lnTo>
                  <a:lnTo>
                    <a:pt x="6853" y="37037"/>
                  </a:lnTo>
                  <a:lnTo>
                    <a:pt x="13706" y="9898"/>
                  </a:lnTo>
                  <a:lnTo>
                    <a:pt x="19418" y="10163"/>
                  </a:lnTo>
                  <a:lnTo>
                    <a:pt x="23987" y="9324"/>
                  </a:lnTo>
                  <a:lnTo>
                    <a:pt x="29698" y="7166"/>
                  </a:lnTo>
                  <a:lnTo>
                    <a:pt x="44547" y="735"/>
                  </a:lnTo>
                  <a:lnTo>
                    <a:pt x="49116" y="0"/>
                  </a:lnTo>
                  <a:lnTo>
                    <a:pt x="53685" y="278"/>
                  </a:lnTo>
                  <a:lnTo>
                    <a:pt x="58254" y="1583"/>
                  </a:lnTo>
                  <a:lnTo>
                    <a:pt x="63965" y="4415"/>
                  </a:lnTo>
                  <a:lnTo>
                    <a:pt x="82241" y="14788"/>
                  </a:lnTo>
                  <a:lnTo>
                    <a:pt x="86810" y="15775"/>
                  </a:lnTo>
                  <a:lnTo>
                    <a:pt x="91379" y="15695"/>
                  </a:lnTo>
                  <a:lnTo>
                    <a:pt x="95948" y="14604"/>
                  </a:lnTo>
                  <a:lnTo>
                    <a:pt x="101659" y="12149"/>
                  </a:lnTo>
                  <a:lnTo>
                    <a:pt x="116509" y="5090"/>
                  </a:lnTo>
                  <a:lnTo>
                    <a:pt x="121078" y="4197"/>
                  </a:lnTo>
                  <a:lnTo>
                    <a:pt x="125646" y="4325"/>
                  </a:lnTo>
                  <a:lnTo>
                    <a:pt x="130215" y="5482"/>
                  </a:lnTo>
                  <a:lnTo>
                    <a:pt x="135927" y="8120"/>
                  </a:lnTo>
                  <a:lnTo>
                    <a:pt x="153060" y="17398"/>
                  </a:lnTo>
                  <a:lnTo>
                    <a:pt x="157629" y="18434"/>
                  </a:lnTo>
                  <a:lnTo>
                    <a:pt x="162198" y="18420"/>
                  </a:lnTo>
                  <a:lnTo>
                    <a:pt x="166767" y="17374"/>
                  </a:lnTo>
                  <a:lnTo>
                    <a:pt x="172479" y="14902"/>
                  </a:lnTo>
                  <a:lnTo>
                    <a:pt x="188470" y="6842"/>
                  </a:lnTo>
                  <a:lnTo>
                    <a:pt x="193039" y="5866"/>
                  </a:lnTo>
                  <a:lnTo>
                    <a:pt x="197608" y="5919"/>
                  </a:lnTo>
                  <a:lnTo>
                    <a:pt x="202177" y="7001"/>
                  </a:lnTo>
                  <a:lnTo>
                    <a:pt x="207888" y="9539"/>
                  </a:lnTo>
                  <a:lnTo>
                    <a:pt x="225022" y="18407"/>
                  </a:lnTo>
                  <a:lnTo>
                    <a:pt x="229591" y="19313"/>
                  </a:lnTo>
                  <a:lnTo>
                    <a:pt x="234160" y="19171"/>
                  </a:lnTo>
                  <a:lnTo>
                    <a:pt x="238729" y="18005"/>
                  </a:lnTo>
                  <a:lnTo>
                    <a:pt x="244440" y="15405"/>
                  </a:lnTo>
                  <a:lnTo>
                    <a:pt x="260431" y="7156"/>
                  </a:lnTo>
                  <a:lnTo>
                    <a:pt x="265000" y="6163"/>
                  </a:lnTo>
                  <a:lnTo>
                    <a:pt x="269569" y="6207"/>
                  </a:lnTo>
                  <a:lnTo>
                    <a:pt x="274138" y="7279"/>
                  </a:lnTo>
                  <a:lnTo>
                    <a:pt x="279850" y="9795"/>
                  </a:lnTo>
                  <a:lnTo>
                    <a:pt x="296983" y="18470"/>
                  </a:lnTo>
                  <a:lnTo>
                    <a:pt x="301552" y="19302"/>
                  </a:lnTo>
                  <a:lnTo>
                    <a:pt x="306121" y="19085"/>
                  </a:lnTo>
                  <a:lnTo>
                    <a:pt x="310690" y="17851"/>
                  </a:lnTo>
                  <a:lnTo>
                    <a:pt x="316401" y="15185"/>
                  </a:lnTo>
                  <a:lnTo>
                    <a:pt x="332393" y="6908"/>
                  </a:lnTo>
                  <a:lnTo>
                    <a:pt x="336962" y="5941"/>
                  </a:lnTo>
                  <a:lnTo>
                    <a:pt x="341531" y="6015"/>
                  </a:lnTo>
                  <a:lnTo>
                    <a:pt x="346100" y="7117"/>
                  </a:lnTo>
                  <a:lnTo>
                    <a:pt x="351811" y="9654"/>
                  </a:lnTo>
                  <a:lnTo>
                    <a:pt x="367802" y="17909"/>
                  </a:lnTo>
                  <a:lnTo>
                    <a:pt x="372371" y="18942"/>
                  </a:lnTo>
                  <a:lnTo>
                    <a:pt x="376940" y="18943"/>
                  </a:lnTo>
                  <a:lnTo>
                    <a:pt x="381509" y="17908"/>
                  </a:lnTo>
                  <a:lnTo>
                    <a:pt x="387221" y="15415"/>
                  </a:lnTo>
                  <a:lnTo>
                    <a:pt x="404354" y="6574"/>
                  </a:lnTo>
                  <a:lnTo>
                    <a:pt x="408923" y="5651"/>
                  </a:lnTo>
                  <a:lnTo>
                    <a:pt x="413492" y="5774"/>
                  </a:lnTo>
                  <a:lnTo>
                    <a:pt x="418061" y="6919"/>
                  </a:lnTo>
                  <a:lnTo>
                    <a:pt x="423772" y="9497"/>
                  </a:lnTo>
                  <a:lnTo>
                    <a:pt x="439764" y="17731"/>
                  </a:lnTo>
                  <a:lnTo>
                    <a:pt x="444333" y="18730"/>
                  </a:lnTo>
                  <a:lnTo>
                    <a:pt x="448902" y="18692"/>
                  </a:lnTo>
                  <a:lnTo>
                    <a:pt x="453471" y="17622"/>
                  </a:lnTo>
                  <a:lnTo>
                    <a:pt x="459182" y="15101"/>
                  </a:lnTo>
                  <a:lnTo>
                    <a:pt x="476316" y="6328"/>
                  </a:lnTo>
                  <a:lnTo>
                    <a:pt x="480885" y="5455"/>
                  </a:lnTo>
                  <a:lnTo>
                    <a:pt x="485454" y="5629"/>
                  </a:lnTo>
                  <a:lnTo>
                    <a:pt x="490023" y="6822"/>
                  </a:lnTo>
                  <a:lnTo>
                    <a:pt x="495734" y="9443"/>
                  </a:lnTo>
                  <a:lnTo>
                    <a:pt x="511725" y="17660"/>
                  </a:lnTo>
                  <a:lnTo>
                    <a:pt x="516294" y="18624"/>
                  </a:lnTo>
                  <a:lnTo>
                    <a:pt x="520863" y="18548"/>
                  </a:lnTo>
                  <a:lnTo>
                    <a:pt x="525432" y="17443"/>
                  </a:lnTo>
                  <a:lnTo>
                    <a:pt x="531144" y="14895"/>
                  </a:lnTo>
                  <a:lnTo>
                    <a:pt x="548277" y="6190"/>
                  </a:lnTo>
                  <a:lnTo>
                    <a:pt x="552846" y="5365"/>
                  </a:lnTo>
                  <a:lnTo>
                    <a:pt x="557415" y="5589"/>
                  </a:lnTo>
                  <a:lnTo>
                    <a:pt x="561984" y="6826"/>
                  </a:lnTo>
                  <a:lnTo>
                    <a:pt x="567695" y="9487"/>
                  </a:lnTo>
                  <a:lnTo>
                    <a:pt x="582545" y="17296"/>
                  </a:lnTo>
                  <a:lnTo>
                    <a:pt x="587114" y="18466"/>
                  </a:lnTo>
                  <a:lnTo>
                    <a:pt x="591683" y="18616"/>
                  </a:lnTo>
                  <a:lnTo>
                    <a:pt x="596252" y="17720"/>
                  </a:lnTo>
                  <a:lnTo>
                    <a:pt x="601963" y="15361"/>
                  </a:lnTo>
                  <a:lnTo>
                    <a:pt x="621381" y="5832"/>
                  </a:lnTo>
                  <a:lnTo>
                    <a:pt x="625950" y="5310"/>
                  </a:lnTo>
                  <a:lnTo>
                    <a:pt x="630519" y="5844"/>
                  </a:lnTo>
                  <a:lnTo>
                    <a:pt x="636230" y="7853"/>
                  </a:lnTo>
                  <a:lnTo>
                    <a:pt x="644226" y="12210"/>
                  </a:lnTo>
                  <a:lnTo>
                    <a:pt x="653364" y="16943"/>
                  </a:lnTo>
                  <a:lnTo>
                    <a:pt x="659075" y="18501"/>
                  </a:lnTo>
                  <a:lnTo>
                    <a:pt x="663644" y="18607"/>
                  </a:lnTo>
                  <a:lnTo>
                    <a:pt x="668213" y="17671"/>
                  </a:lnTo>
                  <a:lnTo>
                    <a:pt x="673924" y="15275"/>
                  </a:lnTo>
                  <a:lnTo>
                    <a:pt x="692200" y="6085"/>
                  </a:lnTo>
                  <a:lnTo>
                    <a:pt x="696769" y="5349"/>
                  </a:lnTo>
                  <a:lnTo>
                    <a:pt x="701338" y="5665"/>
                  </a:lnTo>
                  <a:lnTo>
                    <a:pt x="705907" y="6985"/>
                  </a:lnTo>
                  <a:lnTo>
                    <a:pt x="712761" y="10352"/>
                  </a:lnTo>
                  <a:lnTo>
                    <a:pt x="725325" y="17039"/>
                  </a:lnTo>
                  <a:lnTo>
                    <a:pt x="729894" y="18367"/>
                  </a:lnTo>
                  <a:lnTo>
                    <a:pt x="734463" y="18693"/>
                  </a:lnTo>
                  <a:lnTo>
                    <a:pt x="739032" y="17967"/>
                  </a:lnTo>
                  <a:lnTo>
                    <a:pt x="744743" y="15769"/>
                  </a:lnTo>
                  <a:lnTo>
                    <a:pt x="753881" y="10661"/>
                  </a:lnTo>
                  <a:lnTo>
                    <a:pt x="760735" y="7206"/>
                  </a:lnTo>
                  <a:lnTo>
                    <a:pt x="766446" y="5580"/>
                  </a:lnTo>
                  <a:lnTo>
                    <a:pt x="771015" y="5410"/>
                  </a:lnTo>
                  <a:lnTo>
                    <a:pt x="775584" y="6286"/>
                  </a:lnTo>
                  <a:lnTo>
                    <a:pt x="781295" y="8628"/>
                  </a:lnTo>
                  <a:lnTo>
                    <a:pt x="800713" y="18187"/>
                  </a:lnTo>
                  <a:lnTo>
                    <a:pt x="805282" y="18732"/>
                  </a:lnTo>
                  <a:lnTo>
                    <a:pt x="809851" y="18220"/>
                  </a:lnTo>
                  <a:lnTo>
                    <a:pt x="815563" y="16234"/>
                  </a:lnTo>
                  <a:lnTo>
                    <a:pt x="823558" y="11892"/>
                  </a:lnTo>
                  <a:lnTo>
                    <a:pt x="832696" y="7145"/>
                  </a:lnTo>
                  <a:lnTo>
                    <a:pt x="838408" y="5567"/>
                  </a:lnTo>
                  <a:lnTo>
                    <a:pt x="842977" y="5441"/>
                  </a:lnTo>
                  <a:lnTo>
                    <a:pt x="847545" y="6359"/>
                  </a:lnTo>
                  <a:lnTo>
                    <a:pt x="853257" y="8740"/>
                  </a:lnTo>
                  <a:lnTo>
                    <a:pt x="871533" y="17958"/>
                  </a:lnTo>
                  <a:lnTo>
                    <a:pt x="876102" y="18717"/>
                  </a:lnTo>
                  <a:lnTo>
                    <a:pt x="880671" y="18423"/>
                  </a:lnTo>
                  <a:lnTo>
                    <a:pt x="885240" y="17124"/>
                  </a:lnTo>
                  <a:lnTo>
                    <a:pt x="890951" y="14412"/>
                  </a:lnTo>
                  <a:lnTo>
                    <a:pt x="905800" y="6658"/>
                  </a:lnTo>
                  <a:lnTo>
                    <a:pt x="910369" y="5548"/>
                  </a:lnTo>
                  <a:lnTo>
                    <a:pt x="914938" y="5467"/>
                  </a:lnTo>
                  <a:lnTo>
                    <a:pt x="919507" y="6427"/>
                  </a:lnTo>
                  <a:lnTo>
                    <a:pt x="925218" y="8845"/>
                  </a:lnTo>
                  <a:lnTo>
                    <a:pt x="943494" y="18016"/>
                  </a:lnTo>
                  <a:lnTo>
                    <a:pt x="948063" y="18731"/>
                  </a:lnTo>
                  <a:lnTo>
                    <a:pt x="952632" y="18393"/>
                  </a:lnTo>
                  <a:lnTo>
                    <a:pt x="957201" y="17055"/>
                  </a:lnTo>
                  <a:lnTo>
                    <a:pt x="964055" y="13671"/>
                  </a:lnTo>
                  <a:lnTo>
                    <a:pt x="976619" y="7007"/>
                  </a:lnTo>
                  <a:lnTo>
                    <a:pt x="981188" y="5701"/>
                  </a:lnTo>
                  <a:lnTo>
                    <a:pt x="985757" y="5399"/>
                  </a:lnTo>
                  <a:lnTo>
                    <a:pt x="990326" y="6149"/>
                  </a:lnTo>
                  <a:lnTo>
                    <a:pt x="996037" y="8371"/>
                  </a:lnTo>
                  <a:lnTo>
                    <a:pt x="1006318" y="14136"/>
                  </a:lnTo>
                  <a:lnTo>
                    <a:pt x="1013171" y="17364"/>
                  </a:lnTo>
                  <a:lnTo>
                    <a:pt x="1017740" y="18533"/>
                  </a:lnTo>
                  <a:lnTo>
                    <a:pt x="1022309" y="18680"/>
                  </a:lnTo>
                  <a:lnTo>
                    <a:pt x="1026878" y="17783"/>
                  </a:lnTo>
                  <a:lnTo>
                    <a:pt x="1032589" y="15422"/>
                  </a:lnTo>
                  <a:lnTo>
                    <a:pt x="1052007" y="5895"/>
                  </a:lnTo>
                  <a:lnTo>
                    <a:pt x="1056576" y="5375"/>
                  </a:lnTo>
                  <a:lnTo>
                    <a:pt x="1061145" y="5911"/>
                  </a:lnTo>
                  <a:lnTo>
                    <a:pt x="1066857" y="7921"/>
                  </a:lnTo>
                  <a:lnTo>
                    <a:pt x="1074852" y="12277"/>
                  </a:lnTo>
                  <a:lnTo>
                    <a:pt x="1083990" y="17007"/>
                  </a:lnTo>
                  <a:lnTo>
                    <a:pt x="1089701" y="18560"/>
                  </a:lnTo>
                  <a:lnTo>
                    <a:pt x="1094270" y="18663"/>
                  </a:lnTo>
                  <a:lnTo>
                    <a:pt x="1098839" y="17724"/>
                  </a:lnTo>
                  <a:lnTo>
                    <a:pt x="1104551" y="15324"/>
                  </a:lnTo>
                  <a:lnTo>
                    <a:pt x="1122827" y="6131"/>
                  </a:lnTo>
                  <a:lnTo>
                    <a:pt x="1127396" y="5396"/>
                  </a:lnTo>
                  <a:lnTo>
                    <a:pt x="1131965" y="5714"/>
                  </a:lnTo>
                  <a:lnTo>
                    <a:pt x="1136534" y="7033"/>
                  </a:lnTo>
                  <a:lnTo>
                    <a:pt x="1143387" y="10401"/>
                  </a:lnTo>
                  <a:lnTo>
                    <a:pt x="1155952" y="17082"/>
                  </a:lnTo>
                  <a:lnTo>
                    <a:pt x="1160521" y="18406"/>
                  </a:lnTo>
                  <a:lnTo>
                    <a:pt x="1165090" y="18729"/>
                  </a:lnTo>
                  <a:lnTo>
                    <a:pt x="1169659" y="17999"/>
                  </a:lnTo>
                  <a:lnTo>
                    <a:pt x="1175370" y="15797"/>
                  </a:lnTo>
                  <a:lnTo>
                    <a:pt x="1184508" y="10685"/>
                  </a:lnTo>
                  <a:lnTo>
                    <a:pt x="1191361" y="7230"/>
                  </a:lnTo>
                  <a:lnTo>
                    <a:pt x="1197073" y="5605"/>
                  </a:lnTo>
                  <a:lnTo>
                    <a:pt x="1201642" y="5436"/>
                  </a:lnTo>
                  <a:lnTo>
                    <a:pt x="1206211" y="6314"/>
                  </a:lnTo>
                  <a:lnTo>
                    <a:pt x="1211922" y="8656"/>
                  </a:lnTo>
                  <a:lnTo>
                    <a:pt x="1231340" y="18208"/>
                  </a:lnTo>
                  <a:lnTo>
                    <a:pt x="1235909" y="18749"/>
                  </a:lnTo>
                  <a:lnTo>
                    <a:pt x="1240478" y="18234"/>
                  </a:lnTo>
                  <a:lnTo>
                    <a:pt x="1246189" y="16245"/>
                  </a:lnTo>
                  <a:lnTo>
                    <a:pt x="1254185" y="11900"/>
                  </a:lnTo>
                  <a:lnTo>
                    <a:pt x="1263323" y="7153"/>
                  </a:lnTo>
                  <a:lnTo>
                    <a:pt x="1269034" y="5576"/>
                  </a:lnTo>
                  <a:lnTo>
                    <a:pt x="1273603" y="5452"/>
                  </a:lnTo>
                  <a:lnTo>
                    <a:pt x="1278172" y="6372"/>
                  </a:lnTo>
                  <a:lnTo>
                    <a:pt x="1283883" y="8753"/>
                  </a:lnTo>
                  <a:lnTo>
                    <a:pt x="1302159" y="17967"/>
                  </a:lnTo>
                  <a:lnTo>
                    <a:pt x="1306728" y="18723"/>
                  </a:lnTo>
                  <a:lnTo>
                    <a:pt x="1311297" y="18426"/>
                  </a:lnTo>
                  <a:lnTo>
                    <a:pt x="1315866" y="17125"/>
                  </a:lnTo>
                  <a:lnTo>
                    <a:pt x="1321577" y="14411"/>
                  </a:lnTo>
                  <a:lnTo>
                    <a:pt x="1336426" y="6657"/>
                  </a:lnTo>
                  <a:lnTo>
                    <a:pt x="1340995" y="5550"/>
                  </a:lnTo>
                  <a:lnTo>
                    <a:pt x="1345564" y="5470"/>
                  </a:lnTo>
                  <a:lnTo>
                    <a:pt x="1350133" y="6432"/>
                  </a:lnTo>
                  <a:lnTo>
                    <a:pt x="1355845" y="8851"/>
                  </a:lnTo>
                  <a:lnTo>
                    <a:pt x="1374121" y="18019"/>
                  </a:lnTo>
                  <a:lnTo>
                    <a:pt x="1378690" y="18732"/>
                  </a:lnTo>
                  <a:lnTo>
                    <a:pt x="1383259" y="18391"/>
                  </a:lnTo>
                  <a:lnTo>
                    <a:pt x="1387828" y="17051"/>
                  </a:lnTo>
                  <a:lnTo>
                    <a:pt x="1394681" y="13665"/>
                  </a:lnTo>
                  <a:lnTo>
                    <a:pt x="1407246" y="7003"/>
                  </a:lnTo>
                  <a:lnTo>
                    <a:pt x="1411815" y="5699"/>
                  </a:lnTo>
                  <a:lnTo>
                    <a:pt x="1416384" y="5399"/>
                  </a:lnTo>
                  <a:lnTo>
                    <a:pt x="1420953" y="6151"/>
                  </a:lnTo>
                  <a:lnTo>
                    <a:pt x="1426664" y="8375"/>
                  </a:lnTo>
                  <a:lnTo>
                    <a:pt x="1436944" y="14141"/>
                  </a:lnTo>
                  <a:lnTo>
                    <a:pt x="1443798" y="17366"/>
                  </a:lnTo>
                  <a:lnTo>
                    <a:pt x="1448367" y="18533"/>
                  </a:lnTo>
                  <a:lnTo>
                    <a:pt x="1452935" y="18678"/>
                  </a:lnTo>
                  <a:lnTo>
                    <a:pt x="1457504" y="17779"/>
                  </a:lnTo>
                  <a:lnTo>
                    <a:pt x="1463216" y="15415"/>
                  </a:lnTo>
                  <a:lnTo>
                    <a:pt x="1482634" y="5892"/>
                  </a:lnTo>
                  <a:lnTo>
                    <a:pt x="1487203" y="5374"/>
                  </a:lnTo>
                  <a:lnTo>
                    <a:pt x="1491772" y="5912"/>
                  </a:lnTo>
                  <a:lnTo>
                    <a:pt x="1497483" y="7924"/>
                  </a:lnTo>
                  <a:lnTo>
                    <a:pt x="1505479" y="12282"/>
                  </a:lnTo>
                  <a:lnTo>
                    <a:pt x="1514617" y="17010"/>
                  </a:lnTo>
                  <a:lnTo>
                    <a:pt x="1520328" y="18561"/>
                  </a:lnTo>
                  <a:lnTo>
                    <a:pt x="1524897" y="18661"/>
                  </a:lnTo>
                  <a:lnTo>
                    <a:pt x="1529466" y="17719"/>
                  </a:lnTo>
                  <a:lnTo>
                    <a:pt x="1535177" y="15318"/>
                  </a:lnTo>
                  <a:lnTo>
                    <a:pt x="1553453" y="6128"/>
                  </a:lnTo>
                  <a:lnTo>
                    <a:pt x="1558022" y="5395"/>
                  </a:lnTo>
                  <a:lnTo>
                    <a:pt x="1562591" y="5715"/>
                  </a:lnTo>
                  <a:lnTo>
                    <a:pt x="1567160" y="7036"/>
                  </a:lnTo>
                  <a:lnTo>
                    <a:pt x="1574013" y="10406"/>
                  </a:lnTo>
                  <a:lnTo>
                    <a:pt x="1586578" y="17085"/>
                  </a:lnTo>
                  <a:lnTo>
                    <a:pt x="1591147" y="18407"/>
                  </a:lnTo>
                  <a:lnTo>
                    <a:pt x="1595716" y="18728"/>
                  </a:lnTo>
                  <a:lnTo>
                    <a:pt x="1600285" y="17996"/>
                  </a:lnTo>
                  <a:lnTo>
                    <a:pt x="1605996" y="15792"/>
                  </a:lnTo>
                  <a:lnTo>
                    <a:pt x="1615134" y="10679"/>
                  </a:lnTo>
                  <a:lnTo>
                    <a:pt x="1621988" y="7226"/>
                  </a:lnTo>
                  <a:lnTo>
                    <a:pt x="1627699" y="5603"/>
                  </a:lnTo>
                  <a:lnTo>
                    <a:pt x="1632268" y="5437"/>
                  </a:lnTo>
                  <a:lnTo>
                    <a:pt x="1636837" y="6317"/>
                  </a:lnTo>
                  <a:lnTo>
                    <a:pt x="1642548" y="8661"/>
                  </a:lnTo>
                  <a:lnTo>
                    <a:pt x="1661966" y="18210"/>
                  </a:lnTo>
                  <a:lnTo>
                    <a:pt x="1666535" y="18749"/>
                  </a:lnTo>
                  <a:lnTo>
                    <a:pt x="1671104" y="18232"/>
                  </a:lnTo>
                  <a:lnTo>
                    <a:pt x="1676816" y="16240"/>
                  </a:lnTo>
                  <a:lnTo>
                    <a:pt x="1684811" y="11894"/>
                  </a:lnTo>
                  <a:lnTo>
                    <a:pt x="1693949" y="7149"/>
                  </a:lnTo>
                  <a:lnTo>
                    <a:pt x="1699660" y="5575"/>
                  </a:lnTo>
                  <a:lnTo>
                    <a:pt x="1704229" y="5453"/>
                  </a:lnTo>
                  <a:lnTo>
                    <a:pt x="1708798" y="6375"/>
                  </a:lnTo>
                  <a:lnTo>
                    <a:pt x="1712225" y="7669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2645670" y="2443995"/>
              <a:ext cx="1712595" cy="196215"/>
            </a:xfrm>
            <a:custGeom>
              <a:avLst/>
              <a:gdLst/>
              <a:ahLst/>
              <a:cxnLst/>
              <a:rect l="l" t="t" r="r" b="b"/>
              <a:pathLst>
                <a:path w="1712595" h="196214">
                  <a:moveTo>
                    <a:pt x="0" y="47024"/>
                  </a:moveTo>
                  <a:lnTo>
                    <a:pt x="1142" y="0"/>
                  </a:lnTo>
                  <a:lnTo>
                    <a:pt x="2284" y="191737"/>
                  </a:lnTo>
                  <a:lnTo>
                    <a:pt x="3426" y="195992"/>
                  </a:lnTo>
                  <a:lnTo>
                    <a:pt x="5711" y="95550"/>
                  </a:lnTo>
                  <a:lnTo>
                    <a:pt x="7995" y="54343"/>
                  </a:lnTo>
                  <a:lnTo>
                    <a:pt x="11422" y="44932"/>
                  </a:lnTo>
                  <a:lnTo>
                    <a:pt x="14849" y="44992"/>
                  </a:lnTo>
                  <a:lnTo>
                    <a:pt x="19418" y="45126"/>
                  </a:lnTo>
                  <a:lnTo>
                    <a:pt x="23987" y="44287"/>
                  </a:lnTo>
                  <a:lnTo>
                    <a:pt x="29698" y="42129"/>
                  </a:lnTo>
                  <a:lnTo>
                    <a:pt x="44547" y="35698"/>
                  </a:lnTo>
                  <a:lnTo>
                    <a:pt x="49116" y="34962"/>
                  </a:lnTo>
                  <a:lnTo>
                    <a:pt x="53685" y="35240"/>
                  </a:lnTo>
                  <a:lnTo>
                    <a:pt x="58254" y="36546"/>
                  </a:lnTo>
                  <a:lnTo>
                    <a:pt x="63965" y="39378"/>
                  </a:lnTo>
                  <a:lnTo>
                    <a:pt x="82241" y="49751"/>
                  </a:lnTo>
                  <a:lnTo>
                    <a:pt x="86810" y="50738"/>
                  </a:lnTo>
                  <a:lnTo>
                    <a:pt x="91379" y="50658"/>
                  </a:lnTo>
                  <a:lnTo>
                    <a:pt x="95948" y="49567"/>
                  </a:lnTo>
                  <a:lnTo>
                    <a:pt x="101659" y="47112"/>
                  </a:lnTo>
                  <a:lnTo>
                    <a:pt x="116509" y="40052"/>
                  </a:lnTo>
                  <a:lnTo>
                    <a:pt x="121078" y="39160"/>
                  </a:lnTo>
                  <a:lnTo>
                    <a:pt x="125646" y="39288"/>
                  </a:lnTo>
                  <a:lnTo>
                    <a:pt x="130215" y="40444"/>
                  </a:lnTo>
                  <a:lnTo>
                    <a:pt x="135927" y="43083"/>
                  </a:lnTo>
                  <a:lnTo>
                    <a:pt x="153060" y="52361"/>
                  </a:lnTo>
                  <a:lnTo>
                    <a:pt x="157629" y="53397"/>
                  </a:lnTo>
                  <a:lnTo>
                    <a:pt x="162198" y="53383"/>
                  </a:lnTo>
                  <a:lnTo>
                    <a:pt x="166767" y="52337"/>
                  </a:lnTo>
                  <a:lnTo>
                    <a:pt x="172479" y="49865"/>
                  </a:lnTo>
                  <a:lnTo>
                    <a:pt x="188470" y="41805"/>
                  </a:lnTo>
                  <a:lnTo>
                    <a:pt x="193039" y="40829"/>
                  </a:lnTo>
                  <a:lnTo>
                    <a:pt x="197608" y="40882"/>
                  </a:lnTo>
                  <a:lnTo>
                    <a:pt x="202177" y="41964"/>
                  </a:lnTo>
                  <a:lnTo>
                    <a:pt x="207888" y="44502"/>
                  </a:lnTo>
                  <a:lnTo>
                    <a:pt x="225022" y="53369"/>
                  </a:lnTo>
                  <a:lnTo>
                    <a:pt x="229591" y="54276"/>
                  </a:lnTo>
                  <a:lnTo>
                    <a:pt x="234160" y="54134"/>
                  </a:lnTo>
                  <a:lnTo>
                    <a:pt x="238729" y="52968"/>
                  </a:lnTo>
                  <a:lnTo>
                    <a:pt x="244440" y="50368"/>
                  </a:lnTo>
                  <a:lnTo>
                    <a:pt x="260431" y="42118"/>
                  </a:lnTo>
                  <a:lnTo>
                    <a:pt x="265000" y="41126"/>
                  </a:lnTo>
                  <a:lnTo>
                    <a:pt x="269569" y="41169"/>
                  </a:lnTo>
                  <a:lnTo>
                    <a:pt x="274138" y="42242"/>
                  </a:lnTo>
                  <a:lnTo>
                    <a:pt x="279850" y="44757"/>
                  </a:lnTo>
                  <a:lnTo>
                    <a:pt x="296983" y="53433"/>
                  </a:lnTo>
                  <a:lnTo>
                    <a:pt x="301552" y="54265"/>
                  </a:lnTo>
                  <a:lnTo>
                    <a:pt x="306121" y="54047"/>
                  </a:lnTo>
                  <a:lnTo>
                    <a:pt x="310690" y="52814"/>
                  </a:lnTo>
                  <a:lnTo>
                    <a:pt x="316401" y="50148"/>
                  </a:lnTo>
                  <a:lnTo>
                    <a:pt x="332393" y="41871"/>
                  </a:lnTo>
                  <a:lnTo>
                    <a:pt x="336962" y="40904"/>
                  </a:lnTo>
                  <a:lnTo>
                    <a:pt x="341531" y="40978"/>
                  </a:lnTo>
                  <a:lnTo>
                    <a:pt x="346100" y="42079"/>
                  </a:lnTo>
                  <a:lnTo>
                    <a:pt x="351811" y="44617"/>
                  </a:lnTo>
                  <a:lnTo>
                    <a:pt x="367802" y="52872"/>
                  </a:lnTo>
                  <a:lnTo>
                    <a:pt x="372371" y="53905"/>
                  </a:lnTo>
                  <a:lnTo>
                    <a:pt x="376940" y="53906"/>
                  </a:lnTo>
                  <a:lnTo>
                    <a:pt x="381509" y="52870"/>
                  </a:lnTo>
                  <a:lnTo>
                    <a:pt x="387221" y="50378"/>
                  </a:lnTo>
                  <a:lnTo>
                    <a:pt x="404354" y="41537"/>
                  </a:lnTo>
                  <a:lnTo>
                    <a:pt x="408923" y="40614"/>
                  </a:lnTo>
                  <a:lnTo>
                    <a:pt x="413492" y="40737"/>
                  </a:lnTo>
                  <a:lnTo>
                    <a:pt x="418061" y="41882"/>
                  </a:lnTo>
                  <a:lnTo>
                    <a:pt x="423772" y="44460"/>
                  </a:lnTo>
                  <a:lnTo>
                    <a:pt x="439764" y="52694"/>
                  </a:lnTo>
                  <a:lnTo>
                    <a:pt x="444333" y="53692"/>
                  </a:lnTo>
                  <a:lnTo>
                    <a:pt x="448902" y="53654"/>
                  </a:lnTo>
                  <a:lnTo>
                    <a:pt x="453471" y="52584"/>
                  </a:lnTo>
                  <a:lnTo>
                    <a:pt x="459182" y="50064"/>
                  </a:lnTo>
                  <a:lnTo>
                    <a:pt x="476316" y="41291"/>
                  </a:lnTo>
                  <a:lnTo>
                    <a:pt x="480885" y="40418"/>
                  </a:lnTo>
                  <a:lnTo>
                    <a:pt x="485454" y="40592"/>
                  </a:lnTo>
                  <a:lnTo>
                    <a:pt x="490023" y="41784"/>
                  </a:lnTo>
                  <a:lnTo>
                    <a:pt x="495734" y="44405"/>
                  </a:lnTo>
                  <a:lnTo>
                    <a:pt x="511725" y="52623"/>
                  </a:lnTo>
                  <a:lnTo>
                    <a:pt x="516294" y="53586"/>
                  </a:lnTo>
                  <a:lnTo>
                    <a:pt x="520863" y="53511"/>
                  </a:lnTo>
                  <a:lnTo>
                    <a:pt x="525432" y="52406"/>
                  </a:lnTo>
                  <a:lnTo>
                    <a:pt x="531144" y="49858"/>
                  </a:lnTo>
                  <a:lnTo>
                    <a:pt x="548277" y="41153"/>
                  </a:lnTo>
                  <a:lnTo>
                    <a:pt x="552846" y="40327"/>
                  </a:lnTo>
                  <a:lnTo>
                    <a:pt x="557415" y="40551"/>
                  </a:lnTo>
                  <a:lnTo>
                    <a:pt x="561984" y="41789"/>
                  </a:lnTo>
                  <a:lnTo>
                    <a:pt x="567695" y="44450"/>
                  </a:lnTo>
                  <a:lnTo>
                    <a:pt x="582545" y="52259"/>
                  </a:lnTo>
                  <a:lnTo>
                    <a:pt x="587114" y="53429"/>
                  </a:lnTo>
                  <a:lnTo>
                    <a:pt x="591683" y="53578"/>
                  </a:lnTo>
                  <a:lnTo>
                    <a:pt x="596252" y="52683"/>
                  </a:lnTo>
                  <a:lnTo>
                    <a:pt x="601963" y="50324"/>
                  </a:lnTo>
                  <a:lnTo>
                    <a:pt x="621381" y="40795"/>
                  </a:lnTo>
                  <a:lnTo>
                    <a:pt x="625950" y="40273"/>
                  </a:lnTo>
                  <a:lnTo>
                    <a:pt x="630519" y="40807"/>
                  </a:lnTo>
                  <a:lnTo>
                    <a:pt x="636230" y="42816"/>
                  </a:lnTo>
                  <a:lnTo>
                    <a:pt x="644226" y="47172"/>
                  </a:lnTo>
                  <a:lnTo>
                    <a:pt x="653364" y="51906"/>
                  </a:lnTo>
                  <a:lnTo>
                    <a:pt x="659075" y="53463"/>
                  </a:lnTo>
                  <a:lnTo>
                    <a:pt x="663644" y="53570"/>
                  </a:lnTo>
                  <a:lnTo>
                    <a:pt x="668213" y="52634"/>
                  </a:lnTo>
                  <a:lnTo>
                    <a:pt x="673924" y="50237"/>
                  </a:lnTo>
                  <a:lnTo>
                    <a:pt x="692200" y="41048"/>
                  </a:lnTo>
                  <a:lnTo>
                    <a:pt x="696769" y="40312"/>
                  </a:lnTo>
                  <a:lnTo>
                    <a:pt x="701338" y="40628"/>
                  </a:lnTo>
                  <a:lnTo>
                    <a:pt x="705907" y="41947"/>
                  </a:lnTo>
                  <a:lnTo>
                    <a:pt x="712761" y="45315"/>
                  </a:lnTo>
                  <a:lnTo>
                    <a:pt x="725325" y="52002"/>
                  </a:lnTo>
                  <a:lnTo>
                    <a:pt x="729894" y="53330"/>
                  </a:lnTo>
                  <a:lnTo>
                    <a:pt x="734463" y="53656"/>
                  </a:lnTo>
                  <a:lnTo>
                    <a:pt x="739032" y="52930"/>
                  </a:lnTo>
                  <a:lnTo>
                    <a:pt x="744743" y="50732"/>
                  </a:lnTo>
                  <a:lnTo>
                    <a:pt x="753881" y="45623"/>
                  </a:lnTo>
                  <a:lnTo>
                    <a:pt x="760735" y="42169"/>
                  </a:lnTo>
                  <a:lnTo>
                    <a:pt x="766446" y="40542"/>
                  </a:lnTo>
                  <a:lnTo>
                    <a:pt x="771015" y="40373"/>
                  </a:lnTo>
                  <a:lnTo>
                    <a:pt x="775584" y="41249"/>
                  </a:lnTo>
                  <a:lnTo>
                    <a:pt x="781295" y="43591"/>
                  </a:lnTo>
                  <a:lnTo>
                    <a:pt x="800713" y="53150"/>
                  </a:lnTo>
                  <a:lnTo>
                    <a:pt x="805282" y="53694"/>
                  </a:lnTo>
                  <a:lnTo>
                    <a:pt x="809851" y="53183"/>
                  </a:lnTo>
                  <a:lnTo>
                    <a:pt x="815563" y="51197"/>
                  </a:lnTo>
                  <a:lnTo>
                    <a:pt x="823558" y="46855"/>
                  </a:lnTo>
                  <a:lnTo>
                    <a:pt x="832696" y="42108"/>
                  </a:lnTo>
                  <a:lnTo>
                    <a:pt x="838408" y="40530"/>
                  </a:lnTo>
                  <a:lnTo>
                    <a:pt x="842977" y="40404"/>
                  </a:lnTo>
                  <a:lnTo>
                    <a:pt x="847545" y="41322"/>
                  </a:lnTo>
                  <a:lnTo>
                    <a:pt x="853257" y="43702"/>
                  </a:lnTo>
                  <a:lnTo>
                    <a:pt x="871533" y="52921"/>
                  </a:lnTo>
                  <a:lnTo>
                    <a:pt x="876102" y="53679"/>
                  </a:lnTo>
                  <a:lnTo>
                    <a:pt x="880671" y="53386"/>
                  </a:lnTo>
                  <a:lnTo>
                    <a:pt x="885240" y="52087"/>
                  </a:lnTo>
                  <a:lnTo>
                    <a:pt x="890951" y="49375"/>
                  </a:lnTo>
                  <a:lnTo>
                    <a:pt x="905800" y="41620"/>
                  </a:lnTo>
                  <a:lnTo>
                    <a:pt x="910369" y="40511"/>
                  </a:lnTo>
                  <a:lnTo>
                    <a:pt x="914938" y="40430"/>
                  </a:lnTo>
                  <a:lnTo>
                    <a:pt x="919507" y="41390"/>
                  </a:lnTo>
                  <a:lnTo>
                    <a:pt x="925218" y="43808"/>
                  </a:lnTo>
                  <a:lnTo>
                    <a:pt x="943494" y="52979"/>
                  </a:lnTo>
                  <a:lnTo>
                    <a:pt x="948063" y="53694"/>
                  </a:lnTo>
                  <a:lnTo>
                    <a:pt x="952632" y="53356"/>
                  </a:lnTo>
                  <a:lnTo>
                    <a:pt x="957201" y="52018"/>
                  </a:lnTo>
                  <a:lnTo>
                    <a:pt x="964055" y="48634"/>
                  </a:lnTo>
                  <a:lnTo>
                    <a:pt x="976619" y="41970"/>
                  </a:lnTo>
                  <a:lnTo>
                    <a:pt x="981188" y="40664"/>
                  </a:lnTo>
                  <a:lnTo>
                    <a:pt x="985757" y="40362"/>
                  </a:lnTo>
                  <a:lnTo>
                    <a:pt x="990326" y="41112"/>
                  </a:lnTo>
                  <a:lnTo>
                    <a:pt x="996037" y="43334"/>
                  </a:lnTo>
                  <a:lnTo>
                    <a:pt x="1006318" y="49099"/>
                  </a:lnTo>
                  <a:lnTo>
                    <a:pt x="1013171" y="52327"/>
                  </a:lnTo>
                  <a:lnTo>
                    <a:pt x="1017740" y="53496"/>
                  </a:lnTo>
                  <a:lnTo>
                    <a:pt x="1022309" y="53643"/>
                  </a:lnTo>
                  <a:lnTo>
                    <a:pt x="1026878" y="52746"/>
                  </a:lnTo>
                  <a:lnTo>
                    <a:pt x="1032589" y="50385"/>
                  </a:lnTo>
                  <a:lnTo>
                    <a:pt x="1052007" y="40858"/>
                  </a:lnTo>
                  <a:lnTo>
                    <a:pt x="1056576" y="40338"/>
                  </a:lnTo>
                  <a:lnTo>
                    <a:pt x="1061145" y="40874"/>
                  </a:lnTo>
                  <a:lnTo>
                    <a:pt x="1066857" y="42884"/>
                  </a:lnTo>
                  <a:lnTo>
                    <a:pt x="1074852" y="47240"/>
                  </a:lnTo>
                  <a:lnTo>
                    <a:pt x="1083990" y="51970"/>
                  </a:lnTo>
                  <a:lnTo>
                    <a:pt x="1089701" y="53523"/>
                  </a:lnTo>
                  <a:lnTo>
                    <a:pt x="1094270" y="53626"/>
                  </a:lnTo>
                  <a:lnTo>
                    <a:pt x="1098839" y="52687"/>
                  </a:lnTo>
                  <a:lnTo>
                    <a:pt x="1104551" y="50287"/>
                  </a:lnTo>
                  <a:lnTo>
                    <a:pt x="1122827" y="41094"/>
                  </a:lnTo>
                  <a:lnTo>
                    <a:pt x="1127396" y="40359"/>
                  </a:lnTo>
                  <a:lnTo>
                    <a:pt x="1131965" y="40676"/>
                  </a:lnTo>
                  <a:lnTo>
                    <a:pt x="1136534" y="41996"/>
                  </a:lnTo>
                  <a:lnTo>
                    <a:pt x="1143387" y="45364"/>
                  </a:lnTo>
                  <a:lnTo>
                    <a:pt x="1155952" y="52044"/>
                  </a:lnTo>
                  <a:lnTo>
                    <a:pt x="1160521" y="53369"/>
                  </a:lnTo>
                  <a:lnTo>
                    <a:pt x="1165090" y="53692"/>
                  </a:lnTo>
                  <a:lnTo>
                    <a:pt x="1169659" y="52962"/>
                  </a:lnTo>
                  <a:lnTo>
                    <a:pt x="1175370" y="50760"/>
                  </a:lnTo>
                  <a:lnTo>
                    <a:pt x="1184508" y="45648"/>
                  </a:lnTo>
                  <a:lnTo>
                    <a:pt x="1191361" y="42193"/>
                  </a:lnTo>
                  <a:lnTo>
                    <a:pt x="1197073" y="40568"/>
                  </a:lnTo>
                  <a:lnTo>
                    <a:pt x="1201642" y="40399"/>
                  </a:lnTo>
                  <a:lnTo>
                    <a:pt x="1206211" y="41277"/>
                  </a:lnTo>
                  <a:lnTo>
                    <a:pt x="1211922" y="43619"/>
                  </a:lnTo>
                  <a:lnTo>
                    <a:pt x="1231340" y="53171"/>
                  </a:lnTo>
                  <a:lnTo>
                    <a:pt x="1235909" y="53712"/>
                  </a:lnTo>
                  <a:lnTo>
                    <a:pt x="1240478" y="53197"/>
                  </a:lnTo>
                  <a:lnTo>
                    <a:pt x="1246189" y="51208"/>
                  </a:lnTo>
                  <a:lnTo>
                    <a:pt x="1254185" y="46863"/>
                  </a:lnTo>
                  <a:lnTo>
                    <a:pt x="1263323" y="42116"/>
                  </a:lnTo>
                  <a:lnTo>
                    <a:pt x="1269034" y="40539"/>
                  </a:lnTo>
                  <a:lnTo>
                    <a:pt x="1273603" y="40415"/>
                  </a:lnTo>
                  <a:lnTo>
                    <a:pt x="1278172" y="41335"/>
                  </a:lnTo>
                  <a:lnTo>
                    <a:pt x="1283883" y="43716"/>
                  </a:lnTo>
                  <a:lnTo>
                    <a:pt x="1302159" y="52930"/>
                  </a:lnTo>
                  <a:lnTo>
                    <a:pt x="1306728" y="53686"/>
                  </a:lnTo>
                  <a:lnTo>
                    <a:pt x="1311297" y="53389"/>
                  </a:lnTo>
                  <a:lnTo>
                    <a:pt x="1315866" y="52088"/>
                  </a:lnTo>
                  <a:lnTo>
                    <a:pt x="1321577" y="49374"/>
                  </a:lnTo>
                  <a:lnTo>
                    <a:pt x="1336426" y="41620"/>
                  </a:lnTo>
                  <a:lnTo>
                    <a:pt x="1340995" y="40512"/>
                  </a:lnTo>
                  <a:lnTo>
                    <a:pt x="1345564" y="40433"/>
                  </a:lnTo>
                  <a:lnTo>
                    <a:pt x="1350133" y="41394"/>
                  </a:lnTo>
                  <a:lnTo>
                    <a:pt x="1355845" y="43814"/>
                  </a:lnTo>
                  <a:lnTo>
                    <a:pt x="1374121" y="52982"/>
                  </a:lnTo>
                  <a:lnTo>
                    <a:pt x="1378690" y="53695"/>
                  </a:lnTo>
                  <a:lnTo>
                    <a:pt x="1383259" y="53354"/>
                  </a:lnTo>
                  <a:lnTo>
                    <a:pt x="1387828" y="52014"/>
                  </a:lnTo>
                  <a:lnTo>
                    <a:pt x="1394681" y="48628"/>
                  </a:lnTo>
                  <a:lnTo>
                    <a:pt x="1407246" y="41966"/>
                  </a:lnTo>
                  <a:lnTo>
                    <a:pt x="1411815" y="40661"/>
                  </a:lnTo>
                  <a:lnTo>
                    <a:pt x="1416384" y="40362"/>
                  </a:lnTo>
                  <a:lnTo>
                    <a:pt x="1420953" y="41114"/>
                  </a:lnTo>
                  <a:lnTo>
                    <a:pt x="1426664" y="43338"/>
                  </a:lnTo>
                  <a:lnTo>
                    <a:pt x="1436944" y="49104"/>
                  </a:lnTo>
                  <a:lnTo>
                    <a:pt x="1443798" y="52329"/>
                  </a:lnTo>
                  <a:lnTo>
                    <a:pt x="1448367" y="53496"/>
                  </a:lnTo>
                  <a:lnTo>
                    <a:pt x="1452935" y="53641"/>
                  </a:lnTo>
                  <a:lnTo>
                    <a:pt x="1457504" y="52741"/>
                  </a:lnTo>
                  <a:lnTo>
                    <a:pt x="1463216" y="50378"/>
                  </a:lnTo>
                  <a:lnTo>
                    <a:pt x="1482634" y="40855"/>
                  </a:lnTo>
                  <a:lnTo>
                    <a:pt x="1487203" y="40337"/>
                  </a:lnTo>
                  <a:lnTo>
                    <a:pt x="1491772" y="40874"/>
                  </a:lnTo>
                  <a:lnTo>
                    <a:pt x="1497483" y="42887"/>
                  </a:lnTo>
                  <a:lnTo>
                    <a:pt x="1505479" y="47245"/>
                  </a:lnTo>
                  <a:lnTo>
                    <a:pt x="1514617" y="51973"/>
                  </a:lnTo>
                  <a:lnTo>
                    <a:pt x="1520328" y="53523"/>
                  </a:lnTo>
                  <a:lnTo>
                    <a:pt x="1524897" y="53624"/>
                  </a:lnTo>
                  <a:lnTo>
                    <a:pt x="1529466" y="52682"/>
                  </a:lnTo>
                  <a:lnTo>
                    <a:pt x="1535177" y="50280"/>
                  </a:lnTo>
                  <a:lnTo>
                    <a:pt x="1553453" y="41090"/>
                  </a:lnTo>
                  <a:lnTo>
                    <a:pt x="1558022" y="40358"/>
                  </a:lnTo>
                  <a:lnTo>
                    <a:pt x="1562591" y="40677"/>
                  </a:lnTo>
                  <a:lnTo>
                    <a:pt x="1567160" y="41999"/>
                  </a:lnTo>
                  <a:lnTo>
                    <a:pt x="1574013" y="45369"/>
                  </a:lnTo>
                  <a:lnTo>
                    <a:pt x="1586578" y="52048"/>
                  </a:lnTo>
                  <a:lnTo>
                    <a:pt x="1591147" y="53370"/>
                  </a:lnTo>
                  <a:lnTo>
                    <a:pt x="1595716" y="53691"/>
                  </a:lnTo>
                  <a:lnTo>
                    <a:pt x="1600285" y="52959"/>
                  </a:lnTo>
                  <a:lnTo>
                    <a:pt x="1605996" y="50755"/>
                  </a:lnTo>
                  <a:lnTo>
                    <a:pt x="1615134" y="45642"/>
                  </a:lnTo>
                  <a:lnTo>
                    <a:pt x="1621988" y="42189"/>
                  </a:lnTo>
                  <a:lnTo>
                    <a:pt x="1627699" y="40566"/>
                  </a:lnTo>
                  <a:lnTo>
                    <a:pt x="1632268" y="40400"/>
                  </a:lnTo>
                  <a:lnTo>
                    <a:pt x="1636837" y="41279"/>
                  </a:lnTo>
                  <a:lnTo>
                    <a:pt x="1642548" y="43624"/>
                  </a:lnTo>
                  <a:lnTo>
                    <a:pt x="1661966" y="53173"/>
                  </a:lnTo>
                  <a:lnTo>
                    <a:pt x="1666535" y="53712"/>
                  </a:lnTo>
                  <a:lnTo>
                    <a:pt x="1671104" y="53195"/>
                  </a:lnTo>
                  <a:lnTo>
                    <a:pt x="1676816" y="51203"/>
                  </a:lnTo>
                  <a:lnTo>
                    <a:pt x="1684811" y="46857"/>
                  </a:lnTo>
                  <a:lnTo>
                    <a:pt x="1693949" y="42112"/>
                  </a:lnTo>
                  <a:lnTo>
                    <a:pt x="1699660" y="40538"/>
                  </a:lnTo>
                  <a:lnTo>
                    <a:pt x="1704229" y="40416"/>
                  </a:lnTo>
                  <a:lnTo>
                    <a:pt x="1708798" y="41338"/>
                  </a:lnTo>
                  <a:lnTo>
                    <a:pt x="1712225" y="42632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2560059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0" name="object 490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12"/>
                </a:moveTo>
                <a:lnTo>
                  <a:pt x="3071952" y="12"/>
                </a:lnTo>
                <a:lnTo>
                  <a:pt x="1535976" y="12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12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92" name="object 492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93" name="object 4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13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75" dirty="0"/>
              <a:t>Stationary</a:t>
            </a:r>
            <a:r>
              <a:rPr spc="-4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5" dirty="0"/>
              <a:t>pure</a:t>
            </a:r>
            <a:r>
              <a:rPr spc="-10" dirty="0"/>
              <a:t> </a:t>
            </a:r>
            <a:r>
              <a:rPr spc="-45" dirty="0"/>
              <a:t>inertia</a:t>
            </a:r>
            <a:r>
              <a:rPr spc="-55" dirty="0"/>
              <a:t> </a:t>
            </a:r>
            <a:r>
              <a:rPr spc="-10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64500"/>
            <a:ext cx="10990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Consider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442" y="1182227"/>
            <a:ext cx="12514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5442" y="1791954"/>
            <a:ext cx="328485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computed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02742" y="2491804"/>
            <a:ext cx="3200400" cy="459741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4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6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1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eigenvalues:</a:t>
            </a:r>
            <a:endParaRPr sz="1200" dirty="0">
              <a:latin typeface="Arial"/>
              <a:cs typeface="Arial"/>
            </a:endParaRPr>
          </a:p>
          <a:p>
            <a:pPr marL="2113915">
              <a:lnSpc>
                <a:spcPts val="1125"/>
              </a:lnSpc>
              <a:spcBef>
                <a:spcPts val="450"/>
              </a:spcBef>
              <a:tabLst>
                <a:tab pos="2806065" algn="l"/>
              </a:tabLst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14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7F23B4A-F168-6F95-8D7D-1E7C0F5C8B58}"/>
                  </a:ext>
                </a:extLst>
              </p:cNvPr>
              <p:cNvSpPr txBox="1"/>
              <p:nvPr/>
            </p:nvSpPr>
            <p:spPr>
              <a:xfrm>
                <a:off x="614" y="676928"/>
                <a:ext cx="4609486" cy="3662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1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11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11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zh-CN" sz="11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7F23B4A-F168-6F95-8D7D-1E7C0F5C8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" y="676928"/>
                <a:ext cx="4609486" cy="366254"/>
              </a:xfrm>
              <a:prstGeom prst="rect">
                <a:avLst/>
              </a:prstGeom>
              <a:blipFill>
                <a:blip r:embed="rId3"/>
                <a:stretch>
                  <a:fillRect t="-191667" b="-28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3CB487C-3F0B-3A8E-7453-ABE324508ED4}"/>
                  </a:ext>
                </a:extLst>
              </p:cNvPr>
              <p:cNvSpPr txBox="1"/>
              <p:nvPr/>
            </p:nvSpPr>
            <p:spPr>
              <a:xfrm>
                <a:off x="614" y="1335944"/>
                <a:ext cx="4609486" cy="489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altLang="zh-CN" sz="10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3CB487C-3F0B-3A8E-7453-ABE324508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" y="1335944"/>
                <a:ext cx="4609486" cy="489108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73B018A-E7F4-A902-FE83-69F1912A1587}"/>
                  </a:ext>
                </a:extLst>
              </p:cNvPr>
              <p:cNvSpPr txBox="1"/>
              <p:nvPr/>
            </p:nvSpPr>
            <p:spPr>
              <a:xfrm>
                <a:off x="-1291" y="2056516"/>
                <a:ext cx="4609486" cy="4109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73B018A-E7F4-A902-FE83-69F1912A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1" y="2056516"/>
                <a:ext cx="4609486" cy="410946"/>
              </a:xfrm>
              <a:prstGeom prst="rect">
                <a:avLst/>
              </a:prstGeom>
              <a:blipFill>
                <a:blip r:embed="rId5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DF4BDEB-2B16-773D-8B55-069D20595A7E}"/>
                  </a:ext>
                </a:extLst>
              </p:cNvPr>
              <p:cNvSpPr txBox="1"/>
              <p:nvPr/>
            </p:nvSpPr>
            <p:spPr>
              <a:xfrm>
                <a:off x="-1291" y="2754223"/>
                <a:ext cx="4609486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sz="1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DF4BDEB-2B16-773D-8B55-069D20595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1" y="2754223"/>
                <a:ext cx="4609486" cy="446276"/>
              </a:xfrm>
              <a:prstGeom prst="rect">
                <a:avLst/>
              </a:prstGeom>
              <a:blipFill>
                <a:blip r:embed="rId6"/>
                <a:stretch>
                  <a:fillRect t="-2740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1313220" y="1768480"/>
            <a:ext cx="31750" cy="4445"/>
          </a:xfrm>
          <a:custGeom>
            <a:avLst/>
            <a:gdLst/>
            <a:ahLst/>
            <a:cxnLst/>
            <a:rect l="l" t="t" r="r" b="b"/>
            <a:pathLst>
              <a:path w="31750" h="4444">
                <a:moveTo>
                  <a:pt x="31232" y="0"/>
                </a:moveTo>
                <a:lnTo>
                  <a:pt x="0" y="0"/>
                </a:lnTo>
                <a:lnTo>
                  <a:pt x="0" y="4141"/>
                </a:lnTo>
                <a:lnTo>
                  <a:pt x="31232" y="4141"/>
                </a:lnTo>
                <a:lnTo>
                  <a:pt x="31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13220" y="1632873"/>
            <a:ext cx="31750" cy="4445"/>
          </a:xfrm>
          <a:custGeom>
            <a:avLst/>
            <a:gdLst/>
            <a:ahLst/>
            <a:cxnLst/>
            <a:rect l="l" t="t" r="r" b="b"/>
            <a:pathLst>
              <a:path w="31750" h="4444">
                <a:moveTo>
                  <a:pt x="31232" y="0"/>
                </a:moveTo>
                <a:lnTo>
                  <a:pt x="0" y="0"/>
                </a:lnTo>
                <a:lnTo>
                  <a:pt x="0" y="4141"/>
                </a:lnTo>
                <a:lnTo>
                  <a:pt x="31232" y="4141"/>
                </a:lnTo>
                <a:lnTo>
                  <a:pt x="31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13220" y="1497267"/>
            <a:ext cx="31750" cy="4445"/>
          </a:xfrm>
          <a:custGeom>
            <a:avLst/>
            <a:gdLst/>
            <a:ahLst/>
            <a:cxnLst/>
            <a:rect l="l" t="t" r="r" b="b"/>
            <a:pathLst>
              <a:path w="31750" h="4444">
                <a:moveTo>
                  <a:pt x="31232" y="0"/>
                </a:moveTo>
                <a:lnTo>
                  <a:pt x="0" y="0"/>
                </a:lnTo>
                <a:lnTo>
                  <a:pt x="0" y="4141"/>
                </a:lnTo>
                <a:lnTo>
                  <a:pt x="31232" y="4141"/>
                </a:lnTo>
                <a:lnTo>
                  <a:pt x="31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13220" y="1361660"/>
            <a:ext cx="31750" cy="4445"/>
          </a:xfrm>
          <a:custGeom>
            <a:avLst/>
            <a:gdLst/>
            <a:ahLst/>
            <a:cxnLst/>
            <a:rect l="l" t="t" r="r" b="b"/>
            <a:pathLst>
              <a:path w="31750" h="4444">
                <a:moveTo>
                  <a:pt x="31232" y="0"/>
                </a:moveTo>
                <a:lnTo>
                  <a:pt x="0" y="0"/>
                </a:lnTo>
                <a:lnTo>
                  <a:pt x="0" y="4141"/>
                </a:lnTo>
                <a:lnTo>
                  <a:pt x="31232" y="4141"/>
                </a:lnTo>
                <a:lnTo>
                  <a:pt x="31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424581" y="678587"/>
            <a:ext cx="1744345" cy="1148080"/>
            <a:chOff x="1424581" y="678587"/>
            <a:chExt cx="1744345" cy="1148080"/>
          </a:xfrm>
        </p:grpSpPr>
        <p:sp>
          <p:nvSpPr>
            <p:cNvPr id="21" name="object 21"/>
            <p:cNvSpPr/>
            <p:nvPr/>
          </p:nvSpPr>
          <p:spPr>
            <a:xfrm>
              <a:off x="1495728" y="682397"/>
              <a:ext cx="1670685" cy="1085215"/>
            </a:xfrm>
            <a:custGeom>
              <a:avLst/>
              <a:gdLst/>
              <a:ahLst/>
              <a:cxnLst/>
              <a:rect l="l" t="t" r="r" b="b"/>
              <a:pathLst>
                <a:path w="1670685" h="1085214">
                  <a:moveTo>
                    <a:pt x="1670382" y="0"/>
                  </a:moveTo>
                  <a:lnTo>
                    <a:pt x="0" y="0"/>
                  </a:lnTo>
                  <a:lnTo>
                    <a:pt x="0" y="1084850"/>
                  </a:lnTo>
                  <a:lnTo>
                    <a:pt x="1670382" y="1084850"/>
                  </a:lnTo>
                  <a:lnTo>
                    <a:pt x="16703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95728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95728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95728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24581" y="1822347"/>
              <a:ext cx="31750" cy="4445"/>
            </a:xfrm>
            <a:custGeom>
              <a:avLst/>
              <a:gdLst/>
              <a:ahLst/>
              <a:cxnLst/>
              <a:rect l="l" t="t" r="r" b="b"/>
              <a:pathLst>
                <a:path w="31750" h="4444">
                  <a:moveTo>
                    <a:pt x="31232" y="0"/>
                  </a:moveTo>
                  <a:lnTo>
                    <a:pt x="0" y="0"/>
                  </a:lnTo>
                  <a:lnTo>
                    <a:pt x="0" y="4141"/>
                  </a:lnTo>
                  <a:lnTo>
                    <a:pt x="31232" y="4141"/>
                  </a:lnTo>
                  <a:lnTo>
                    <a:pt x="31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04526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04526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04526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633378" y="1822347"/>
              <a:ext cx="31750" cy="4445"/>
            </a:xfrm>
            <a:custGeom>
              <a:avLst/>
              <a:gdLst/>
              <a:ahLst/>
              <a:cxnLst/>
              <a:rect l="l" t="t" r="r" b="b"/>
              <a:pathLst>
                <a:path w="31750" h="4444">
                  <a:moveTo>
                    <a:pt x="31232" y="0"/>
                  </a:moveTo>
                  <a:lnTo>
                    <a:pt x="0" y="0"/>
                  </a:lnTo>
                  <a:lnTo>
                    <a:pt x="0" y="4141"/>
                  </a:lnTo>
                  <a:lnTo>
                    <a:pt x="31232" y="4141"/>
                  </a:lnTo>
                  <a:lnTo>
                    <a:pt x="31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13324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913324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3324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42176" y="1822347"/>
              <a:ext cx="31750" cy="4445"/>
            </a:xfrm>
            <a:custGeom>
              <a:avLst/>
              <a:gdLst/>
              <a:ahLst/>
              <a:cxnLst/>
              <a:rect l="l" t="t" r="r" b="b"/>
              <a:pathLst>
                <a:path w="31750" h="4444">
                  <a:moveTo>
                    <a:pt x="31232" y="0"/>
                  </a:moveTo>
                  <a:lnTo>
                    <a:pt x="0" y="0"/>
                  </a:lnTo>
                  <a:lnTo>
                    <a:pt x="0" y="4141"/>
                  </a:lnTo>
                  <a:lnTo>
                    <a:pt x="31232" y="4141"/>
                  </a:lnTo>
                  <a:lnTo>
                    <a:pt x="31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22122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22122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22122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50974" y="1822347"/>
              <a:ext cx="31750" cy="4445"/>
            </a:xfrm>
            <a:custGeom>
              <a:avLst/>
              <a:gdLst/>
              <a:ahLst/>
              <a:cxnLst/>
              <a:rect l="l" t="t" r="r" b="b"/>
              <a:pathLst>
                <a:path w="31750" h="4444">
                  <a:moveTo>
                    <a:pt x="31232" y="0"/>
                  </a:moveTo>
                  <a:lnTo>
                    <a:pt x="0" y="0"/>
                  </a:lnTo>
                  <a:lnTo>
                    <a:pt x="0" y="4141"/>
                  </a:lnTo>
                  <a:lnTo>
                    <a:pt x="31232" y="4141"/>
                  </a:lnTo>
                  <a:lnTo>
                    <a:pt x="31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30919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30919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30919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39717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39717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39717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48515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8515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48515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57313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57313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57313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166111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66111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66111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495728" y="1767248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478266" y="1767248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478266" y="1767248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495728" y="1631641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478266" y="1631641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478266" y="1631641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495728" y="1496035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478266" y="1496035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78266" y="1496035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95728" y="1360429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478266" y="136042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478266" y="136042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495728" y="1224822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478266" y="1224822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478266" y="1224822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495728" y="1089216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478266" y="1089216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478266" y="1089216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495728" y="953610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478266" y="953610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478266" y="953610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495728" y="818003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478266" y="818003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478266" y="818003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495728" y="682397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478266" y="682397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478266" y="682397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998819" y="1009136"/>
              <a:ext cx="313690" cy="203835"/>
            </a:xfrm>
            <a:custGeom>
              <a:avLst/>
              <a:gdLst/>
              <a:ahLst/>
              <a:cxnLst/>
              <a:rect l="l" t="t" r="r" b="b"/>
              <a:pathLst>
                <a:path w="313689" h="203834">
                  <a:moveTo>
                    <a:pt x="0" y="0"/>
                  </a:moveTo>
                  <a:lnTo>
                    <a:pt x="313425" y="203557"/>
                  </a:lnTo>
                  <a:lnTo>
                    <a:pt x="313425" y="203557"/>
                  </a:lnTo>
                </a:path>
              </a:pathLst>
            </a:custGeom>
            <a:ln w="7483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998819" y="1236951"/>
              <a:ext cx="313690" cy="203835"/>
            </a:xfrm>
            <a:custGeom>
              <a:avLst/>
              <a:gdLst/>
              <a:ahLst/>
              <a:cxnLst/>
              <a:rect l="l" t="t" r="r" b="b"/>
              <a:pathLst>
                <a:path w="313689" h="203834">
                  <a:moveTo>
                    <a:pt x="0" y="203557"/>
                  </a:moveTo>
                  <a:lnTo>
                    <a:pt x="313425" y="0"/>
                  </a:lnTo>
                  <a:lnTo>
                    <a:pt x="313425" y="0"/>
                  </a:lnTo>
                </a:path>
              </a:pathLst>
            </a:custGeom>
            <a:ln w="7483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95728" y="1224822"/>
              <a:ext cx="835660" cy="542925"/>
            </a:xfrm>
            <a:custGeom>
              <a:avLst/>
              <a:gdLst/>
              <a:ahLst/>
              <a:cxnLst/>
              <a:rect l="l" t="t" r="r" b="b"/>
              <a:pathLst>
                <a:path w="835660" h="542925">
                  <a:moveTo>
                    <a:pt x="835191" y="0"/>
                  </a:moveTo>
                  <a:lnTo>
                    <a:pt x="0" y="542425"/>
                  </a:lnTo>
                </a:path>
              </a:pathLst>
            </a:custGeom>
            <a:ln w="7483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95728" y="682397"/>
              <a:ext cx="835660" cy="542925"/>
            </a:xfrm>
            <a:custGeom>
              <a:avLst/>
              <a:gdLst/>
              <a:ahLst/>
              <a:cxnLst/>
              <a:rect l="l" t="t" r="r" b="b"/>
              <a:pathLst>
                <a:path w="835660" h="542925">
                  <a:moveTo>
                    <a:pt x="835191" y="542425"/>
                  </a:moveTo>
                  <a:lnTo>
                    <a:pt x="0" y="0"/>
                  </a:lnTo>
                </a:path>
              </a:pathLst>
            </a:custGeom>
            <a:ln w="7483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495728" y="682397"/>
              <a:ext cx="1670685" cy="1085215"/>
            </a:xfrm>
            <a:custGeom>
              <a:avLst/>
              <a:gdLst/>
              <a:ahLst/>
              <a:cxnLst/>
              <a:rect l="l" t="t" r="r" b="b"/>
              <a:pathLst>
                <a:path w="1670685" h="1085214">
                  <a:moveTo>
                    <a:pt x="0" y="1084850"/>
                  </a:moveTo>
                  <a:lnTo>
                    <a:pt x="0" y="0"/>
                  </a:lnTo>
                </a:path>
                <a:path w="1670685" h="1085214">
                  <a:moveTo>
                    <a:pt x="1670382" y="1084850"/>
                  </a:moveTo>
                  <a:lnTo>
                    <a:pt x="1670382" y="0"/>
                  </a:lnTo>
                </a:path>
                <a:path w="1670685" h="1085214">
                  <a:moveTo>
                    <a:pt x="0" y="1084850"/>
                  </a:moveTo>
                  <a:lnTo>
                    <a:pt x="1670382" y="1084850"/>
                  </a:lnTo>
                </a:path>
                <a:path w="1670685" h="1085214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2318219" y="1154315"/>
            <a:ext cx="6032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i="1" spc="-50" dirty="0">
                <a:latin typeface="Arial"/>
                <a:cs typeface="Arial"/>
              </a:rPr>
              <a:t>R</a:t>
            </a:r>
            <a:endParaRPr sz="4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368423" y="1195031"/>
            <a:ext cx="74930" cy="21590"/>
          </a:xfrm>
          <a:custGeom>
            <a:avLst/>
            <a:gdLst/>
            <a:ahLst/>
            <a:cxnLst/>
            <a:rect l="l" t="t" r="r" b="b"/>
            <a:pathLst>
              <a:path w="74930" h="21590">
                <a:moveTo>
                  <a:pt x="36525" y="9575"/>
                </a:moveTo>
                <a:lnTo>
                  <a:pt x="26936" y="0"/>
                </a:lnTo>
                <a:lnTo>
                  <a:pt x="24053" y="2895"/>
                </a:lnTo>
                <a:lnTo>
                  <a:pt x="29679" y="8572"/>
                </a:lnTo>
                <a:lnTo>
                  <a:pt x="0" y="8572"/>
                </a:lnTo>
                <a:lnTo>
                  <a:pt x="0" y="12712"/>
                </a:lnTo>
                <a:lnTo>
                  <a:pt x="29679" y="12712"/>
                </a:lnTo>
                <a:lnTo>
                  <a:pt x="24053" y="18402"/>
                </a:lnTo>
                <a:lnTo>
                  <a:pt x="26936" y="21297"/>
                </a:lnTo>
                <a:lnTo>
                  <a:pt x="36525" y="11722"/>
                </a:lnTo>
                <a:lnTo>
                  <a:pt x="36525" y="9575"/>
                </a:lnTo>
                <a:close/>
              </a:path>
              <a:path w="74930" h="21590">
                <a:moveTo>
                  <a:pt x="74917" y="7823"/>
                </a:moveTo>
                <a:lnTo>
                  <a:pt x="74396" y="6337"/>
                </a:lnTo>
                <a:lnTo>
                  <a:pt x="73533" y="5283"/>
                </a:lnTo>
                <a:lnTo>
                  <a:pt x="72885" y="4533"/>
                </a:lnTo>
                <a:lnTo>
                  <a:pt x="72682" y="4318"/>
                </a:lnTo>
                <a:lnTo>
                  <a:pt x="72682" y="9677"/>
                </a:lnTo>
                <a:lnTo>
                  <a:pt x="72656" y="13169"/>
                </a:lnTo>
                <a:lnTo>
                  <a:pt x="72326" y="14211"/>
                </a:lnTo>
                <a:lnTo>
                  <a:pt x="72237" y="14516"/>
                </a:lnTo>
                <a:lnTo>
                  <a:pt x="71335" y="15760"/>
                </a:lnTo>
                <a:lnTo>
                  <a:pt x="70548" y="16954"/>
                </a:lnTo>
                <a:lnTo>
                  <a:pt x="69291" y="17513"/>
                </a:lnTo>
                <a:lnTo>
                  <a:pt x="65405" y="17513"/>
                </a:lnTo>
                <a:lnTo>
                  <a:pt x="63360" y="15506"/>
                </a:lnTo>
                <a:lnTo>
                  <a:pt x="63004" y="14859"/>
                </a:lnTo>
                <a:lnTo>
                  <a:pt x="61264" y="11125"/>
                </a:lnTo>
                <a:lnTo>
                  <a:pt x="62636" y="8229"/>
                </a:lnTo>
                <a:lnTo>
                  <a:pt x="62699" y="8077"/>
                </a:lnTo>
                <a:lnTo>
                  <a:pt x="62826" y="7823"/>
                </a:lnTo>
                <a:lnTo>
                  <a:pt x="63042" y="7378"/>
                </a:lnTo>
                <a:lnTo>
                  <a:pt x="63106" y="7226"/>
                </a:lnTo>
                <a:lnTo>
                  <a:pt x="65252" y="5283"/>
                </a:lnTo>
                <a:lnTo>
                  <a:pt x="69189" y="5283"/>
                </a:lnTo>
                <a:lnTo>
                  <a:pt x="70485" y="5930"/>
                </a:lnTo>
                <a:lnTo>
                  <a:pt x="72237" y="8077"/>
                </a:lnTo>
                <a:lnTo>
                  <a:pt x="72682" y="9677"/>
                </a:lnTo>
                <a:lnTo>
                  <a:pt x="72682" y="4318"/>
                </a:lnTo>
                <a:lnTo>
                  <a:pt x="71386" y="2933"/>
                </a:lnTo>
                <a:lnTo>
                  <a:pt x="69596" y="2095"/>
                </a:lnTo>
                <a:lnTo>
                  <a:pt x="65506" y="2095"/>
                </a:lnTo>
                <a:lnTo>
                  <a:pt x="59766" y="7823"/>
                </a:lnTo>
                <a:lnTo>
                  <a:pt x="59067" y="6731"/>
                </a:lnTo>
                <a:lnTo>
                  <a:pt x="58521" y="5930"/>
                </a:lnTo>
                <a:lnTo>
                  <a:pt x="58216" y="5524"/>
                </a:lnTo>
                <a:lnTo>
                  <a:pt x="58216" y="11620"/>
                </a:lnTo>
                <a:lnTo>
                  <a:pt x="56616" y="15506"/>
                </a:lnTo>
                <a:lnTo>
                  <a:pt x="54419" y="17513"/>
                </a:lnTo>
                <a:lnTo>
                  <a:pt x="50342" y="17513"/>
                </a:lnTo>
                <a:lnTo>
                  <a:pt x="49149" y="16954"/>
                </a:lnTo>
                <a:lnTo>
                  <a:pt x="48691" y="16459"/>
                </a:lnTo>
                <a:lnTo>
                  <a:pt x="47244" y="14668"/>
                </a:lnTo>
                <a:lnTo>
                  <a:pt x="46799" y="13169"/>
                </a:lnTo>
                <a:lnTo>
                  <a:pt x="46799" y="9677"/>
                </a:lnTo>
                <a:lnTo>
                  <a:pt x="47117" y="8623"/>
                </a:lnTo>
                <a:lnTo>
                  <a:pt x="47244" y="8229"/>
                </a:lnTo>
                <a:lnTo>
                  <a:pt x="48869" y="5930"/>
                </a:lnTo>
                <a:lnTo>
                  <a:pt x="48742" y="5930"/>
                </a:lnTo>
                <a:lnTo>
                  <a:pt x="50038" y="5283"/>
                </a:lnTo>
                <a:lnTo>
                  <a:pt x="54025" y="5283"/>
                </a:lnTo>
                <a:lnTo>
                  <a:pt x="56121" y="7378"/>
                </a:lnTo>
                <a:lnTo>
                  <a:pt x="58216" y="11620"/>
                </a:lnTo>
                <a:lnTo>
                  <a:pt x="58216" y="5524"/>
                </a:lnTo>
                <a:lnTo>
                  <a:pt x="53695" y="2095"/>
                </a:lnTo>
                <a:lnTo>
                  <a:pt x="49568" y="2095"/>
                </a:lnTo>
                <a:lnTo>
                  <a:pt x="47726" y="2933"/>
                </a:lnTo>
                <a:lnTo>
                  <a:pt x="47853" y="2933"/>
                </a:lnTo>
                <a:lnTo>
                  <a:pt x="46507" y="4533"/>
                </a:lnTo>
                <a:lnTo>
                  <a:pt x="45046" y="6337"/>
                </a:lnTo>
                <a:lnTo>
                  <a:pt x="44564" y="7823"/>
                </a:lnTo>
                <a:lnTo>
                  <a:pt x="44513" y="14859"/>
                </a:lnTo>
                <a:lnTo>
                  <a:pt x="44983" y="16256"/>
                </a:lnTo>
                <a:lnTo>
                  <a:pt x="45046" y="16459"/>
                </a:lnTo>
                <a:lnTo>
                  <a:pt x="46685" y="18262"/>
                </a:lnTo>
                <a:lnTo>
                  <a:pt x="48171" y="20002"/>
                </a:lnTo>
                <a:lnTo>
                  <a:pt x="48387" y="20002"/>
                </a:lnTo>
                <a:lnTo>
                  <a:pt x="49999" y="20701"/>
                </a:lnTo>
                <a:lnTo>
                  <a:pt x="53771" y="20701"/>
                </a:lnTo>
                <a:lnTo>
                  <a:pt x="55473" y="20154"/>
                </a:lnTo>
                <a:lnTo>
                  <a:pt x="56667" y="19050"/>
                </a:lnTo>
                <a:lnTo>
                  <a:pt x="57619" y="18262"/>
                </a:lnTo>
                <a:lnTo>
                  <a:pt x="58178" y="17513"/>
                </a:lnTo>
                <a:lnTo>
                  <a:pt x="58597" y="16954"/>
                </a:lnTo>
                <a:lnTo>
                  <a:pt x="58889" y="16459"/>
                </a:lnTo>
                <a:lnTo>
                  <a:pt x="59766" y="14859"/>
                </a:lnTo>
                <a:lnTo>
                  <a:pt x="60515" y="16256"/>
                </a:lnTo>
                <a:lnTo>
                  <a:pt x="61163" y="17208"/>
                </a:lnTo>
                <a:lnTo>
                  <a:pt x="61709" y="17805"/>
                </a:lnTo>
                <a:lnTo>
                  <a:pt x="62509" y="18808"/>
                </a:lnTo>
                <a:lnTo>
                  <a:pt x="63360" y="19558"/>
                </a:lnTo>
                <a:lnTo>
                  <a:pt x="64262" y="20002"/>
                </a:lnTo>
                <a:lnTo>
                  <a:pt x="65151" y="20497"/>
                </a:lnTo>
                <a:lnTo>
                  <a:pt x="66154" y="20701"/>
                </a:lnTo>
                <a:lnTo>
                  <a:pt x="69646" y="20701"/>
                </a:lnTo>
                <a:lnTo>
                  <a:pt x="71259" y="20002"/>
                </a:lnTo>
                <a:lnTo>
                  <a:pt x="71399" y="20002"/>
                </a:lnTo>
                <a:lnTo>
                  <a:pt x="74917" y="14859"/>
                </a:lnTo>
                <a:lnTo>
                  <a:pt x="74917" y="78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559498" y="611767"/>
            <a:ext cx="57150" cy="920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533238" y="653220"/>
            <a:ext cx="36830" cy="21590"/>
          </a:xfrm>
          <a:custGeom>
            <a:avLst/>
            <a:gdLst/>
            <a:ahLst/>
            <a:cxnLst/>
            <a:rect l="l" t="t" r="r" b="b"/>
            <a:pathLst>
              <a:path w="36830" h="21590">
                <a:moveTo>
                  <a:pt x="26941" y="0"/>
                </a:moveTo>
                <a:lnTo>
                  <a:pt x="24047" y="2893"/>
                </a:lnTo>
                <a:lnTo>
                  <a:pt x="29685" y="8581"/>
                </a:lnTo>
                <a:lnTo>
                  <a:pt x="0" y="8581"/>
                </a:lnTo>
                <a:lnTo>
                  <a:pt x="0" y="12722"/>
                </a:lnTo>
                <a:lnTo>
                  <a:pt x="29685" y="12722"/>
                </a:lnTo>
                <a:lnTo>
                  <a:pt x="24047" y="18410"/>
                </a:lnTo>
                <a:lnTo>
                  <a:pt x="26941" y="21303"/>
                </a:lnTo>
                <a:lnTo>
                  <a:pt x="36520" y="11724"/>
                </a:lnTo>
                <a:lnTo>
                  <a:pt x="36520" y="9579"/>
                </a:lnTo>
                <a:lnTo>
                  <a:pt x="269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33629" y="2004960"/>
            <a:ext cx="16402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72870" algn="l"/>
              </a:tabLst>
            </a:pPr>
            <a:r>
              <a:rPr sz="1100" spc="-40" dirty="0">
                <a:solidFill>
                  <a:srgbClr val="7F7F7F"/>
                </a:solidFill>
                <a:latin typeface="Arial"/>
                <a:cs typeface="Arial"/>
              </a:rPr>
              <a:t>Figure:</a:t>
            </a:r>
            <a:r>
              <a:rPr sz="1100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Eigenvalue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100" dirty="0">
              <a:latin typeface="Apple Symbols"/>
              <a:cs typeface="Apple Symbol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908592" y="2004960"/>
            <a:ext cx="13658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evolution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(root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locus)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77342" y="2443604"/>
            <a:ext cx="4307205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1066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i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pple Symbols"/>
                <a:cs typeface="Apple Symbols"/>
              </a:rPr>
              <a:t>↑</a:t>
            </a:r>
            <a:r>
              <a:rPr sz="1200" spc="-6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(more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penalty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input)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5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λ</a:t>
            </a:r>
            <a:r>
              <a:rPr sz="1200" baseline="-13888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i="1" baseline="-13888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baseline="-13888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spc="247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move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closer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origin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5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slower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convergence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zero</a:t>
            </a:r>
            <a:endParaRPr sz="1200">
              <a:latin typeface="Arial"/>
              <a:cs typeface="Arial"/>
            </a:endParaRPr>
          </a:p>
          <a:p>
            <a:pPr marL="268605" marR="17780" indent="-193040">
              <a:lnSpc>
                <a:spcPct val="100000"/>
              </a:lnSpc>
              <a:spcBef>
                <a:spcPts val="57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8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i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pple Symbols"/>
                <a:cs typeface="Apple Symbols"/>
              </a:rPr>
              <a:t>↓</a:t>
            </a:r>
            <a:r>
              <a:rPr sz="1200" spc="-5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(allow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efforts)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4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λ</a:t>
            </a:r>
            <a:r>
              <a:rPr sz="1200" baseline="-13888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i="1" baseline="-13888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baseline="-13888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spc="26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move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further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left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plane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7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faster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10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08" name="object 108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15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FDC4BDF6-B036-7F06-B9B9-275B8A1BB58A}"/>
                  </a:ext>
                </a:extLst>
              </p:cNvPr>
              <p:cNvSpPr txBox="1"/>
              <p:nvPr/>
            </p:nvSpPr>
            <p:spPr>
              <a:xfrm>
                <a:off x="857250" y="77903"/>
                <a:ext cx="2761636" cy="2663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zh-CN" sz="8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FDC4BDF6-B036-7F06-B9B9-275B8A1BB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77903"/>
                <a:ext cx="2761636" cy="266355"/>
              </a:xfrm>
              <a:prstGeom prst="rect">
                <a:avLst/>
              </a:prstGeom>
              <a:blipFill>
                <a:blip r:embed="rId3"/>
                <a:stretch>
                  <a:fillRect t="-202326" b="-286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5E6BD469-B2C1-87C0-356F-0FBCB7AFA668}"/>
                  </a:ext>
                </a:extLst>
              </p:cNvPr>
              <p:cNvSpPr txBox="1"/>
              <p:nvPr/>
            </p:nvSpPr>
            <p:spPr>
              <a:xfrm>
                <a:off x="1073761" y="1882066"/>
                <a:ext cx="2221889" cy="501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sz="11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5E6BD469-B2C1-87C0-356F-0FBCB7AFA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61" y="1882066"/>
                <a:ext cx="2221889" cy="501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5" dirty="0"/>
              <a:t>MATLAB</a:t>
            </a:r>
            <a:r>
              <a:rPr spc="-65" dirty="0"/>
              <a:t> </a:t>
            </a:r>
            <a:r>
              <a:rPr spc="-140" dirty="0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71865"/>
            <a:ext cx="36136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7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care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solves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continuous-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system: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3217" y="761909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5679" y="773986"/>
            <a:ext cx="19323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Λ</a:t>
            </a:r>
            <a:r>
              <a:rPr sz="1200" i="1" spc="-6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]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care</a:t>
            </a:r>
            <a:r>
              <a:rPr sz="1200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30" dirty="0">
                <a:solidFill>
                  <a:srgbClr val="FFFFFF"/>
                </a:solidFill>
                <a:latin typeface="Arial"/>
                <a:cs typeface="Arial"/>
              </a:rPr>
              <a:t>A,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4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1234" y="767685"/>
            <a:ext cx="10020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8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742" y="1076119"/>
            <a:ext cx="4181475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4" marR="30480">
              <a:lnSpc>
                <a:spcPct val="100000"/>
              </a:lnSpc>
              <a:spcBef>
                <a:spcPts val="95"/>
              </a:spcBef>
            </a:pP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i="1" spc="97" baseline="31250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200" spc="97" baseline="312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200" i="1" spc="97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104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Λ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diagonal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matrix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eigenvalues,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i.e.,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eigenvalues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10" dirty="0">
                <a:solidFill>
                  <a:srgbClr val="FFFFFF"/>
                </a:solidFill>
                <a:latin typeface="Apple Symbols"/>
                <a:cs typeface="Apple Symbols"/>
              </a:rPr>
              <a:t>−</a:t>
            </a:r>
            <a:r>
              <a:rPr sz="1200" spc="-13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BK</a:t>
            </a:r>
            <a:r>
              <a:rPr sz="12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diagonal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entries.</a:t>
            </a: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42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9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lqr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lqry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200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provide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LQ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regulator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1192" y="1973361"/>
            <a:ext cx="952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9249" y="1968765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9646" y="1980854"/>
            <a:ext cx="184403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Λ]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lqr</a:t>
            </a:r>
            <a:r>
              <a:rPr sz="1200" spc="40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30" dirty="0">
                <a:solidFill>
                  <a:srgbClr val="FFFFFF"/>
                </a:solidFill>
                <a:latin typeface="Arial"/>
                <a:cs typeface="Arial"/>
              </a:rPr>
              <a:t>A,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10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8289" y="1973361"/>
            <a:ext cx="952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420560" y="2202266"/>
                <a:ext cx="3605529" cy="49693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081405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[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K,</a:t>
                </a:r>
                <a:r>
                  <a:rPr lang="en-US" sz="1200" i="1" spc="-1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P,</a:t>
                </a:r>
                <a:r>
                  <a:rPr lang="en-US" sz="1200" i="1" spc="-114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Λ]</a:t>
                </a:r>
                <a:r>
                  <a:rPr lang="en-US" sz="1200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lqry</a:t>
                </a:r>
                <a:r>
                  <a:rPr lang="en-US" sz="1200" spc="-1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(sys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lang="en-US" sz="1200" i="1" spc="-114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Q</a:t>
                </a:r>
                <a:r>
                  <a:rPr lang="en-US" sz="1200" i="1" spc="-82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-112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lang="en-US" sz="1200" i="1" spc="-114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400">
                  <a:lnSpc>
                    <a:spcPct val="100000"/>
                  </a:lnSpc>
                  <a:spcBef>
                    <a:spcPts val="940"/>
                  </a:spcBef>
                </a:pP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where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125" dirty="0">
                    <a:solidFill>
                      <a:srgbClr val="FFFFFF"/>
                    </a:solidFill>
                    <a:latin typeface="Arial"/>
                    <a:cs typeface="Arial"/>
                  </a:rPr>
                  <a:t>sys</a:t>
                </a:r>
                <a:r>
                  <a:rPr lang="en-US"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is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defined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by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15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15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Bu,</a:t>
                </a:r>
                <a:r>
                  <a:rPr lang="en-US" sz="1200" i="1" spc="19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r>
                  <a:rPr lang="en-US" sz="1200" i="1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Du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60" y="2202266"/>
                <a:ext cx="3605529" cy="496931"/>
              </a:xfrm>
              <a:prstGeom prst="rect">
                <a:avLst/>
              </a:prstGeom>
              <a:blipFill>
                <a:blip r:embed="rId2"/>
                <a:stretch>
                  <a:fillRect l="-2030" t="-8537" r="-846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bject 2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16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4E05DB2-4DF3-D90C-EF7B-64E543AF2F8D}"/>
                  </a:ext>
                </a:extLst>
              </p:cNvPr>
              <p:cNvSpPr txBox="1"/>
              <p:nvPr/>
            </p:nvSpPr>
            <p:spPr>
              <a:xfrm>
                <a:off x="584523" y="2713666"/>
                <a:ext cx="3417912" cy="491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4E05DB2-4DF3-D90C-EF7B-64E543AF2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23" y="2713666"/>
                <a:ext cx="3417912" cy="491930"/>
              </a:xfrm>
              <a:prstGeom prst="rect">
                <a:avLst/>
              </a:prstGeom>
              <a:blipFill>
                <a:blip r:embed="rId4"/>
                <a:stretch>
                  <a:fillRect t="-149383" b="-218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28" y="639709"/>
            <a:ext cx="356679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Clr>
                <a:srgbClr val="191919"/>
              </a:buClr>
              <a:buFont typeface="Arial"/>
              <a:buAutoNum type="arabicPeriod"/>
              <a:tabLst>
                <a:tab pos="193675" algn="l"/>
              </a:tabLst>
            </a:pPr>
            <a:r>
              <a:rPr sz="1200" spc="-6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1200" spc="3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formulation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Solution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to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infinite-horizon/stationary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Solution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to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finite-</a:t>
            </a:r>
            <a:r>
              <a:rPr sz="1200" spc="-4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horizon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3675" algn="l"/>
              </a:tabLst>
            </a:pPr>
            <a:r>
              <a:rPr sz="1200" spc="-5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From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finite-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horizon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LQ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to 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stationary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25" dirty="0">
                <a:solidFill>
                  <a:srgbClr val="191919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17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60" dirty="0"/>
              <a:t>finite-</a:t>
            </a:r>
            <a:r>
              <a:rPr spc="-90" dirty="0"/>
              <a:t>horizon</a:t>
            </a:r>
            <a:r>
              <a:rPr spc="10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28" y="510283"/>
            <a:ext cx="19818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Consider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index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/>
              <p:cNvSpPr txBox="1"/>
              <p:nvPr/>
            </p:nvSpPr>
            <p:spPr>
              <a:xfrm>
                <a:off x="110528" y="1370238"/>
                <a:ext cx="3986529" cy="19684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with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85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85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=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Bu,</a:t>
                </a:r>
                <a:r>
                  <a:rPr lang="en-US" sz="1200" i="1" spc="1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75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S</a:t>
                </a:r>
                <a:r>
                  <a:rPr lang="en-US" sz="1200" i="1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65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⪰</a:t>
                </a:r>
                <a:r>
                  <a:rPr lang="en-US" sz="1200" spc="-100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0,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lang="en-US" sz="1200" i="1" spc="4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20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≻</a:t>
                </a:r>
                <a:r>
                  <a:rPr lang="en-US" sz="1200" spc="-100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0,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Q</a:t>
                </a:r>
                <a:r>
                  <a:rPr lang="en-US"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lang="en-US" sz="1200" i="1" spc="75" baseline="3125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i="1" spc="-104" baseline="312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lang="en-US" sz="1200" i="1" spc="-19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8" y="1370238"/>
                <a:ext cx="3986529" cy="196849"/>
              </a:xfrm>
              <a:prstGeom prst="rect">
                <a:avLst/>
              </a:prstGeom>
              <a:blipFill>
                <a:blip r:embed="rId2"/>
                <a:stretch>
                  <a:fillRect l="-1376" t="-21875" r="-1835" b="-46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18"/>
          <p:cNvSpPr txBox="1"/>
          <p:nvPr/>
        </p:nvSpPr>
        <p:spPr>
          <a:xfrm>
            <a:off x="3290379" y="170436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442" y="1591650"/>
            <a:ext cx="41852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6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similar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Lyapunov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construction:</a:t>
            </a:r>
            <a:r>
              <a:rPr sz="120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200" i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20" dirty="0">
                <a:solidFill>
                  <a:srgbClr val="FFFFFF"/>
                </a:solidFill>
                <a:latin typeface="Arial Unicode MS"/>
                <a:cs typeface="Arial Unicode MS"/>
              </a:rPr>
              <a:t>≜</a:t>
            </a:r>
            <a:r>
              <a:rPr sz="1200" spc="85" dirty="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sz="1200" u="sng" spc="-52" baseline="312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</a:t>
            </a:r>
            <a:r>
              <a:rPr sz="1200" spc="-157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127" baseline="312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157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5441" y="1843262"/>
            <a:ext cx="93842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18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86D1FD-C50B-E056-BDAA-1E18B39AB00C}"/>
                  </a:ext>
                </a:extLst>
              </p:cNvPr>
              <p:cNvSpPr txBox="1"/>
              <p:nvPr/>
            </p:nvSpPr>
            <p:spPr>
              <a:xfrm>
                <a:off x="390031" y="799950"/>
                <a:ext cx="3781676" cy="43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B86D1FD-C50B-E056-BDAA-1E18B39AB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31" y="799950"/>
                <a:ext cx="3781676" cy="435825"/>
              </a:xfrm>
              <a:prstGeom prst="rect">
                <a:avLst/>
              </a:prstGeom>
              <a:blipFill>
                <a:blip r:embed="rId4"/>
                <a:stretch>
                  <a:fillRect l="-806" t="-175000" r="-323" b="-25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992FE02-AB06-33B5-E216-D0A37A857A91}"/>
                  </a:ext>
                </a:extLst>
              </p:cNvPr>
              <p:cNvSpPr txBox="1"/>
              <p:nvPr/>
            </p:nvSpPr>
            <p:spPr>
              <a:xfrm>
                <a:off x="215442" y="2084078"/>
                <a:ext cx="4431020" cy="11162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𝐵𝑢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𝐵𝑢</m:t>
                          </m:r>
                        </m:e>
                      </m:d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     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𝑑𝑃</m:t>
                                  </m:r>
                                </m:num>
                                <m:den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𝑃𝐴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𝑃𝑥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𝑃𝐵𝑢</m:t>
                          </m:r>
                        </m:e>
                      </m:d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992FE02-AB06-33B5-E216-D0A37A857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2084078"/>
                <a:ext cx="4431020" cy="1116203"/>
              </a:xfrm>
              <a:prstGeom prst="rect">
                <a:avLst/>
              </a:prstGeom>
              <a:blipFill>
                <a:blip r:embed="rId5"/>
                <a:stretch>
                  <a:fillRect t="-1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60" dirty="0"/>
              <a:t>finite-</a:t>
            </a:r>
            <a:r>
              <a:rPr spc="-90" dirty="0"/>
              <a:t>horizon</a:t>
            </a:r>
            <a:r>
              <a:rPr spc="10" dirty="0"/>
              <a:t> </a:t>
            </a:r>
            <a:r>
              <a:rPr spc="-25" dirty="0"/>
              <a:t>LQ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528" y="414119"/>
            <a:ext cx="26047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u="sng" spc="-104" baseline="312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1200" i="1" u="sng" baseline="312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</a:t>
            </a:r>
            <a:r>
              <a:rPr sz="1200" i="1" u="sng" spc="-52" baseline="312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1200" i="1" spc="-157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V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last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slide,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5442" y="1498724"/>
            <a:ext cx="8704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adding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3260" y="1789379"/>
            <a:ext cx="1216025" cy="5340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R="202565" algn="ctr">
              <a:lnSpc>
                <a:spcPct val="100000"/>
              </a:lnSpc>
              <a:spcBef>
                <a:spcPts val="660"/>
              </a:spcBef>
            </a:pP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both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sides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yields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19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p:sp>
        <p:nvSpPr>
          <p:cNvPr id="64" name="object 3">
            <a:extLst>
              <a:ext uri="{FF2B5EF4-FFF2-40B4-BE49-F238E27FC236}">
                <a16:creationId xmlns:a16="http://schemas.microsoft.com/office/drawing/2014/main" id="{20686302-2F6A-71C3-0803-A0CF83D3337A}"/>
              </a:ext>
            </a:extLst>
          </p:cNvPr>
          <p:cNvSpPr txBox="1"/>
          <p:nvPr/>
        </p:nvSpPr>
        <p:spPr>
          <a:xfrm>
            <a:off x="454938" y="517279"/>
            <a:ext cx="120014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dt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23843017-5CCE-F6BE-7CA9-C9AC8744963F}"/>
                  </a:ext>
                </a:extLst>
              </p:cNvPr>
              <p:cNvSpPr txBox="1"/>
              <p:nvPr/>
            </p:nvSpPr>
            <p:spPr>
              <a:xfrm>
                <a:off x="594435" y="652787"/>
                <a:ext cx="3337509" cy="7988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̇"/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en-US" altLang="zh-CN" sz="11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𝑃𝐴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𝑑𝑃</m:t>
                                      </m:r>
                                    </m:num>
                                    <m:den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𝑃𝐵𝑢</m:t>
                              </m:r>
                            </m:e>
                          </m:d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23843017-5CCE-F6BE-7CA9-C9AC87449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35" y="652787"/>
                <a:ext cx="3337509" cy="798808"/>
              </a:xfrm>
              <a:prstGeom prst="rect">
                <a:avLst/>
              </a:prstGeom>
              <a:blipFill>
                <a:blip r:embed="rId3"/>
                <a:stretch>
                  <a:fillRect l="-14077" t="-86260" r="-366" b="-1259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B8FA7D9-2BB9-4FA0-A904-93F034FF0BF5}"/>
                  </a:ext>
                </a:extLst>
              </p:cNvPr>
              <p:cNvSpPr txBox="1"/>
              <p:nvPr/>
            </p:nvSpPr>
            <p:spPr>
              <a:xfrm>
                <a:off x="146048" y="2343080"/>
                <a:ext cx="4343400" cy="7609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1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𝑃𝐴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𝑑𝑃</m:t>
                                      </m:r>
                                    </m:num>
                                    <m:den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𝑃𝑥</m:t>
                                      </m:r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𝑃𝐵𝑢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altLang="zh-CN" sz="11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products</m:t>
                                  </m:r>
                                  <m:r>
                                    <a:rPr lang="en-US" altLang="zh-CN" sz="11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11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of</m:t>
                                  </m:r>
                                  <m:r>
                                    <a:rPr lang="en-US" altLang="zh-CN" sz="11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11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and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lim>
                              </m:limLow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𝑅𝑢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altLang="zh-CN" sz="11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quadratic</m:t>
                                  </m:r>
                                </m:lim>
                              </m:limLow>
                            </m:e>
                          </m:d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B8FA7D9-2BB9-4FA0-A904-93F034FF0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48" y="2343080"/>
                <a:ext cx="4343400" cy="760914"/>
              </a:xfrm>
              <a:prstGeom prst="rect">
                <a:avLst/>
              </a:prstGeom>
              <a:blipFill>
                <a:blip r:embed="rId4"/>
                <a:stretch>
                  <a:fillRect l="-8287" t="-46400" r="-702" b="-128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FBF2C91-1FCE-AAFA-6859-2A1C60E70C08}"/>
                  </a:ext>
                </a:extLst>
              </p:cNvPr>
              <p:cNvSpPr txBox="1"/>
              <p:nvPr/>
            </p:nvSpPr>
            <p:spPr>
              <a:xfrm>
                <a:off x="426910" y="1695120"/>
                <a:ext cx="3781676" cy="43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FBF2C91-1FCE-AAFA-6859-2A1C60E70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10" y="1695120"/>
                <a:ext cx="3781676" cy="435825"/>
              </a:xfrm>
              <a:prstGeom prst="rect">
                <a:avLst/>
              </a:prstGeom>
              <a:blipFill>
                <a:blip r:embed="rId5"/>
                <a:stretch>
                  <a:fillRect l="-806" t="-175000" r="-484" b="-25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60" dirty="0"/>
              <a:t>finite-</a:t>
            </a:r>
            <a:r>
              <a:rPr spc="-90" dirty="0"/>
              <a:t>horizon</a:t>
            </a:r>
            <a:r>
              <a:rPr spc="10" dirty="0"/>
              <a:t> </a:t>
            </a:r>
            <a:r>
              <a:rPr spc="-25" dirty="0"/>
              <a:t>LQ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202742" y="631482"/>
                <a:ext cx="4228338" cy="374204"/>
              </a:xfrm>
              <a:prstGeom prst="rect">
                <a:avLst/>
              </a:prstGeom>
            </p:spPr>
            <p:txBody>
              <a:bodyPr vert="horz" wrap="square" lIns="0" tIns="33019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259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20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“complete</a:t>
                </a:r>
                <a:r>
                  <a:rPr sz="1200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squares”</a:t>
                </a:r>
                <a:r>
                  <a:rPr sz="1200" spc="1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in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ar-AE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p>
                              <m:sSupPr>
                                <m:ctrlPr>
                                  <a:rPr lang="ar-AE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ar-AE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zh-CN" altLang="ar-A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𝑃𝑥</m:t>
                            </m:r>
                            <m:r>
                              <a:rPr lang="ar-AE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zh-CN" altLang="ar-A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𝑃𝐵𝑢</m:t>
                            </m:r>
                          </m:e>
                        </m:groupChr>
                      </m:e>
                      <m:lim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products</m:t>
                        </m:r>
                        <m:r>
                          <a:rPr lang="en-US" altLang="zh-CN" sz="1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altLang="zh-CN" sz="1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lim>
                    </m:limLow>
                    <m:r>
                      <a:rPr lang="ar-AE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ar-AE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ar-AE" altLang="zh-CN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p>
                              <m:sSupPr>
                                <m:ctrlPr>
                                  <a:rPr lang="ar-AE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zh-CN" altLang="ar-AE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𝑅𝑢</m:t>
                            </m:r>
                          </m:e>
                        </m:groupChr>
                      </m:e>
                      <m:lim>
                        <m:r>
                          <m:rPr>
                            <m:sty m:val="p"/>
                          </m:rPr>
                          <a:rPr lang="en-US" altLang="zh-CN" sz="1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quadratic</m:t>
                        </m:r>
                      </m:lim>
                    </m:limLow>
                  </m:oMath>
                </a14:m>
                <a:r>
                  <a:rPr lang="ar-AE" altLang="zh-CN" sz="1200" baseline="6944" dirty="0">
                    <a:solidFill>
                      <a:schemeClr val="bg1"/>
                    </a:solidFill>
                    <a:latin typeface="Arial"/>
                    <a:cs typeface="Arial"/>
                  </a:rPr>
                  <a:t>:</a:t>
                </a:r>
                <a:endParaRPr sz="1200" baseline="6944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631482"/>
                <a:ext cx="4228338" cy="374204"/>
              </a:xfrm>
              <a:prstGeom prst="rect">
                <a:avLst/>
              </a:prstGeom>
              <a:blipFill>
                <a:blip r:embed="rId2"/>
                <a:stretch>
                  <a:fillRect l="-1009" t="-8197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16"/>
          <p:cNvSpPr txBox="1"/>
          <p:nvPr/>
        </p:nvSpPr>
        <p:spPr>
          <a:xfrm>
            <a:off x="202742" y="2346614"/>
            <a:ext cx="3931108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extending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concept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vector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case: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20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EE5F605-BAD9-770E-E1D8-F4544C00957D}"/>
                  </a:ext>
                </a:extLst>
              </p:cNvPr>
              <p:cNvSpPr txBox="1"/>
              <p:nvPr/>
            </p:nvSpPr>
            <p:spPr>
              <a:xfrm>
                <a:off x="426533" y="1238568"/>
                <a:ext cx="3935917" cy="1017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𝑃𝐵𝑢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𝑅𝑢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=   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𝑢𝐵𝑃𝑥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𝑥𝑃𝐵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limLow>
                        <m:limLow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groupChr>
                        </m:e>
                        <m:lim>
                          <m:rad>
                            <m:radPr>
                              <m:degHide m:val="on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lim>
                      </m:limLow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𝐵𝑃𝑥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𝐵𝑃𝑥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𝐵𝑃𝑥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𝐵𝑃𝑥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EE5F605-BAD9-770E-E1D8-F4544C009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33" y="1238568"/>
                <a:ext cx="3935917" cy="1017394"/>
              </a:xfrm>
              <a:prstGeom prst="rect">
                <a:avLst/>
              </a:prstGeom>
              <a:blipFill>
                <a:blip r:embed="rId4"/>
                <a:stretch>
                  <a:fillRect b="-2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EA6D470D-2A8C-D7E7-C47D-FAA2544CBF9A}"/>
              </a:ext>
            </a:extLst>
          </p:cNvPr>
          <p:cNvSpPr txBox="1"/>
          <p:nvPr/>
        </p:nvSpPr>
        <p:spPr>
          <a:xfrm>
            <a:off x="2303982" y="1183266"/>
            <a:ext cx="52097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800" dirty="0">
                <a:solidFill>
                  <a:schemeClr val="bg1"/>
                </a:solidFill>
              </a:rPr>
              <a:t>scaler case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3E03BDC-6159-5B75-04C8-8603427C897E}"/>
                  </a:ext>
                </a:extLst>
              </p:cNvPr>
              <p:cNvSpPr txBox="1"/>
              <p:nvPr/>
            </p:nvSpPr>
            <p:spPr>
              <a:xfrm>
                <a:off x="15583" y="2580842"/>
                <a:ext cx="4587698" cy="3356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𝑃𝐵𝑢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𝑅𝑢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𝑃𝐵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𝑃𝑥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3E03BDC-6159-5B75-04C8-8603427C8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3" y="2580842"/>
                <a:ext cx="4587698" cy="335605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60" dirty="0"/>
              <a:t>finite-</a:t>
            </a:r>
            <a:r>
              <a:rPr spc="-90" dirty="0"/>
              <a:t>horizon</a:t>
            </a:r>
            <a:r>
              <a:rPr spc="10" dirty="0"/>
              <a:t> </a:t>
            </a:r>
            <a:r>
              <a:rPr spc="-25" dirty="0"/>
              <a:t>LQ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5928" y="1157424"/>
            <a:ext cx="16376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0" dirty="0">
                <a:solidFill>
                  <a:srgbClr val="FFFFFF"/>
                </a:solidFill>
                <a:latin typeface="Apple Symbols"/>
                <a:cs typeface="Apple Symbols"/>
              </a:rPr>
              <a:t>⇓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“completing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squares”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5442" y="2144691"/>
            <a:ext cx="4375608" cy="269946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minimizing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have</a:t>
            </a:r>
            <a:endParaRPr sz="12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bject 58">
                <a:extLst>
                  <a:ext uri="{FF2B5EF4-FFF2-40B4-BE49-F238E27FC236}">
                    <a16:creationId xmlns:a16="http://schemas.microsoft.com/office/drawing/2014/main" id="{3B4B4E9E-7108-FDFE-4DDB-62E3C4CF9E49}"/>
                  </a:ext>
                </a:extLst>
              </p:cNvPr>
              <p:cNvSpPr txBox="1"/>
              <p:nvPr/>
            </p:nvSpPr>
            <p:spPr>
              <a:xfrm>
                <a:off x="476250" y="3030455"/>
                <a:ext cx="2786190" cy="2729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to</a:t>
                </a:r>
                <a:r>
                  <a:rPr lang="en-US" sz="1200" spc="1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solidFill>
                      <a:schemeClr val="bg1"/>
                    </a:solidFill>
                    <a:latin typeface="Arial"/>
                    <a:cs typeface="Arial"/>
                  </a:rPr>
                  <a:t>yield</a:t>
                </a:r>
                <a:r>
                  <a:rPr lang="en-US" sz="1200" spc="1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the</a:t>
                </a:r>
                <a:r>
                  <a:rPr lang="en-US" sz="1200" spc="2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solidFill>
                      <a:schemeClr val="bg1"/>
                    </a:solidFill>
                    <a:latin typeface="Arial"/>
                    <a:cs typeface="Arial"/>
                  </a:rPr>
                  <a:t>optimal</a:t>
                </a:r>
                <a:r>
                  <a:rPr lang="en-US" sz="1200" spc="1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solidFill>
                      <a:schemeClr val="bg1"/>
                    </a:solidFill>
                    <a:latin typeface="Arial"/>
                    <a:cs typeface="Arial"/>
                  </a:rPr>
                  <a:t>cost</a:t>
                </a:r>
                <a:r>
                  <a:rPr lang="en-US" sz="1200" spc="2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𝐽</m:t>
                        </m:r>
                      </m:e>
                      <m:sup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p>
                    </m:sSup>
                    <m:r>
                      <a:rPr lang="ar-AE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SupPr>
                      <m:e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  <m:sup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𝑇</m:t>
                        </m:r>
                      </m:sup>
                    </m:sSubSup>
                    <m:r>
                      <a:rPr lang="ar-AE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d>
                      <m:dPr>
                        <m:ctrlP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ar-AE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ar-AE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</m:oMath>
                </a14:m>
                <a:endParaRPr lang="ar-AE" sz="12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4" name="object 58">
                <a:extLst>
                  <a:ext uri="{FF2B5EF4-FFF2-40B4-BE49-F238E27FC236}">
                    <a16:creationId xmlns:a16="http://schemas.microsoft.com/office/drawing/2014/main" id="{3B4B4E9E-7108-FDFE-4DDB-62E3C4CF9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3030455"/>
                <a:ext cx="2786190" cy="272960"/>
              </a:xfrm>
              <a:prstGeom prst="rect">
                <a:avLst/>
              </a:prstGeom>
              <a:blipFill>
                <a:blip r:embed="rId2"/>
                <a:stretch>
                  <a:fillRect l="-2845"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52F27B7-1DB9-1ECA-0500-B1AD5B483E21}"/>
                  </a:ext>
                </a:extLst>
              </p:cNvPr>
              <p:cNvSpPr txBox="1"/>
              <p:nvPr/>
            </p:nvSpPr>
            <p:spPr>
              <a:xfrm>
                <a:off x="172503" y="420199"/>
                <a:ext cx="4343400" cy="716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1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𝑃𝐴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𝑑𝑃</m:t>
                                      </m:r>
                                    </m:num>
                                    <m:den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𝑃𝐵𝑢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</m:e>
                          </m:d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52F27B7-1DB9-1ECA-0500-B1AD5B48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03" y="420199"/>
                <a:ext cx="4343400" cy="716286"/>
              </a:xfrm>
              <a:prstGeom prst="rect">
                <a:avLst/>
              </a:prstGeom>
              <a:blipFill>
                <a:blip r:embed="rId3"/>
                <a:stretch>
                  <a:fillRect l="-6311" t="-53846" b="-140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0E797DE-490C-7125-1F18-8EADBE2D4098}"/>
                  </a:ext>
                </a:extLst>
              </p:cNvPr>
              <p:cNvSpPr txBox="1"/>
              <p:nvPr/>
            </p:nvSpPr>
            <p:spPr>
              <a:xfrm>
                <a:off x="149730" y="1388806"/>
                <a:ext cx="4251797" cy="758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0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𝑑𝑃</m:t>
                                      </m:r>
                                    </m:num>
                                    <m:den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𝑃𝐴</m:t>
                                  </m:r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𝑃𝐵</m:t>
                                  </m:r>
                                  <m:sSup>
                                    <m:sSupPr>
                                      <m:ctrlP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f>
                                            <m:fPr>
                                              <m:ctrlPr>
                                                <a:rPr lang="en-US" altLang="zh-CN" sz="1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sz="1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sz="1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altLang="zh-CN" sz="1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sz="1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sz="1000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zh-CN" sz="1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sz="1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𝑃𝑥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0E797DE-490C-7125-1F18-8EADBE2D4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30" y="1388806"/>
                <a:ext cx="4251797" cy="758990"/>
              </a:xfrm>
              <a:prstGeom prst="rect">
                <a:avLst/>
              </a:prstGeom>
              <a:blipFill>
                <a:blip r:embed="rId4"/>
                <a:stretch>
                  <a:fillRect l="-8321" t="-37903" r="-1004" b="-1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1740A4E-D294-9CE3-5873-9340952BE72B}"/>
                  </a:ext>
                </a:extLst>
              </p:cNvPr>
              <p:cNvSpPr txBox="1"/>
              <p:nvPr/>
            </p:nvSpPr>
            <p:spPr>
              <a:xfrm>
                <a:off x="821055" y="2433364"/>
                <a:ext cx="3431561" cy="588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12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𝑃𝐵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1740A4E-D294-9CE3-5873-9340952BE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55" y="2433364"/>
                <a:ext cx="3431561" cy="588816"/>
              </a:xfrm>
              <a:prstGeom prst="rect">
                <a:avLst/>
              </a:prstGeom>
              <a:blipFill>
                <a:blip r:embed="rId5"/>
                <a:stretch>
                  <a:fillRect l="-178" r="-355" b="-9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B7FCB4E9-E8E5-5DB0-7C43-0D077099CF86}"/>
              </a:ext>
            </a:extLst>
          </p:cNvPr>
          <p:cNvCxnSpPr>
            <a:cxnSpLocks/>
          </p:cNvCxnSpPr>
          <p:nvPr/>
        </p:nvCxnSpPr>
        <p:spPr>
          <a:xfrm>
            <a:off x="2686050" y="1730375"/>
            <a:ext cx="838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88D0F2E4-D1E7-56DC-AD1B-CFE578A14702}"/>
              </a:ext>
            </a:extLst>
          </p:cNvPr>
          <p:cNvCxnSpPr>
            <a:cxnSpLocks/>
          </p:cNvCxnSpPr>
          <p:nvPr/>
        </p:nvCxnSpPr>
        <p:spPr>
          <a:xfrm>
            <a:off x="323850" y="1730375"/>
            <a:ext cx="106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378F1754-AF72-EB0F-F75A-8B7930618189}"/>
              </a:ext>
            </a:extLst>
          </p:cNvPr>
          <p:cNvGrpSpPr/>
          <p:nvPr/>
        </p:nvGrpSpPr>
        <p:grpSpPr>
          <a:xfrm>
            <a:off x="3105150" y="2028629"/>
            <a:ext cx="937260" cy="50800"/>
            <a:chOff x="4815840" y="3355760"/>
            <a:chExt cx="937260" cy="50800"/>
          </a:xfrm>
        </p:grpSpPr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E0A6838-B5D4-BD52-C3E1-F72E78D111F1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557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DAC00D7F-E34B-32A3-B261-E0842E753FDC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811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A9AABB01-E522-3210-B83E-0C3EBB4F9738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4065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57D03B20-1726-763B-FA70-E160527B077E}"/>
              </a:ext>
            </a:extLst>
          </p:cNvPr>
          <p:cNvGrpSpPr/>
          <p:nvPr/>
        </p:nvGrpSpPr>
        <p:grpSpPr>
          <a:xfrm>
            <a:off x="821055" y="2131639"/>
            <a:ext cx="2017395" cy="45719"/>
            <a:chOff x="4815840" y="3355760"/>
            <a:chExt cx="937260" cy="25400"/>
          </a:xfrm>
        </p:grpSpPr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8B48D84-92DA-B0F5-B7BD-FF6AA023BF2B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557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40277F47-7AA8-B9EC-D8F6-0DE0D8FE0C08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811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6C80A4F4-44F5-8D09-6DB2-85C9CB464FF8}"/>
              </a:ext>
            </a:extLst>
          </p:cNvPr>
          <p:cNvGrpSpPr/>
          <p:nvPr/>
        </p:nvGrpSpPr>
        <p:grpSpPr>
          <a:xfrm>
            <a:off x="1224482" y="2972600"/>
            <a:ext cx="2017395" cy="45719"/>
            <a:chOff x="4815840" y="3355760"/>
            <a:chExt cx="937260" cy="25400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BD5F6607-1EEB-C125-45AD-844C7385D94A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557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4E1D745B-350C-2C04-491D-10E4DA788F87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811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D7258A0-8B18-4F11-8CBF-2E2CB69DD51B}"/>
              </a:ext>
            </a:extLst>
          </p:cNvPr>
          <p:cNvCxnSpPr>
            <a:cxnSpLocks/>
          </p:cNvCxnSpPr>
          <p:nvPr/>
        </p:nvCxnSpPr>
        <p:spPr>
          <a:xfrm>
            <a:off x="3563327" y="3005926"/>
            <a:ext cx="6864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9E9ECCFF-A803-3940-0002-E9AE250AC7AB}"/>
              </a:ext>
            </a:extLst>
          </p:cNvPr>
          <p:cNvGrpSpPr/>
          <p:nvPr/>
        </p:nvGrpSpPr>
        <p:grpSpPr>
          <a:xfrm>
            <a:off x="1224482" y="2636166"/>
            <a:ext cx="2223568" cy="57051"/>
            <a:chOff x="4815840" y="3355760"/>
            <a:chExt cx="937260" cy="50800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01D59B21-7E70-0959-44E1-BF5C33A2B959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557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04BCDCF2-071B-3E57-9D6F-8F3CEB611B8E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811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2AFC370E-EB7F-62E1-ADA2-F1681C3E8D87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406560"/>
              <a:ext cx="93726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94151" y="625092"/>
            <a:ext cx="13919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sz="8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  <a:r>
              <a:rPr sz="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45651" y="852537"/>
            <a:ext cx="1440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Riccati</a:t>
            </a:r>
            <a:r>
              <a:rPr sz="8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differential</a:t>
            </a:r>
            <a:r>
              <a:rPr sz="8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equation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041" y="1250007"/>
            <a:ext cx="4307637" cy="591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58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2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boundary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condition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 err="1">
                <a:solidFill>
                  <a:srgbClr val="FFFFFF"/>
                </a:solidFill>
                <a:latin typeface="Arial"/>
                <a:cs typeface="Arial"/>
              </a:rPr>
              <a:t>Riccati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equation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final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434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8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equation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must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integrated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backward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1200" dirty="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  <a:spcBef>
                <a:spcPts val="15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9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backward</a:t>
            </a:r>
            <a:r>
              <a:rPr sz="1200" i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61414" y="1945702"/>
            <a:ext cx="1709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7790" algn="l"/>
              </a:tabLst>
            </a:pPr>
            <a:r>
              <a:rPr sz="800" i="1" spc="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800" i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800" i="1" spc="70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800" spc="7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800" spc="24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800" i="1" spc="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2530" y="2031160"/>
            <a:ext cx="584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5382" y="1957778"/>
            <a:ext cx="28549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67205" algn="l"/>
              </a:tabLst>
            </a:pP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3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100" dirty="0">
                <a:solidFill>
                  <a:srgbClr val="FFFFFF"/>
                </a:solidFill>
                <a:latin typeface="Arial"/>
                <a:cs typeface="Arial"/>
              </a:rPr>
              <a:t>PA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Q </a:t>
            </a:r>
            <a:r>
              <a:rPr sz="1200" spc="210" dirty="0">
                <a:solidFill>
                  <a:srgbClr val="FFFFFF"/>
                </a:solidFill>
                <a:latin typeface="Apple Symbols"/>
                <a:cs typeface="Apple Symbols"/>
              </a:rPr>
              <a:t>−</a:t>
            </a:r>
            <a:r>
              <a:rPr sz="1200" spc="-13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PBR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	B</a:t>
            </a:r>
            <a:r>
              <a:rPr sz="1200" i="1" spc="8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P,</a:t>
            </a:r>
            <a:r>
              <a:rPr sz="1200" i="1" spc="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3260" y="2257054"/>
            <a:ext cx="26047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equivalent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forward</a:t>
            </a:r>
            <a:r>
              <a:rPr sz="1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4689" y="2579151"/>
            <a:ext cx="36029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374390" algn="l"/>
              </a:tabLst>
            </a:pP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baseline="34722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82" baseline="3472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7" baseline="34722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spc="-209" baseline="34722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baseline="34722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10" dirty="0">
                <a:solidFill>
                  <a:srgbClr val="FFFFFF"/>
                </a:solidFill>
                <a:latin typeface="Apple Symbols"/>
                <a:cs typeface="Apple Symbols"/>
              </a:rPr>
              <a:t>−</a:t>
            </a:r>
            <a:r>
              <a:rPr sz="1200" spc="-11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baseline="34722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BR</a:t>
            </a:r>
            <a:r>
              <a:rPr sz="1200" i="1" baseline="34722" dirty="0">
                <a:solidFill>
                  <a:srgbClr val="FFFFFF"/>
                </a:solidFill>
                <a:latin typeface="Hack"/>
                <a:cs typeface="Hack"/>
              </a:rPr>
              <a:t>−</a:t>
            </a:r>
            <a:r>
              <a:rPr sz="1200" baseline="34722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200" i="1" baseline="34722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-89" baseline="3472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baseline="34722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i="1" spc="3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7" baseline="34722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spc="-315" baseline="34722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(0)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742" y="2861615"/>
            <a:ext cx="3397708" cy="42989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50"/>
              </a:spcBef>
            </a:pP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letting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7" baseline="31250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spc="-352" baseline="3125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359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10" dirty="0">
                <a:solidFill>
                  <a:srgbClr val="FFFFFF"/>
                </a:solidFill>
                <a:latin typeface="Apple Symbols"/>
                <a:cs typeface="Apple Symbols"/>
              </a:rPr>
              <a:t>−</a:t>
            </a:r>
            <a:r>
              <a:rPr sz="1200" spc="-13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spc="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8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5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Eq.</a:t>
            </a:r>
            <a:r>
              <a:rPr sz="120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(2)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solved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numerical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22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CEFCE01-9DB8-B9F6-0264-91628FE78160}"/>
                  </a:ext>
                </a:extLst>
              </p:cNvPr>
              <p:cNvSpPr txBox="1"/>
              <p:nvPr/>
            </p:nvSpPr>
            <p:spPr>
              <a:xfrm>
                <a:off x="433260" y="649984"/>
                <a:ext cx="2285999" cy="392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𝑃𝐵</m:t>
                      </m:r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CEFCE01-9DB8-B9F6-0264-91628FE78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60" y="649984"/>
                <a:ext cx="2285999" cy="392543"/>
              </a:xfrm>
              <a:prstGeom prst="rect">
                <a:avLst/>
              </a:prstGeom>
              <a:blipFill>
                <a:blip r:embed="rId4"/>
                <a:stretch>
                  <a:fillRect l="-267" r="-533"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F7E1A38-398B-042F-18F5-FABB56553B5E}"/>
                  </a:ext>
                </a:extLst>
              </p:cNvPr>
              <p:cNvSpPr txBox="1"/>
              <p:nvPr/>
            </p:nvSpPr>
            <p:spPr>
              <a:xfrm>
                <a:off x="827361" y="1859545"/>
                <a:ext cx="374077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F7E1A38-398B-042F-18F5-FABB56553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61" y="1859545"/>
                <a:ext cx="374077" cy="350609"/>
              </a:xfrm>
              <a:prstGeom prst="rect">
                <a:avLst/>
              </a:prstGeom>
              <a:blipFill>
                <a:blip r:embed="rId5"/>
                <a:stretch>
                  <a:fillRect l="-1639" t="-3448" r="-8197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A0B9E32-E564-9A42-8458-1CBADC64CEED}"/>
                  </a:ext>
                </a:extLst>
              </p:cNvPr>
              <p:cNvSpPr txBox="1"/>
              <p:nvPr/>
            </p:nvSpPr>
            <p:spPr>
              <a:xfrm>
                <a:off x="595889" y="2486986"/>
                <a:ext cx="298800" cy="352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A0B9E32-E564-9A42-8458-1CBADC64C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89" y="2486986"/>
                <a:ext cx="298800" cy="352341"/>
              </a:xfrm>
              <a:prstGeom prst="rect">
                <a:avLst/>
              </a:prstGeom>
              <a:blipFill>
                <a:blip r:embed="rId6"/>
                <a:stretch>
                  <a:fillRect l="-12245" t="-3448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0042" y="1580909"/>
            <a:ext cx="4324808" cy="72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4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minimum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200" baseline="312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spc="217" baseline="31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initial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44" baseline="-13888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  <a:p>
            <a:pPr marL="255904" marR="55880" indent="-193040">
              <a:lnSpc>
                <a:spcPct val="100000"/>
              </a:lnSpc>
              <a:spcBef>
                <a:spcPts val="6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200" i="1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(and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hence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200" baseline="312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nonnegative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4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75" baseline="-13888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positive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semidefinite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442" y="2360292"/>
            <a:ext cx="4392753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baseline="-13888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1200" spc="29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taken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anywhere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(0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-2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90" dirty="0">
                <a:solidFill>
                  <a:srgbClr val="FFFFFF"/>
                </a:solidFill>
                <a:latin typeface="Apple Symbols"/>
                <a:cs typeface="Apple Symbols"/>
              </a:rPr>
              <a:t>⇒</a:t>
            </a:r>
            <a:r>
              <a:rPr sz="1200" spc="-30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positive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5442" y="2466569"/>
            <a:ext cx="3673475" cy="5441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semidefinite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2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law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varying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"/>
                <a:cs typeface="Arial"/>
              </a:rPr>
              <a:t>because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23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7ECE8BA-8CE2-AA32-0B7A-DC88B225408F}"/>
                  </a:ext>
                </a:extLst>
              </p:cNvPr>
              <p:cNvSpPr txBox="1"/>
              <p:nvPr/>
            </p:nvSpPr>
            <p:spPr>
              <a:xfrm>
                <a:off x="413144" y="675266"/>
                <a:ext cx="3781676" cy="7814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7ECE8BA-8CE2-AA32-0B7A-DC88B2254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4" y="675266"/>
                <a:ext cx="3781676" cy="781496"/>
              </a:xfrm>
              <a:prstGeom prst="rect">
                <a:avLst/>
              </a:prstGeom>
              <a:blipFill>
                <a:blip r:embed="rId3"/>
                <a:stretch>
                  <a:fillRect l="-806" t="-99219" r="-323" b="-96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3921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6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5" dirty="0"/>
              <a:t>pure</a:t>
            </a:r>
            <a:r>
              <a:rPr spc="-15" dirty="0"/>
              <a:t> </a:t>
            </a:r>
            <a:r>
              <a:rPr spc="-45" dirty="0"/>
              <a:t>inertia</a:t>
            </a:r>
            <a:r>
              <a:rPr spc="-55" dirty="0"/>
              <a:t> </a:t>
            </a:r>
            <a:r>
              <a:rPr spc="-110" dirty="0"/>
              <a:t>system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15442" y="1430119"/>
            <a:ext cx="24955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0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let</a:t>
            </a:r>
            <a:r>
              <a:rPr sz="12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7" baseline="31250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spc="-352" baseline="3125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38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10" dirty="0">
                <a:solidFill>
                  <a:srgbClr val="FFFFFF"/>
                </a:solidFill>
                <a:latin typeface="Apple Symbols"/>
                <a:cs typeface="Apple Symbols"/>
              </a:rPr>
              <a:t>−</a:t>
            </a:r>
            <a:r>
              <a:rPr sz="1200" spc="-13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i="1" spc="1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1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solve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5442" y="2475837"/>
            <a:ext cx="6635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letting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8" name="object 10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24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C6EC090-9631-B12C-6969-1C1113F1738B}"/>
                  </a:ext>
                </a:extLst>
              </p:cNvPr>
              <p:cNvSpPr txBox="1"/>
              <p:nvPr/>
            </p:nvSpPr>
            <p:spPr>
              <a:xfrm>
                <a:off x="44094" y="423988"/>
                <a:ext cx="4564101" cy="9491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200" b="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Consider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zh-CN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en-US" altLang="zh-CN" sz="12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</a:endParaRPr>
              </a:p>
              <a:p>
                <a:r>
                  <a:rPr lang="en-US" altLang="zh-CN" sz="1200" b="0" dirty="0">
                    <a:solidFill>
                      <a:schemeClr val="bg1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200" b="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1200" b="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1200" b="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12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C6EC090-9631-B12C-6969-1C1113F17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4" y="423988"/>
                <a:ext cx="4564101" cy="949171"/>
              </a:xfrm>
              <a:prstGeom prst="rect">
                <a:avLst/>
              </a:prstGeom>
              <a:blipFill>
                <a:blip r:embed="rId3"/>
                <a:stretch>
                  <a:fillRect l="-2003" t="-62581" r="-534" b="-81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547EAEA5-FC37-5523-7BAB-787C2A50970B}"/>
                  </a:ext>
                </a:extLst>
              </p:cNvPr>
              <p:cNvSpPr txBox="1"/>
              <p:nvPr/>
            </p:nvSpPr>
            <p:spPr>
              <a:xfrm>
                <a:off x="256031" y="1645638"/>
                <a:ext cx="4237507" cy="714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547EAEA5-FC37-5523-7BAB-787C2A509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1" y="1645638"/>
                <a:ext cx="4237507" cy="714555"/>
              </a:xfrm>
              <a:prstGeom prst="rect">
                <a:avLst/>
              </a:prstGeom>
              <a:blipFill>
                <a:blip r:embed="rId4"/>
                <a:stretch>
                  <a:fillRect t="-1709" b="-59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7519CD0-DB77-FA07-B20A-4B6D03E8892A}"/>
                  </a:ext>
                </a:extLst>
              </p:cNvPr>
              <p:cNvSpPr txBox="1"/>
              <p:nvPr/>
            </p:nvSpPr>
            <p:spPr>
              <a:xfrm>
                <a:off x="440207" y="2482794"/>
                <a:ext cx="4044441" cy="8698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altLang="zh-CN" sz="1200" b="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altLang="zh-CN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𝑑𝑡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2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2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2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12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altLang="zh-CN" sz="12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          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𝑑𝑡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     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𝑑𝑡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2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2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2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12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altLang="zh-CN" sz="1200" b="0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   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2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7519CD0-DB77-FA07-B20A-4B6D03E88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07" y="2482794"/>
                <a:ext cx="4044441" cy="869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916"/>
            <a:ext cx="33921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00" dirty="0">
                <a:solidFill>
                  <a:srgbClr val="E5E5E5"/>
                </a:solidFill>
                <a:latin typeface="Arial"/>
                <a:cs typeface="Arial"/>
              </a:rPr>
              <a:t>Example:</a:t>
            </a:r>
            <a:r>
              <a:rPr sz="1700" spc="-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120" dirty="0">
                <a:solidFill>
                  <a:srgbClr val="E5E5E5"/>
                </a:solidFill>
                <a:latin typeface="Arial"/>
                <a:cs typeface="Arial"/>
              </a:rPr>
              <a:t>LQR</a:t>
            </a:r>
            <a:r>
              <a:rPr sz="1700" dirty="0">
                <a:solidFill>
                  <a:srgbClr val="E5E5E5"/>
                </a:solidFill>
                <a:latin typeface="Arial"/>
                <a:cs typeface="Arial"/>
              </a:rPr>
              <a:t> of</a:t>
            </a:r>
            <a:r>
              <a:rPr sz="1700" spc="-6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E5E5E5"/>
                </a:solidFill>
                <a:latin typeface="Arial"/>
                <a:cs typeface="Arial"/>
              </a:rPr>
              <a:t>a</a:t>
            </a:r>
            <a:r>
              <a:rPr sz="1700" spc="-5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105" dirty="0">
                <a:solidFill>
                  <a:srgbClr val="E5E5E5"/>
                </a:solidFill>
                <a:latin typeface="Arial"/>
                <a:cs typeface="Arial"/>
              </a:rPr>
              <a:t>pure</a:t>
            </a:r>
            <a:r>
              <a:rPr sz="1700" spc="-1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E5E5E5"/>
                </a:solidFill>
                <a:latin typeface="Arial"/>
                <a:cs typeface="Arial"/>
              </a:rPr>
              <a:t>inertia</a:t>
            </a:r>
            <a:r>
              <a:rPr sz="1700" spc="-5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110" dirty="0">
                <a:solidFill>
                  <a:srgbClr val="E5E5E5"/>
                </a:solidFill>
                <a:latin typeface="Arial"/>
                <a:cs typeface="Arial"/>
              </a:rPr>
              <a:t>system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578" y="549304"/>
            <a:ext cx="1355145" cy="26365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4791" y="549333"/>
            <a:ext cx="1303103" cy="26365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67430" y="2106155"/>
            <a:ext cx="1079690" cy="107969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12"/>
                </a:moveTo>
                <a:lnTo>
                  <a:pt x="3071952" y="12"/>
                </a:lnTo>
                <a:lnTo>
                  <a:pt x="1535976" y="12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12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25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9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5" dirty="0"/>
              <a:t>pure</a:t>
            </a:r>
            <a:r>
              <a:rPr spc="-15" dirty="0"/>
              <a:t> </a:t>
            </a:r>
            <a:r>
              <a:rPr spc="-45" dirty="0"/>
              <a:t>inertia</a:t>
            </a:r>
            <a:r>
              <a:rPr spc="-65" dirty="0"/>
              <a:t> </a:t>
            </a:r>
            <a:r>
              <a:rPr spc="-95" dirty="0"/>
              <a:t>system:</a:t>
            </a:r>
            <a:r>
              <a:rPr spc="75" dirty="0"/>
              <a:t> </a:t>
            </a:r>
            <a:r>
              <a:rPr spc="-105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26311" y="506584"/>
            <a:ext cx="2155825" cy="1616710"/>
            <a:chOff x="1226311" y="506584"/>
            <a:chExt cx="2155825" cy="1616710"/>
          </a:xfrm>
        </p:grpSpPr>
        <p:sp>
          <p:nvSpPr>
            <p:cNvPr id="4" name="object 4"/>
            <p:cNvSpPr/>
            <p:nvPr/>
          </p:nvSpPr>
          <p:spPr>
            <a:xfrm>
              <a:off x="1226311" y="506584"/>
              <a:ext cx="2155825" cy="1616710"/>
            </a:xfrm>
            <a:custGeom>
              <a:avLst/>
              <a:gdLst/>
              <a:ahLst/>
              <a:cxnLst/>
              <a:rect l="l" t="t" r="r" b="b"/>
              <a:pathLst>
                <a:path w="2155825" h="1616710">
                  <a:moveTo>
                    <a:pt x="2155350" y="0"/>
                  </a:moveTo>
                  <a:lnTo>
                    <a:pt x="0" y="0"/>
                  </a:lnTo>
                  <a:lnTo>
                    <a:pt x="0" y="1616512"/>
                  </a:lnTo>
                  <a:lnTo>
                    <a:pt x="2155350" y="1616512"/>
                  </a:lnTo>
                  <a:lnTo>
                    <a:pt x="2155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95730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95730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8530" y="1948267"/>
            <a:ext cx="876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05939" y="1943375"/>
            <a:ext cx="1276985" cy="20320"/>
            <a:chOff x="1705939" y="1943375"/>
            <a:chExt cx="1276985" cy="20320"/>
          </a:xfrm>
        </p:grpSpPr>
        <p:sp>
          <p:nvSpPr>
            <p:cNvPr id="9" name="object 9"/>
            <p:cNvSpPr/>
            <p:nvPr/>
          </p:nvSpPr>
          <p:spPr>
            <a:xfrm>
              <a:off x="1707844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07844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9958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19958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32072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32072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44186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44186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56300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56300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68413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68413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80527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80527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731213" y="1948267"/>
            <a:ext cx="29972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11454" algn="l"/>
              </a:tabLst>
            </a:pPr>
            <a:r>
              <a:rPr sz="400" spc="-25" dirty="0">
                <a:latin typeface="Arial"/>
                <a:cs typeface="Arial"/>
              </a:rPr>
              <a:t>1.2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1.4</a:t>
            </a:r>
            <a:endParaRPr sz="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70644" y="1948267"/>
            <a:ext cx="935990" cy="153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11454" algn="l"/>
                <a:tab pos="423545" algn="l"/>
                <a:tab pos="636270" algn="l"/>
                <a:tab pos="848360" algn="l"/>
              </a:tabLst>
            </a:pPr>
            <a:r>
              <a:rPr sz="400" spc="-25" dirty="0">
                <a:latin typeface="Arial"/>
                <a:cs typeface="Arial"/>
              </a:rPr>
              <a:t>0.2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0.4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0.6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0.8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1.0</a:t>
            </a:r>
            <a:endParaRPr sz="400">
              <a:latin typeface="Arial"/>
              <a:cs typeface="Arial"/>
            </a:endParaRPr>
          </a:p>
          <a:p>
            <a:pPr marL="586740">
              <a:lnSpc>
                <a:spcPct val="100000"/>
              </a:lnSpc>
              <a:spcBef>
                <a:spcPts val="2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77454" y="992430"/>
            <a:ext cx="20320" cy="898525"/>
            <a:chOff x="1477454" y="992430"/>
            <a:chExt cx="20320" cy="898525"/>
          </a:xfrm>
        </p:grpSpPr>
        <p:sp>
          <p:nvSpPr>
            <p:cNvPr id="26" name="object 26"/>
            <p:cNvSpPr/>
            <p:nvPr/>
          </p:nvSpPr>
          <p:spPr>
            <a:xfrm>
              <a:off x="1479359" y="188870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79359" y="188870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79359" y="1665111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79359" y="1665111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79359" y="1441519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79359" y="1441519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79359" y="121792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79359" y="121792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79359" y="99433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79359" y="99433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388588" y="946821"/>
            <a:ext cx="87630" cy="982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0.8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0.6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0.4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477454" y="768839"/>
            <a:ext cx="20320" cy="3810"/>
            <a:chOff x="1477454" y="768839"/>
            <a:chExt cx="20320" cy="3810"/>
          </a:xfrm>
        </p:grpSpPr>
        <p:sp>
          <p:nvSpPr>
            <p:cNvPr id="38" name="object 38"/>
            <p:cNvSpPr/>
            <p:nvPr/>
          </p:nvSpPr>
          <p:spPr>
            <a:xfrm>
              <a:off x="1479359" y="77074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79359" y="77074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388588" y="723229"/>
            <a:ext cx="876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1.0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491920" y="698660"/>
            <a:ext cx="1676400" cy="1249045"/>
            <a:chOff x="1491920" y="698660"/>
            <a:chExt cx="1676400" cy="1249045"/>
          </a:xfrm>
        </p:grpSpPr>
        <p:sp>
          <p:nvSpPr>
            <p:cNvPr id="42" name="object 42"/>
            <p:cNvSpPr/>
            <p:nvPr/>
          </p:nvSpPr>
          <p:spPr>
            <a:xfrm>
              <a:off x="1495730" y="757143"/>
              <a:ext cx="1591310" cy="974090"/>
            </a:xfrm>
            <a:custGeom>
              <a:avLst/>
              <a:gdLst/>
              <a:ahLst/>
              <a:cxnLst/>
              <a:rect l="l" t="t" r="r" b="b"/>
              <a:pathLst>
                <a:path w="1591310" h="974089">
                  <a:moveTo>
                    <a:pt x="0" y="13600"/>
                  </a:moveTo>
                  <a:lnTo>
                    <a:pt x="16069" y="0"/>
                  </a:lnTo>
                  <a:lnTo>
                    <a:pt x="32138" y="6035"/>
                  </a:lnTo>
                  <a:lnTo>
                    <a:pt x="48207" y="47963"/>
                  </a:lnTo>
                  <a:lnTo>
                    <a:pt x="64276" y="131437"/>
                  </a:lnTo>
                  <a:lnTo>
                    <a:pt x="80346" y="247315"/>
                  </a:lnTo>
                  <a:lnTo>
                    <a:pt x="96415" y="377015"/>
                  </a:lnTo>
                  <a:lnTo>
                    <a:pt x="112484" y="501497"/>
                  </a:lnTo>
                  <a:lnTo>
                    <a:pt x="128553" y="610067"/>
                  </a:lnTo>
                  <a:lnTo>
                    <a:pt x="144623" y="698309"/>
                  </a:lnTo>
                  <a:lnTo>
                    <a:pt x="160692" y="767699"/>
                  </a:lnTo>
                  <a:lnTo>
                    <a:pt x="176761" y="820777"/>
                  </a:lnTo>
                  <a:lnTo>
                    <a:pt x="192830" y="860919"/>
                  </a:lnTo>
                  <a:lnTo>
                    <a:pt x="224969" y="913573"/>
                  </a:lnTo>
                  <a:lnTo>
                    <a:pt x="257107" y="942726"/>
                  </a:lnTo>
                  <a:lnTo>
                    <a:pt x="305315" y="963249"/>
                  </a:lnTo>
                  <a:lnTo>
                    <a:pt x="353523" y="970520"/>
                  </a:lnTo>
                  <a:lnTo>
                    <a:pt x="401730" y="972628"/>
                  </a:lnTo>
                  <a:lnTo>
                    <a:pt x="449938" y="972984"/>
                  </a:lnTo>
                  <a:lnTo>
                    <a:pt x="482076" y="972996"/>
                  </a:lnTo>
                  <a:lnTo>
                    <a:pt x="498146" y="973013"/>
                  </a:lnTo>
                  <a:lnTo>
                    <a:pt x="514215" y="973034"/>
                  </a:lnTo>
                  <a:lnTo>
                    <a:pt x="530284" y="973051"/>
                  </a:lnTo>
                  <a:lnTo>
                    <a:pt x="546353" y="973061"/>
                  </a:lnTo>
                  <a:lnTo>
                    <a:pt x="562423" y="973068"/>
                  </a:lnTo>
                  <a:lnTo>
                    <a:pt x="578492" y="973081"/>
                  </a:lnTo>
                  <a:lnTo>
                    <a:pt x="594561" y="973114"/>
                  </a:lnTo>
                  <a:lnTo>
                    <a:pt x="610630" y="973170"/>
                  </a:lnTo>
                  <a:lnTo>
                    <a:pt x="626700" y="973230"/>
                  </a:lnTo>
                  <a:lnTo>
                    <a:pt x="642769" y="973281"/>
                  </a:lnTo>
                  <a:lnTo>
                    <a:pt x="658838" y="973317"/>
                  </a:lnTo>
                  <a:lnTo>
                    <a:pt x="674907" y="973334"/>
                  </a:lnTo>
                  <a:lnTo>
                    <a:pt x="690976" y="973337"/>
                  </a:lnTo>
                  <a:lnTo>
                    <a:pt x="707046" y="973334"/>
                  </a:lnTo>
                  <a:lnTo>
                    <a:pt x="723115" y="973340"/>
                  </a:lnTo>
                  <a:lnTo>
                    <a:pt x="771323" y="973405"/>
                  </a:lnTo>
                  <a:lnTo>
                    <a:pt x="819530" y="973433"/>
                  </a:lnTo>
                  <a:lnTo>
                    <a:pt x="851669" y="973444"/>
                  </a:lnTo>
                  <a:lnTo>
                    <a:pt x="867738" y="973450"/>
                  </a:lnTo>
                  <a:lnTo>
                    <a:pt x="883807" y="973457"/>
                  </a:lnTo>
                  <a:lnTo>
                    <a:pt x="899876" y="973461"/>
                  </a:lnTo>
                  <a:lnTo>
                    <a:pt x="915946" y="973445"/>
                  </a:lnTo>
                  <a:lnTo>
                    <a:pt x="932015" y="973417"/>
                  </a:lnTo>
                  <a:lnTo>
                    <a:pt x="948084" y="973389"/>
                  </a:lnTo>
                  <a:lnTo>
                    <a:pt x="964153" y="973370"/>
                  </a:lnTo>
                  <a:lnTo>
                    <a:pt x="980223" y="973365"/>
                  </a:lnTo>
                  <a:lnTo>
                    <a:pt x="996292" y="973377"/>
                  </a:lnTo>
                  <a:lnTo>
                    <a:pt x="1012361" y="973407"/>
                  </a:lnTo>
                  <a:lnTo>
                    <a:pt x="1028430" y="973450"/>
                  </a:lnTo>
                  <a:lnTo>
                    <a:pt x="1044500" y="973501"/>
                  </a:lnTo>
                  <a:lnTo>
                    <a:pt x="1060569" y="973550"/>
                  </a:lnTo>
                  <a:lnTo>
                    <a:pt x="1076638" y="973587"/>
                  </a:lnTo>
                  <a:lnTo>
                    <a:pt x="1092707" y="973595"/>
                  </a:lnTo>
                  <a:lnTo>
                    <a:pt x="1108776" y="973567"/>
                  </a:lnTo>
                  <a:lnTo>
                    <a:pt x="1124846" y="973531"/>
                  </a:lnTo>
                  <a:lnTo>
                    <a:pt x="1140915" y="973496"/>
                  </a:lnTo>
                  <a:lnTo>
                    <a:pt x="1156984" y="973470"/>
                  </a:lnTo>
                  <a:lnTo>
                    <a:pt x="1173053" y="973456"/>
                  </a:lnTo>
                  <a:lnTo>
                    <a:pt x="1189123" y="973457"/>
                  </a:lnTo>
                  <a:lnTo>
                    <a:pt x="1205192" y="973470"/>
                  </a:lnTo>
                  <a:lnTo>
                    <a:pt x="1221261" y="973491"/>
                  </a:lnTo>
                  <a:lnTo>
                    <a:pt x="1237330" y="973515"/>
                  </a:lnTo>
                  <a:lnTo>
                    <a:pt x="1253400" y="973532"/>
                  </a:lnTo>
                  <a:lnTo>
                    <a:pt x="1269469" y="973530"/>
                  </a:lnTo>
                  <a:lnTo>
                    <a:pt x="1285538" y="973497"/>
                  </a:lnTo>
                  <a:lnTo>
                    <a:pt x="1301607" y="973488"/>
                  </a:lnTo>
                  <a:lnTo>
                    <a:pt x="1317676" y="973512"/>
                  </a:lnTo>
                  <a:lnTo>
                    <a:pt x="1333746" y="973545"/>
                  </a:lnTo>
                  <a:lnTo>
                    <a:pt x="1349815" y="973570"/>
                  </a:lnTo>
                  <a:lnTo>
                    <a:pt x="1398023" y="973505"/>
                  </a:lnTo>
                  <a:lnTo>
                    <a:pt x="1430161" y="973362"/>
                  </a:lnTo>
                  <a:lnTo>
                    <a:pt x="1446230" y="973296"/>
                  </a:lnTo>
                  <a:lnTo>
                    <a:pt x="1462300" y="973264"/>
                  </a:lnTo>
                  <a:lnTo>
                    <a:pt x="1478369" y="973288"/>
                  </a:lnTo>
                  <a:lnTo>
                    <a:pt x="1494438" y="973352"/>
                  </a:lnTo>
                  <a:lnTo>
                    <a:pt x="1510507" y="973422"/>
                  </a:lnTo>
                  <a:lnTo>
                    <a:pt x="1526576" y="973475"/>
                  </a:lnTo>
                  <a:lnTo>
                    <a:pt x="1542646" y="973499"/>
                  </a:lnTo>
                  <a:lnTo>
                    <a:pt x="1558715" y="973485"/>
                  </a:lnTo>
                  <a:lnTo>
                    <a:pt x="1574784" y="973438"/>
                  </a:lnTo>
                  <a:lnTo>
                    <a:pt x="1590853" y="973368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95730" y="1855813"/>
              <a:ext cx="1591310" cy="33020"/>
            </a:xfrm>
            <a:custGeom>
              <a:avLst/>
              <a:gdLst/>
              <a:ahLst/>
              <a:cxnLst/>
              <a:rect l="l" t="t" r="r" b="b"/>
              <a:pathLst>
                <a:path w="1591310" h="33019">
                  <a:moveTo>
                    <a:pt x="0" y="32889"/>
                  </a:moveTo>
                  <a:lnTo>
                    <a:pt x="48207" y="8608"/>
                  </a:lnTo>
                  <a:lnTo>
                    <a:pt x="96415" y="0"/>
                  </a:lnTo>
                  <a:lnTo>
                    <a:pt x="112484" y="1358"/>
                  </a:lnTo>
                  <a:lnTo>
                    <a:pt x="128553" y="3692"/>
                  </a:lnTo>
                  <a:lnTo>
                    <a:pt x="144623" y="6341"/>
                  </a:lnTo>
                  <a:lnTo>
                    <a:pt x="160692" y="8953"/>
                  </a:lnTo>
                  <a:lnTo>
                    <a:pt x="208900" y="15089"/>
                  </a:lnTo>
                  <a:lnTo>
                    <a:pt x="257107" y="18636"/>
                  </a:lnTo>
                  <a:lnTo>
                    <a:pt x="305315" y="20461"/>
                  </a:lnTo>
                  <a:lnTo>
                    <a:pt x="353523" y="21292"/>
                  </a:lnTo>
                  <a:lnTo>
                    <a:pt x="401730" y="21613"/>
                  </a:lnTo>
                  <a:lnTo>
                    <a:pt x="449938" y="21702"/>
                  </a:lnTo>
                  <a:lnTo>
                    <a:pt x="482076" y="21711"/>
                  </a:lnTo>
                  <a:lnTo>
                    <a:pt x="498146" y="21709"/>
                  </a:lnTo>
                  <a:lnTo>
                    <a:pt x="514215" y="21706"/>
                  </a:lnTo>
                  <a:lnTo>
                    <a:pt x="530284" y="21703"/>
                  </a:lnTo>
                  <a:lnTo>
                    <a:pt x="546353" y="21700"/>
                  </a:lnTo>
                  <a:lnTo>
                    <a:pt x="562423" y="21698"/>
                  </a:lnTo>
                  <a:lnTo>
                    <a:pt x="578492" y="21697"/>
                  </a:lnTo>
                  <a:lnTo>
                    <a:pt x="594561" y="21696"/>
                  </a:lnTo>
                  <a:lnTo>
                    <a:pt x="610630" y="21696"/>
                  </a:lnTo>
                  <a:lnTo>
                    <a:pt x="626700" y="21698"/>
                  </a:lnTo>
                  <a:lnTo>
                    <a:pt x="642769" y="21700"/>
                  </a:lnTo>
                  <a:lnTo>
                    <a:pt x="658838" y="21701"/>
                  </a:lnTo>
                  <a:lnTo>
                    <a:pt x="674907" y="21701"/>
                  </a:lnTo>
                  <a:lnTo>
                    <a:pt x="690976" y="21700"/>
                  </a:lnTo>
                  <a:lnTo>
                    <a:pt x="707046" y="21699"/>
                  </a:lnTo>
                  <a:lnTo>
                    <a:pt x="723115" y="21699"/>
                  </a:lnTo>
                  <a:lnTo>
                    <a:pt x="739184" y="21700"/>
                  </a:lnTo>
                  <a:lnTo>
                    <a:pt x="755253" y="21703"/>
                  </a:lnTo>
                  <a:lnTo>
                    <a:pt x="771323" y="21705"/>
                  </a:lnTo>
                  <a:lnTo>
                    <a:pt x="787392" y="21706"/>
                  </a:lnTo>
                  <a:lnTo>
                    <a:pt x="803461" y="21707"/>
                  </a:lnTo>
                  <a:lnTo>
                    <a:pt x="819530" y="21708"/>
                  </a:lnTo>
                  <a:lnTo>
                    <a:pt x="835600" y="21707"/>
                  </a:lnTo>
                  <a:lnTo>
                    <a:pt x="851669" y="21706"/>
                  </a:lnTo>
                  <a:lnTo>
                    <a:pt x="867738" y="21706"/>
                  </a:lnTo>
                  <a:lnTo>
                    <a:pt x="883807" y="21706"/>
                  </a:lnTo>
                  <a:lnTo>
                    <a:pt x="899876" y="21707"/>
                  </a:lnTo>
                  <a:lnTo>
                    <a:pt x="915946" y="21706"/>
                  </a:lnTo>
                  <a:lnTo>
                    <a:pt x="932015" y="21705"/>
                  </a:lnTo>
                  <a:lnTo>
                    <a:pt x="948084" y="21704"/>
                  </a:lnTo>
                  <a:lnTo>
                    <a:pt x="964153" y="21702"/>
                  </a:lnTo>
                  <a:lnTo>
                    <a:pt x="1012361" y="21704"/>
                  </a:lnTo>
                  <a:lnTo>
                    <a:pt x="1060569" y="21713"/>
                  </a:lnTo>
                  <a:lnTo>
                    <a:pt x="1076638" y="21716"/>
                  </a:lnTo>
                  <a:lnTo>
                    <a:pt x="1092707" y="21718"/>
                  </a:lnTo>
                  <a:lnTo>
                    <a:pt x="1108776" y="21717"/>
                  </a:lnTo>
                  <a:lnTo>
                    <a:pt x="1124846" y="21713"/>
                  </a:lnTo>
                  <a:lnTo>
                    <a:pt x="1140915" y="21709"/>
                  </a:lnTo>
                  <a:lnTo>
                    <a:pt x="1156984" y="21704"/>
                  </a:lnTo>
                  <a:lnTo>
                    <a:pt x="1173053" y="21702"/>
                  </a:lnTo>
                  <a:lnTo>
                    <a:pt x="1189123" y="21703"/>
                  </a:lnTo>
                  <a:lnTo>
                    <a:pt x="1205192" y="21706"/>
                  </a:lnTo>
                  <a:lnTo>
                    <a:pt x="1221261" y="21711"/>
                  </a:lnTo>
                  <a:lnTo>
                    <a:pt x="1237330" y="21718"/>
                  </a:lnTo>
                  <a:lnTo>
                    <a:pt x="1253400" y="21724"/>
                  </a:lnTo>
                  <a:lnTo>
                    <a:pt x="1269469" y="21727"/>
                  </a:lnTo>
                  <a:lnTo>
                    <a:pt x="1285538" y="21724"/>
                  </a:lnTo>
                  <a:lnTo>
                    <a:pt x="1301607" y="21720"/>
                  </a:lnTo>
                  <a:lnTo>
                    <a:pt x="1317676" y="21717"/>
                  </a:lnTo>
                  <a:lnTo>
                    <a:pt x="1333746" y="21716"/>
                  </a:lnTo>
                  <a:lnTo>
                    <a:pt x="1349815" y="21715"/>
                  </a:lnTo>
                  <a:lnTo>
                    <a:pt x="1365884" y="21715"/>
                  </a:lnTo>
                  <a:lnTo>
                    <a:pt x="1381953" y="21715"/>
                  </a:lnTo>
                  <a:lnTo>
                    <a:pt x="1398023" y="21714"/>
                  </a:lnTo>
                  <a:lnTo>
                    <a:pt x="1414092" y="21713"/>
                  </a:lnTo>
                  <a:lnTo>
                    <a:pt x="1430161" y="21712"/>
                  </a:lnTo>
                  <a:lnTo>
                    <a:pt x="1446230" y="21710"/>
                  </a:lnTo>
                  <a:lnTo>
                    <a:pt x="1462300" y="21706"/>
                  </a:lnTo>
                  <a:lnTo>
                    <a:pt x="1478369" y="21704"/>
                  </a:lnTo>
                  <a:lnTo>
                    <a:pt x="1494438" y="21708"/>
                  </a:lnTo>
                  <a:lnTo>
                    <a:pt x="1510507" y="21713"/>
                  </a:lnTo>
                  <a:lnTo>
                    <a:pt x="1526576" y="21717"/>
                  </a:lnTo>
                  <a:lnTo>
                    <a:pt x="1542646" y="21719"/>
                  </a:lnTo>
                  <a:lnTo>
                    <a:pt x="1558715" y="21717"/>
                  </a:lnTo>
                  <a:lnTo>
                    <a:pt x="1574784" y="21711"/>
                  </a:lnTo>
                  <a:lnTo>
                    <a:pt x="1590853" y="21703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95730" y="770744"/>
              <a:ext cx="1591310" cy="1116965"/>
            </a:xfrm>
            <a:custGeom>
              <a:avLst/>
              <a:gdLst/>
              <a:ahLst/>
              <a:cxnLst/>
              <a:rect l="l" t="t" r="r" b="b"/>
              <a:pathLst>
                <a:path w="1591310" h="1116964">
                  <a:moveTo>
                    <a:pt x="0" y="0"/>
                  </a:moveTo>
                  <a:lnTo>
                    <a:pt x="16069" y="1110548"/>
                  </a:lnTo>
                  <a:lnTo>
                    <a:pt x="64276" y="1115221"/>
                  </a:lnTo>
                  <a:lnTo>
                    <a:pt x="80346" y="1115263"/>
                  </a:lnTo>
                  <a:lnTo>
                    <a:pt x="96415" y="1115254"/>
                  </a:lnTo>
                  <a:lnTo>
                    <a:pt x="112484" y="1115263"/>
                  </a:lnTo>
                  <a:lnTo>
                    <a:pt x="128553" y="1115311"/>
                  </a:lnTo>
                  <a:lnTo>
                    <a:pt x="144623" y="1115389"/>
                  </a:lnTo>
                  <a:lnTo>
                    <a:pt x="160692" y="1115487"/>
                  </a:lnTo>
                  <a:lnTo>
                    <a:pt x="176761" y="1115591"/>
                  </a:lnTo>
                  <a:lnTo>
                    <a:pt x="192830" y="1115695"/>
                  </a:lnTo>
                  <a:lnTo>
                    <a:pt x="241038" y="1115966"/>
                  </a:lnTo>
                  <a:lnTo>
                    <a:pt x="289246" y="1116155"/>
                  </a:lnTo>
                  <a:lnTo>
                    <a:pt x="337453" y="1116271"/>
                  </a:lnTo>
                  <a:lnTo>
                    <a:pt x="385661" y="1116333"/>
                  </a:lnTo>
                  <a:lnTo>
                    <a:pt x="433869" y="1116362"/>
                  </a:lnTo>
                  <a:lnTo>
                    <a:pt x="482076" y="1116373"/>
                  </a:lnTo>
                  <a:lnTo>
                    <a:pt x="530284" y="1116376"/>
                  </a:lnTo>
                  <a:lnTo>
                    <a:pt x="578492" y="1116377"/>
                  </a:lnTo>
                  <a:lnTo>
                    <a:pt x="594561" y="1116377"/>
                  </a:lnTo>
                  <a:lnTo>
                    <a:pt x="610630" y="1116377"/>
                  </a:lnTo>
                  <a:lnTo>
                    <a:pt x="626700" y="1116377"/>
                  </a:lnTo>
                  <a:lnTo>
                    <a:pt x="642769" y="1116377"/>
                  </a:lnTo>
                  <a:lnTo>
                    <a:pt x="658838" y="1116377"/>
                  </a:lnTo>
                  <a:lnTo>
                    <a:pt x="674907" y="1116377"/>
                  </a:lnTo>
                  <a:lnTo>
                    <a:pt x="690976" y="1116377"/>
                  </a:lnTo>
                  <a:lnTo>
                    <a:pt x="707046" y="1116377"/>
                  </a:lnTo>
                  <a:lnTo>
                    <a:pt x="723115" y="1116376"/>
                  </a:lnTo>
                  <a:lnTo>
                    <a:pt x="739184" y="1116377"/>
                  </a:lnTo>
                  <a:lnTo>
                    <a:pt x="755253" y="1116377"/>
                  </a:lnTo>
                  <a:lnTo>
                    <a:pt x="771323" y="1116377"/>
                  </a:lnTo>
                  <a:lnTo>
                    <a:pt x="787392" y="1116377"/>
                  </a:lnTo>
                  <a:lnTo>
                    <a:pt x="803461" y="1116377"/>
                  </a:lnTo>
                  <a:lnTo>
                    <a:pt x="819530" y="1116377"/>
                  </a:lnTo>
                  <a:lnTo>
                    <a:pt x="835600" y="1116377"/>
                  </a:lnTo>
                  <a:lnTo>
                    <a:pt x="851669" y="1116377"/>
                  </a:lnTo>
                  <a:lnTo>
                    <a:pt x="867738" y="1116377"/>
                  </a:lnTo>
                  <a:lnTo>
                    <a:pt x="883807" y="1116377"/>
                  </a:lnTo>
                  <a:lnTo>
                    <a:pt x="899876" y="1116377"/>
                  </a:lnTo>
                  <a:lnTo>
                    <a:pt x="915946" y="1116377"/>
                  </a:lnTo>
                  <a:lnTo>
                    <a:pt x="932015" y="1116377"/>
                  </a:lnTo>
                  <a:lnTo>
                    <a:pt x="948084" y="1116377"/>
                  </a:lnTo>
                  <a:lnTo>
                    <a:pt x="964153" y="1116377"/>
                  </a:lnTo>
                  <a:lnTo>
                    <a:pt x="980223" y="1116377"/>
                  </a:lnTo>
                  <a:lnTo>
                    <a:pt x="996292" y="1116377"/>
                  </a:lnTo>
                  <a:lnTo>
                    <a:pt x="1012361" y="1116377"/>
                  </a:lnTo>
                  <a:lnTo>
                    <a:pt x="1028430" y="1116377"/>
                  </a:lnTo>
                  <a:lnTo>
                    <a:pt x="1044500" y="1116377"/>
                  </a:lnTo>
                  <a:lnTo>
                    <a:pt x="1060569" y="1116377"/>
                  </a:lnTo>
                  <a:lnTo>
                    <a:pt x="1076638" y="1116377"/>
                  </a:lnTo>
                  <a:lnTo>
                    <a:pt x="1092707" y="1116377"/>
                  </a:lnTo>
                  <a:lnTo>
                    <a:pt x="1108776" y="1116377"/>
                  </a:lnTo>
                  <a:lnTo>
                    <a:pt x="1124846" y="1116377"/>
                  </a:lnTo>
                  <a:lnTo>
                    <a:pt x="1140915" y="1116377"/>
                  </a:lnTo>
                  <a:lnTo>
                    <a:pt x="1156984" y="1116376"/>
                  </a:lnTo>
                  <a:lnTo>
                    <a:pt x="1173053" y="1116376"/>
                  </a:lnTo>
                  <a:lnTo>
                    <a:pt x="1189123" y="1116376"/>
                  </a:lnTo>
                  <a:lnTo>
                    <a:pt x="1205192" y="1116377"/>
                  </a:lnTo>
                  <a:lnTo>
                    <a:pt x="1221261" y="1116377"/>
                  </a:lnTo>
                  <a:lnTo>
                    <a:pt x="1237330" y="1116378"/>
                  </a:lnTo>
                  <a:lnTo>
                    <a:pt x="1253400" y="1116379"/>
                  </a:lnTo>
                  <a:lnTo>
                    <a:pt x="1269469" y="1116379"/>
                  </a:lnTo>
                  <a:lnTo>
                    <a:pt x="1285538" y="1116379"/>
                  </a:lnTo>
                  <a:lnTo>
                    <a:pt x="1301607" y="1116378"/>
                  </a:lnTo>
                  <a:lnTo>
                    <a:pt x="1317676" y="1116378"/>
                  </a:lnTo>
                  <a:lnTo>
                    <a:pt x="1333746" y="1116377"/>
                  </a:lnTo>
                  <a:lnTo>
                    <a:pt x="1349815" y="1116377"/>
                  </a:lnTo>
                  <a:lnTo>
                    <a:pt x="1365884" y="1116377"/>
                  </a:lnTo>
                  <a:lnTo>
                    <a:pt x="1381953" y="1116377"/>
                  </a:lnTo>
                  <a:lnTo>
                    <a:pt x="1398023" y="1116377"/>
                  </a:lnTo>
                  <a:lnTo>
                    <a:pt x="1414092" y="1116378"/>
                  </a:lnTo>
                  <a:lnTo>
                    <a:pt x="1430161" y="1116379"/>
                  </a:lnTo>
                  <a:lnTo>
                    <a:pt x="1446230" y="1116379"/>
                  </a:lnTo>
                  <a:lnTo>
                    <a:pt x="1462300" y="1116379"/>
                  </a:lnTo>
                  <a:lnTo>
                    <a:pt x="1478369" y="1116378"/>
                  </a:lnTo>
                  <a:lnTo>
                    <a:pt x="1494438" y="1116378"/>
                  </a:lnTo>
                  <a:lnTo>
                    <a:pt x="1510507" y="1116378"/>
                  </a:lnTo>
                  <a:lnTo>
                    <a:pt x="1526576" y="1116378"/>
                  </a:lnTo>
                  <a:lnTo>
                    <a:pt x="1542646" y="1116378"/>
                  </a:lnTo>
                  <a:lnTo>
                    <a:pt x="1558715" y="1116378"/>
                  </a:lnTo>
                  <a:lnTo>
                    <a:pt x="1574784" y="1116378"/>
                  </a:lnTo>
                  <a:lnTo>
                    <a:pt x="1590853" y="1116377"/>
                  </a:lnTo>
                </a:path>
              </a:pathLst>
            </a:custGeom>
            <a:ln w="7016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95730" y="700565"/>
              <a:ext cx="1670685" cy="1245235"/>
            </a:xfrm>
            <a:custGeom>
              <a:avLst/>
              <a:gdLst/>
              <a:ahLst/>
              <a:cxnLst/>
              <a:rect l="l" t="t" r="r" b="b"/>
              <a:pathLst>
                <a:path w="1670685" h="1245235">
                  <a:moveTo>
                    <a:pt x="0" y="1244714"/>
                  </a:moveTo>
                  <a:lnTo>
                    <a:pt x="0" y="0"/>
                  </a:lnTo>
                </a:path>
                <a:path w="1670685" h="1245235">
                  <a:moveTo>
                    <a:pt x="1670396" y="1244714"/>
                  </a:moveTo>
                  <a:lnTo>
                    <a:pt x="1670396" y="0"/>
                  </a:lnTo>
                </a:path>
                <a:path w="1670685" h="1245235">
                  <a:moveTo>
                    <a:pt x="0" y="1244714"/>
                  </a:moveTo>
                  <a:lnTo>
                    <a:pt x="1670396" y="1244714"/>
                  </a:lnTo>
                </a:path>
                <a:path w="1670685" h="1245235">
                  <a:moveTo>
                    <a:pt x="0" y="0"/>
                  </a:moveTo>
                  <a:lnTo>
                    <a:pt x="1670396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036578" y="595908"/>
            <a:ext cx="5969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50" i="1" spc="-45" dirty="0">
                <a:latin typeface="Arial"/>
                <a:cs typeface="Arial"/>
              </a:rPr>
              <a:t>P</a:t>
            </a:r>
            <a:r>
              <a:rPr sz="450" i="1" spc="-25" dirty="0">
                <a:latin typeface="Arial"/>
                <a:cs typeface="Arial"/>
              </a:rPr>
              <a:t> </a:t>
            </a:r>
            <a:r>
              <a:rPr sz="525" baseline="23809" dirty="0">
                <a:latin typeface="Arial"/>
                <a:cs typeface="Arial"/>
              </a:rPr>
              <a:t>*</a:t>
            </a:r>
            <a:r>
              <a:rPr sz="525" spc="209" baseline="23809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with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450" i="1" spc="-25" dirty="0">
                <a:latin typeface="Arial"/>
                <a:cs typeface="Arial"/>
              </a:rPr>
              <a:t>R</a:t>
            </a:r>
            <a:r>
              <a:rPr sz="450" i="1" spc="-30" dirty="0">
                <a:latin typeface="Arial"/>
                <a:cs typeface="Arial"/>
              </a:rPr>
              <a:t> </a:t>
            </a:r>
            <a:r>
              <a:rPr sz="500" spc="70" dirty="0">
                <a:latin typeface="Arial"/>
                <a:cs typeface="Arial"/>
              </a:rPr>
              <a:t>=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spc="-10" dirty="0">
                <a:latin typeface="Arial"/>
                <a:cs typeface="Arial"/>
              </a:rPr>
              <a:t>0.0001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897176" y="721614"/>
            <a:ext cx="248285" cy="271780"/>
            <a:chOff x="2897176" y="721614"/>
            <a:chExt cx="248285" cy="271780"/>
          </a:xfrm>
        </p:grpSpPr>
        <p:sp>
          <p:nvSpPr>
            <p:cNvPr id="48" name="object 48"/>
            <p:cNvSpPr/>
            <p:nvPr/>
          </p:nvSpPr>
          <p:spPr>
            <a:xfrm>
              <a:off x="2899515" y="723952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240107" y="0"/>
                  </a:moveTo>
                  <a:lnTo>
                    <a:pt x="3118" y="0"/>
                  </a:lnTo>
                  <a:lnTo>
                    <a:pt x="0" y="3118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3118"/>
                  </a:lnTo>
                  <a:lnTo>
                    <a:pt x="240107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899515" y="723952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9354" y="266612"/>
                  </a:moveTo>
                  <a:lnTo>
                    <a:pt x="233870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257257"/>
                  </a:lnTo>
                  <a:lnTo>
                    <a:pt x="243225" y="9354"/>
                  </a:lnTo>
                  <a:lnTo>
                    <a:pt x="243225" y="3118"/>
                  </a:lnTo>
                  <a:lnTo>
                    <a:pt x="240107" y="0"/>
                  </a:lnTo>
                  <a:lnTo>
                    <a:pt x="233870" y="0"/>
                  </a:lnTo>
                  <a:lnTo>
                    <a:pt x="9354" y="0"/>
                  </a:lnTo>
                  <a:lnTo>
                    <a:pt x="3118" y="0"/>
                  </a:lnTo>
                  <a:lnTo>
                    <a:pt x="0" y="3118"/>
                  </a:lnTo>
                  <a:lnTo>
                    <a:pt x="0" y="9354"/>
                  </a:lnTo>
                  <a:lnTo>
                    <a:pt x="0" y="257257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close/>
                </a:path>
              </a:pathLst>
            </a:custGeom>
            <a:ln w="4677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918224" y="773065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918224" y="857259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918224" y="941452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023792" y="703356"/>
            <a:ext cx="135255" cy="2832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4610" marR="30480" indent="-29845">
              <a:lnSpc>
                <a:spcPct val="73200"/>
              </a:lnSpc>
              <a:spcBef>
                <a:spcPts val="229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  <a:p>
            <a:pPr marL="54610" marR="30480" indent="-29845">
              <a:lnSpc>
                <a:spcPct val="732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  <a:p>
            <a:pPr marL="54610" marR="30480" indent="-29845">
              <a:lnSpc>
                <a:spcPct val="732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31936" y="22541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endParaRPr sz="800">
              <a:latin typeface="Hack"/>
              <a:cs typeface="Hack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04037" y="2267126"/>
            <a:ext cx="1759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7F7F7F"/>
                </a:solidFill>
                <a:latin typeface="Arial"/>
                <a:cs typeface="Arial"/>
              </a:rPr>
              <a:t>Figure:</a:t>
            </a:r>
            <a:r>
              <a:rPr sz="1100" spc="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LQ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example:</a:t>
            </a:r>
            <a:r>
              <a:rPr sz="1100" spc="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100" i="1" spc="3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(0)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5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446614" y="22541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endParaRPr sz="800">
              <a:latin typeface="Hack"/>
              <a:cs typeface="Hack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633711" y="2327019"/>
            <a:ext cx="584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786862" y="2267126"/>
            <a:ext cx="1217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1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100" i="1" spc="4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7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00" i="1" spc="40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95" dirty="0">
                <a:solidFill>
                  <a:srgbClr val="FFFFFF"/>
                </a:solidFill>
                <a:latin typeface="Apple Symbols"/>
                <a:cs typeface="Apple Symbols"/>
              </a:rPr>
              <a:t>−</a:t>
            </a:r>
            <a:r>
              <a:rPr sz="1100" spc="-12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100" i="1" spc="8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00" spc="8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5442" y="2686669"/>
            <a:ext cx="3996690" cy="601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233679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50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large,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7" baseline="31250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spc="-352" baseline="31250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forward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converges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stationary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i.e.,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backward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converges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stationary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(0)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26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D0F19F2D-F9E3-64E9-53E0-DBCE9D8B536E}"/>
                  </a:ext>
                </a:extLst>
              </p:cNvPr>
              <p:cNvSpPr txBox="1"/>
              <p:nvPr/>
            </p:nvSpPr>
            <p:spPr>
              <a:xfrm>
                <a:off x="2030452" y="2156485"/>
                <a:ext cx="1050821" cy="421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D0F19F2D-F9E3-64E9-53E0-DBCE9D8B5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452" y="2156485"/>
                <a:ext cx="1050821" cy="42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9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5" dirty="0"/>
              <a:t>pure</a:t>
            </a:r>
            <a:r>
              <a:rPr spc="-15" dirty="0"/>
              <a:t> </a:t>
            </a:r>
            <a:r>
              <a:rPr spc="-45" dirty="0"/>
              <a:t>inertia</a:t>
            </a:r>
            <a:r>
              <a:rPr spc="-65" dirty="0"/>
              <a:t> </a:t>
            </a:r>
            <a:r>
              <a:rPr spc="-95" dirty="0"/>
              <a:t>system:</a:t>
            </a:r>
            <a:r>
              <a:rPr spc="75" dirty="0"/>
              <a:t> </a:t>
            </a:r>
            <a:r>
              <a:rPr spc="-105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8628" y="517798"/>
            <a:ext cx="2155825" cy="1616710"/>
            <a:chOff x="148628" y="517798"/>
            <a:chExt cx="2155825" cy="1616710"/>
          </a:xfrm>
        </p:grpSpPr>
        <p:sp>
          <p:nvSpPr>
            <p:cNvPr id="4" name="object 4"/>
            <p:cNvSpPr/>
            <p:nvPr/>
          </p:nvSpPr>
          <p:spPr>
            <a:xfrm>
              <a:off x="148628" y="517798"/>
              <a:ext cx="2155825" cy="1616710"/>
            </a:xfrm>
            <a:custGeom>
              <a:avLst/>
              <a:gdLst/>
              <a:ahLst/>
              <a:cxnLst/>
              <a:rect l="l" t="t" r="r" b="b"/>
              <a:pathLst>
                <a:path w="2155825" h="1616710">
                  <a:moveTo>
                    <a:pt x="2155350" y="0"/>
                  </a:moveTo>
                  <a:lnTo>
                    <a:pt x="0" y="0"/>
                  </a:lnTo>
                  <a:lnTo>
                    <a:pt x="0" y="1616512"/>
                  </a:lnTo>
                  <a:lnTo>
                    <a:pt x="2155350" y="1616512"/>
                  </a:lnTo>
                  <a:lnTo>
                    <a:pt x="2155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8046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8046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3174" y="1959481"/>
            <a:ext cx="42545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8255" y="1954589"/>
            <a:ext cx="3810" cy="20320"/>
            <a:chOff x="628255" y="1954589"/>
            <a:chExt cx="3810" cy="20320"/>
          </a:xfrm>
        </p:grpSpPr>
        <p:sp>
          <p:nvSpPr>
            <p:cNvPr id="9" name="object 9"/>
            <p:cNvSpPr/>
            <p:nvPr/>
          </p:nvSpPr>
          <p:spPr>
            <a:xfrm>
              <a:off x="630160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0160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15288" y="1959481"/>
            <a:ext cx="42545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0369" y="1954589"/>
            <a:ext cx="3810" cy="20320"/>
            <a:chOff x="840369" y="1954589"/>
            <a:chExt cx="3810" cy="20320"/>
          </a:xfrm>
        </p:grpSpPr>
        <p:sp>
          <p:nvSpPr>
            <p:cNvPr id="13" name="object 13"/>
            <p:cNvSpPr/>
            <p:nvPr/>
          </p:nvSpPr>
          <p:spPr>
            <a:xfrm>
              <a:off x="84227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227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27401" y="1959481"/>
            <a:ext cx="42545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52483" y="1954589"/>
            <a:ext cx="640715" cy="20320"/>
            <a:chOff x="1052483" y="1954589"/>
            <a:chExt cx="640715" cy="20320"/>
          </a:xfrm>
        </p:grpSpPr>
        <p:sp>
          <p:nvSpPr>
            <p:cNvPr id="17" name="object 17"/>
            <p:cNvSpPr/>
            <p:nvPr/>
          </p:nvSpPr>
          <p:spPr>
            <a:xfrm>
              <a:off x="105438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5438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66502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66502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78616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78616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0729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90729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60984" y="1959481"/>
            <a:ext cx="723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00938" y="1954589"/>
            <a:ext cx="3810" cy="20320"/>
            <a:chOff x="1900938" y="1954589"/>
            <a:chExt cx="3810" cy="20320"/>
          </a:xfrm>
        </p:grpSpPr>
        <p:sp>
          <p:nvSpPr>
            <p:cNvPr id="27" name="object 27"/>
            <p:cNvSpPr/>
            <p:nvPr/>
          </p:nvSpPr>
          <p:spPr>
            <a:xfrm>
              <a:off x="1902843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02843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873098" y="1959481"/>
            <a:ext cx="723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9515" y="1959481"/>
            <a:ext cx="481965" cy="153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11454" algn="l"/>
                <a:tab pos="408940" algn="l"/>
              </a:tabLst>
            </a:pPr>
            <a:r>
              <a:rPr sz="400" spc="-50" dirty="0">
                <a:latin typeface="Arial"/>
                <a:cs typeface="Arial"/>
              </a:rPr>
              <a:t>6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50" dirty="0">
                <a:latin typeface="Arial"/>
                <a:cs typeface="Arial"/>
              </a:rPr>
              <a:t>8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  <a:p>
            <a:pPr marL="140335">
              <a:lnSpc>
                <a:spcPct val="100000"/>
              </a:lnSpc>
              <a:spcBef>
                <a:spcPts val="2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9770" y="1898011"/>
            <a:ext cx="20320" cy="3810"/>
            <a:chOff x="399770" y="1898011"/>
            <a:chExt cx="20320" cy="3810"/>
          </a:xfrm>
        </p:grpSpPr>
        <p:sp>
          <p:nvSpPr>
            <p:cNvPr id="32" name="object 32"/>
            <p:cNvSpPr/>
            <p:nvPr/>
          </p:nvSpPr>
          <p:spPr>
            <a:xfrm>
              <a:off x="401675" y="189991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1675" y="189991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81159" y="1852402"/>
            <a:ext cx="1168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0.00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9770" y="1729763"/>
            <a:ext cx="20320" cy="3810"/>
            <a:chOff x="399770" y="1729763"/>
            <a:chExt cx="20320" cy="3810"/>
          </a:xfrm>
        </p:grpSpPr>
        <p:sp>
          <p:nvSpPr>
            <p:cNvPr id="36" name="object 36"/>
            <p:cNvSpPr/>
            <p:nvPr/>
          </p:nvSpPr>
          <p:spPr>
            <a:xfrm>
              <a:off x="401675" y="173166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1675" y="173166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81159" y="1684153"/>
            <a:ext cx="1168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0.25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99770" y="1561515"/>
            <a:ext cx="20320" cy="3810"/>
            <a:chOff x="399770" y="1561515"/>
            <a:chExt cx="20320" cy="3810"/>
          </a:xfrm>
        </p:grpSpPr>
        <p:sp>
          <p:nvSpPr>
            <p:cNvPr id="40" name="object 40"/>
            <p:cNvSpPr/>
            <p:nvPr/>
          </p:nvSpPr>
          <p:spPr>
            <a:xfrm>
              <a:off x="401675" y="156342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1675" y="156342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81159" y="1515905"/>
            <a:ext cx="1168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0.50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99770" y="1393266"/>
            <a:ext cx="20320" cy="3810"/>
            <a:chOff x="399770" y="1393266"/>
            <a:chExt cx="20320" cy="3810"/>
          </a:xfrm>
        </p:grpSpPr>
        <p:sp>
          <p:nvSpPr>
            <p:cNvPr id="44" name="object 44"/>
            <p:cNvSpPr/>
            <p:nvPr/>
          </p:nvSpPr>
          <p:spPr>
            <a:xfrm>
              <a:off x="401675" y="1395171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1675" y="1395171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81159" y="1347657"/>
            <a:ext cx="1168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0.75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99770" y="1225018"/>
            <a:ext cx="20320" cy="3810"/>
            <a:chOff x="399770" y="1225018"/>
            <a:chExt cx="20320" cy="3810"/>
          </a:xfrm>
        </p:grpSpPr>
        <p:sp>
          <p:nvSpPr>
            <p:cNvPr id="48" name="object 48"/>
            <p:cNvSpPr/>
            <p:nvPr/>
          </p:nvSpPr>
          <p:spPr>
            <a:xfrm>
              <a:off x="401675" y="122692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1675" y="122692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81159" y="1179409"/>
            <a:ext cx="1168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1.00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99770" y="1056770"/>
            <a:ext cx="20320" cy="3810"/>
            <a:chOff x="399770" y="1056770"/>
            <a:chExt cx="20320" cy="3810"/>
          </a:xfrm>
        </p:grpSpPr>
        <p:sp>
          <p:nvSpPr>
            <p:cNvPr id="52" name="object 52"/>
            <p:cNvSpPr/>
            <p:nvPr/>
          </p:nvSpPr>
          <p:spPr>
            <a:xfrm>
              <a:off x="401675" y="105867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1675" y="105867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81159" y="1011160"/>
            <a:ext cx="1168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1.25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99770" y="720273"/>
            <a:ext cx="20320" cy="172085"/>
            <a:chOff x="399770" y="720273"/>
            <a:chExt cx="20320" cy="172085"/>
          </a:xfrm>
        </p:grpSpPr>
        <p:sp>
          <p:nvSpPr>
            <p:cNvPr id="56" name="object 56"/>
            <p:cNvSpPr/>
            <p:nvPr/>
          </p:nvSpPr>
          <p:spPr>
            <a:xfrm>
              <a:off x="401675" y="89042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1675" y="89042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1675" y="72217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01675" y="72217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81159" y="674664"/>
            <a:ext cx="116839" cy="2571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1.75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0" dirty="0">
                <a:latin typeface="Arial"/>
                <a:cs typeface="Arial"/>
              </a:rPr>
              <a:t>1.50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414236" y="709874"/>
            <a:ext cx="1676400" cy="1249045"/>
            <a:chOff x="414236" y="709874"/>
            <a:chExt cx="1676400" cy="1249045"/>
          </a:xfrm>
        </p:grpSpPr>
        <p:sp>
          <p:nvSpPr>
            <p:cNvPr id="62" name="object 62"/>
            <p:cNvSpPr/>
            <p:nvPr/>
          </p:nvSpPr>
          <p:spPr>
            <a:xfrm>
              <a:off x="418046" y="768357"/>
              <a:ext cx="1591310" cy="459105"/>
            </a:xfrm>
            <a:custGeom>
              <a:avLst/>
              <a:gdLst/>
              <a:ahLst/>
              <a:cxnLst/>
              <a:rect l="l" t="t" r="r" b="b"/>
              <a:pathLst>
                <a:path w="1591310" h="459105">
                  <a:moveTo>
                    <a:pt x="0" y="458565"/>
                  </a:moveTo>
                  <a:lnTo>
                    <a:pt x="25479" y="300051"/>
                  </a:lnTo>
                  <a:lnTo>
                    <a:pt x="38218" y="226858"/>
                  </a:lnTo>
                  <a:lnTo>
                    <a:pt x="49365" y="168727"/>
                  </a:lnTo>
                  <a:lnTo>
                    <a:pt x="58920" y="124546"/>
                  </a:lnTo>
                  <a:lnTo>
                    <a:pt x="74844" y="65139"/>
                  </a:lnTo>
                  <a:lnTo>
                    <a:pt x="93954" y="19482"/>
                  </a:lnTo>
                  <a:lnTo>
                    <a:pt x="117841" y="0"/>
                  </a:lnTo>
                  <a:lnTo>
                    <a:pt x="122618" y="626"/>
                  </a:lnTo>
                  <a:lnTo>
                    <a:pt x="156059" y="33345"/>
                  </a:lnTo>
                  <a:lnTo>
                    <a:pt x="205425" y="107157"/>
                  </a:lnTo>
                  <a:lnTo>
                    <a:pt x="216572" y="121813"/>
                  </a:lnTo>
                  <a:lnTo>
                    <a:pt x="250014" y="155469"/>
                  </a:lnTo>
                  <a:lnTo>
                    <a:pt x="291417" y="177779"/>
                  </a:lnTo>
                  <a:lnTo>
                    <a:pt x="329636" y="185708"/>
                  </a:lnTo>
                  <a:lnTo>
                    <a:pt x="363077" y="186525"/>
                  </a:lnTo>
                  <a:lnTo>
                    <a:pt x="396519" y="185269"/>
                  </a:lnTo>
                  <a:lnTo>
                    <a:pt x="519137" y="179959"/>
                  </a:lnTo>
                  <a:lnTo>
                    <a:pt x="563726" y="179655"/>
                  </a:lnTo>
                  <a:lnTo>
                    <a:pt x="659272" y="179324"/>
                  </a:lnTo>
                  <a:lnTo>
                    <a:pt x="722970" y="179679"/>
                  </a:lnTo>
                  <a:lnTo>
                    <a:pt x="808962" y="179616"/>
                  </a:lnTo>
                  <a:lnTo>
                    <a:pt x="972984" y="179671"/>
                  </a:lnTo>
                  <a:lnTo>
                    <a:pt x="1057384" y="180328"/>
                  </a:lnTo>
                  <a:lnTo>
                    <a:pt x="1143376" y="179920"/>
                  </a:lnTo>
                  <a:lnTo>
                    <a:pt x="1221406" y="180113"/>
                  </a:lnTo>
                  <a:lnTo>
                    <a:pt x="1379058" y="179678"/>
                  </a:lnTo>
                  <a:lnTo>
                    <a:pt x="1487344" y="180149"/>
                  </a:lnTo>
                  <a:lnTo>
                    <a:pt x="1579706" y="178829"/>
                  </a:lnTo>
                  <a:lnTo>
                    <a:pt x="1590853" y="179014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18046" y="1147849"/>
              <a:ext cx="1591310" cy="752475"/>
            </a:xfrm>
            <a:custGeom>
              <a:avLst/>
              <a:gdLst/>
              <a:ahLst/>
              <a:cxnLst/>
              <a:rect l="l" t="t" r="r" b="b"/>
              <a:pathLst>
                <a:path w="1591310" h="752475">
                  <a:moveTo>
                    <a:pt x="0" y="752066"/>
                  </a:moveTo>
                  <a:lnTo>
                    <a:pt x="31848" y="546931"/>
                  </a:lnTo>
                  <a:lnTo>
                    <a:pt x="65290" y="331049"/>
                  </a:lnTo>
                  <a:lnTo>
                    <a:pt x="78029" y="255965"/>
                  </a:lnTo>
                  <a:lnTo>
                    <a:pt x="89176" y="196482"/>
                  </a:lnTo>
                  <a:lnTo>
                    <a:pt x="98731" y="151108"/>
                  </a:lnTo>
                  <a:lnTo>
                    <a:pt x="114656" y="88727"/>
                  </a:lnTo>
                  <a:lnTo>
                    <a:pt x="127395" y="51877"/>
                  </a:lnTo>
                  <a:lnTo>
                    <a:pt x="146505" y="17257"/>
                  </a:lnTo>
                  <a:lnTo>
                    <a:pt x="175169" y="0"/>
                  </a:lnTo>
                  <a:lnTo>
                    <a:pt x="181538" y="230"/>
                  </a:lnTo>
                  <a:lnTo>
                    <a:pt x="218165" y="17176"/>
                  </a:lnTo>
                  <a:lnTo>
                    <a:pt x="270715" y="51087"/>
                  </a:lnTo>
                  <a:lnTo>
                    <a:pt x="285047" y="58552"/>
                  </a:lnTo>
                  <a:lnTo>
                    <a:pt x="328043" y="73974"/>
                  </a:lnTo>
                  <a:lnTo>
                    <a:pt x="379002" y="81177"/>
                  </a:lnTo>
                  <a:lnTo>
                    <a:pt x="426775" y="82325"/>
                  </a:lnTo>
                  <a:lnTo>
                    <a:pt x="477733" y="80987"/>
                  </a:lnTo>
                  <a:lnTo>
                    <a:pt x="554171" y="79508"/>
                  </a:lnTo>
                  <a:lnTo>
                    <a:pt x="668827" y="78804"/>
                  </a:lnTo>
                  <a:lnTo>
                    <a:pt x="879030" y="78902"/>
                  </a:lnTo>
                  <a:lnTo>
                    <a:pt x="1097195" y="78947"/>
                  </a:lnTo>
                  <a:lnTo>
                    <a:pt x="1152931" y="79231"/>
                  </a:lnTo>
                  <a:lnTo>
                    <a:pt x="1215036" y="79561"/>
                  </a:lnTo>
                  <a:lnTo>
                    <a:pt x="1318545" y="79195"/>
                  </a:lnTo>
                  <a:lnTo>
                    <a:pt x="1501676" y="79280"/>
                  </a:lnTo>
                  <a:lnTo>
                    <a:pt x="1586076" y="78350"/>
                  </a:lnTo>
                  <a:lnTo>
                    <a:pt x="1590853" y="78418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18046" y="912068"/>
              <a:ext cx="1591310" cy="420370"/>
            </a:xfrm>
            <a:custGeom>
              <a:avLst/>
              <a:gdLst/>
              <a:ahLst/>
              <a:cxnLst/>
              <a:rect l="l" t="t" r="r" b="b"/>
              <a:pathLst>
                <a:path w="1591310" h="420369">
                  <a:moveTo>
                    <a:pt x="0" y="314854"/>
                  </a:moveTo>
                  <a:lnTo>
                    <a:pt x="9554" y="365301"/>
                  </a:lnTo>
                  <a:lnTo>
                    <a:pt x="23886" y="408375"/>
                  </a:lnTo>
                  <a:lnTo>
                    <a:pt x="36626" y="420010"/>
                  </a:lnTo>
                  <a:lnTo>
                    <a:pt x="39811" y="419528"/>
                  </a:lnTo>
                  <a:lnTo>
                    <a:pt x="66882" y="373053"/>
                  </a:lnTo>
                  <a:lnTo>
                    <a:pt x="84399" y="315269"/>
                  </a:lnTo>
                  <a:lnTo>
                    <a:pt x="97139" y="266424"/>
                  </a:lnTo>
                  <a:lnTo>
                    <a:pt x="121025" y="173953"/>
                  </a:lnTo>
                  <a:lnTo>
                    <a:pt x="130580" y="140957"/>
                  </a:lnTo>
                  <a:lnTo>
                    <a:pt x="149689" y="85410"/>
                  </a:lnTo>
                  <a:lnTo>
                    <a:pt x="165614" y="50525"/>
                  </a:lnTo>
                  <a:lnTo>
                    <a:pt x="192686" y="14447"/>
                  </a:lnTo>
                  <a:lnTo>
                    <a:pt x="229312" y="10"/>
                  </a:lnTo>
                  <a:lnTo>
                    <a:pt x="238866" y="0"/>
                  </a:lnTo>
                  <a:lnTo>
                    <a:pt x="248421" y="1013"/>
                  </a:lnTo>
                  <a:lnTo>
                    <a:pt x="259568" y="3295"/>
                  </a:lnTo>
                  <a:lnTo>
                    <a:pt x="275493" y="7707"/>
                  </a:lnTo>
                  <a:lnTo>
                    <a:pt x="321674" y="21030"/>
                  </a:lnTo>
                  <a:lnTo>
                    <a:pt x="348745" y="27526"/>
                  </a:lnTo>
                  <a:lnTo>
                    <a:pt x="391741" y="34161"/>
                  </a:lnTo>
                  <a:lnTo>
                    <a:pt x="439515" y="37146"/>
                  </a:lnTo>
                  <a:lnTo>
                    <a:pt x="477733" y="37461"/>
                  </a:lnTo>
                  <a:lnTo>
                    <a:pt x="544616" y="36984"/>
                  </a:lnTo>
                  <a:lnTo>
                    <a:pt x="622646" y="36256"/>
                  </a:lnTo>
                  <a:lnTo>
                    <a:pt x="910879" y="36354"/>
                  </a:lnTo>
                  <a:lnTo>
                    <a:pt x="966614" y="36030"/>
                  </a:lnTo>
                  <a:lnTo>
                    <a:pt x="1039867" y="35521"/>
                  </a:lnTo>
                  <a:lnTo>
                    <a:pt x="1092418" y="35826"/>
                  </a:lnTo>
                  <a:lnTo>
                    <a:pt x="1568559" y="36057"/>
                  </a:lnTo>
                  <a:lnTo>
                    <a:pt x="1590853" y="35955"/>
                  </a:lnTo>
                </a:path>
              </a:pathLst>
            </a:custGeom>
            <a:ln w="7016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18046" y="711779"/>
              <a:ext cx="1670685" cy="1245235"/>
            </a:xfrm>
            <a:custGeom>
              <a:avLst/>
              <a:gdLst/>
              <a:ahLst/>
              <a:cxnLst/>
              <a:rect l="l" t="t" r="r" b="b"/>
              <a:pathLst>
                <a:path w="1670685" h="1245235">
                  <a:moveTo>
                    <a:pt x="0" y="1244714"/>
                  </a:moveTo>
                  <a:lnTo>
                    <a:pt x="0" y="0"/>
                  </a:lnTo>
                </a:path>
                <a:path w="1670685" h="1245235">
                  <a:moveTo>
                    <a:pt x="1670396" y="1244714"/>
                  </a:moveTo>
                  <a:lnTo>
                    <a:pt x="1670396" y="0"/>
                  </a:lnTo>
                </a:path>
                <a:path w="1670685" h="1245235">
                  <a:moveTo>
                    <a:pt x="0" y="1244714"/>
                  </a:moveTo>
                  <a:lnTo>
                    <a:pt x="1670396" y="1244714"/>
                  </a:lnTo>
                </a:path>
                <a:path w="1670685" h="1245235">
                  <a:moveTo>
                    <a:pt x="0" y="0"/>
                  </a:moveTo>
                  <a:lnTo>
                    <a:pt x="1670396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040748" y="607122"/>
            <a:ext cx="4362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50" i="1" spc="-45" dirty="0">
                <a:latin typeface="Arial"/>
                <a:cs typeface="Arial"/>
              </a:rPr>
              <a:t>P</a:t>
            </a:r>
            <a:r>
              <a:rPr sz="450" i="1" spc="-25" dirty="0">
                <a:latin typeface="Arial"/>
                <a:cs typeface="Arial"/>
              </a:rPr>
              <a:t> </a:t>
            </a:r>
            <a:r>
              <a:rPr sz="525" baseline="23809" dirty="0">
                <a:latin typeface="Arial"/>
                <a:cs typeface="Arial"/>
              </a:rPr>
              <a:t>*</a:t>
            </a:r>
            <a:r>
              <a:rPr sz="525" spc="209" baseline="23809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with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450" i="1" spc="-25" dirty="0">
                <a:latin typeface="Arial"/>
                <a:cs typeface="Arial"/>
              </a:rPr>
              <a:t>R</a:t>
            </a:r>
            <a:r>
              <a:rPr sz="450" i="1" spc="-30" dirty="0">
                <a:latin typeface="Arial"/>
                <a:cs typeface="Arial"/>
              </a:rPr>
              <a:t> </a:t>
            </a:r>
            <a:r>
              <a:rPr sz="500" spc="70" dirty="0">
                <a:latin typeface="Arial"/>
                <a:cs typeface="Arial"/>
              </a:rPr>
              <a:t>=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spc="-50" dirty="0"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819291" y="1663955"/>
            <a:ext cx="248920" cy="271780"/>
            <a:chOff x="1819291" y="1663955"/>
            <a:chExt cx="248920" cy="271780"/>
          </a:xfrm>
        </p:grpSpPr>
        <p:sp>
          <p:nvSpPr>
            <p:cNvPr id="68" name="object 68"/>
            <p:cNvSpPr/>
            <p:nvPr/>
          </p:nvSpPr>
          <p:spPr>
            <a:xfrm>
              <a:off x="1821831" y="1666495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240107" y="0"/>
                  </a:moveTo>
                  <a:lnTo>
                    <a:pt x="3118" y="0"/>
                  </a:lnTo>
                  <a:lnTo>
                    <a:pt x="0" y="3118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3118"/>
                  </a:lnTo>
                  <a:lnTo>
                    <a:pt x="240107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1831" y="1666495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9354" y="266612"/>
                  </a:moveTo>
                  <a:lnTo>
                    <a:pt x="233870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257257"/>
                  </a:lnTo>
                  <a:lnTo>
                    <a:pt x="243225" y="9354"/>
                  </a:lnTo>
                  <a:lnTo>
                    <a:pt x="243225" y="3118"/>
                  </a:lnTo>
                  <a:lnTo>
                    <a:pt x="240107" y="0"/>
                  </a:lnTo>
                  <a:lnTo>
                    <a:pt x="233870" y="0"/>
                  </a:lnTo>
                  <a:lnTo>
                    <a:pt x="9354" y="0"/>
                  </a:lnTo>
                  <a:lnTo>
                    <a:pt x="3118" y="0"/>
                  </a:lnTo>
                  <a:lnTo>
                    <a:pt x="0" y="3118"/>
                  </a:lnTo>
                  <a:lnTo>
                    <a:pt x="0" y="9354"/>
                  </a:lnTo>
                  <a:lnTo>
                    <a:pt x="0" y="257257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close/>
                </a:path>
              </a:pathLst>
            </a:custGeom>
            <a:ln w="4677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840540" y="1715608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946108" y="1645899"/>
            <a:ext cx="1181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836730" y="1795991"/>
            <a:ext cx="101600" cy="92075"/>
            <a:chOff x="1836730" y="1795991"/>
            <a:chExt cx="101600" cy="92075"/>
          </a:xfrm>
        </p:grpSpPr>
        <p:sp>
          <p:nvSpPr>
            <p:cNvPr id="73" name="object 73"/>
            <p:cNvSpPr/>
            <p:nvPr/>
          </p:nvSpPr>
          <p:spPr>
            <a:xfrm>
              <a:off x="1840540" y="1799801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840540" y="1883995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946108" y="1690699"/>
            <a:ext cx="135255" cy="2101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4610">
              <a:lnSpc>
                <a:spcPts val="285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  <a:p>
            <a:pPr marL="54610" marR="30480" indent="-29845">
              <a:lnSpc>
                <a:spcPct val="73200"/>
              </a:lnSpc>
              <a:spcBef>
                <a:spcPts val="115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  <a:p>
            <a:pPr marL="25400">
              <a:lnSpc>
                <a:spcPts val="450"/>
              </a:lnSpc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001198" y="1859086"/>
            <a:ext cx="546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303995" y="517798"/>
            <a:ext cx="2155825" cy="1616710"/>
            <a:chOff x="2303995" y="517798"/>
            <a:chExt cx="2155825" cy="1616710"/>
          </a:xfrm>
        </p:grpSpPr>
        <p:sp>
          <p:nvSpPr>
            <p:cNvPr id="78" name="object 78"/>
            <p:cNvSpPr/>
            <p:nvPr/>
          </p:nvSpPr>
          <p:spPr>
            <a:xfrm>
              <a:off x="2303995" y="517798"/>
              <a:ext cx="2155825" cy="1616710"/>
            </a:xfrm>
            <a:custGeom>
              <a:avLst/>
              <a:gdLst/>
              <a:ahLst/>
              <a:cxnLst/>
              <a:rect l="l" t="t" r="r" b="b"/>
              <a:pathLst>
                <a:path w="2155825" h="1616710">
                  <a:moveTo>
                    <a:pt x="2155350" y="0"/>
                  </a:moveTo>
                  <a:lnTo>
                    <a:pt x="0" y="0"/>
                  </a:lnTo>
                  <a:lnTo>
                    <a:pt x="0" y="1616512"/>
                  </a:lnTo>
                  <a:lnTo>
                    <a:pt x="2155350" y="1616512"/>
                  </a:lnTo>
                  <a:lnTo>
                    <a:pt x="2155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57341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57341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2558542" y="1959481"/>
            <a:ext cx="42545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2770366" y="1954589"/>
            <a:ext cx="3810" cy="20320"/>
            <a:chOff x="2770366" y="1954589"/>
            <a:chExt cx="3810" cy="20320"/>
          </a:xfrm>
        </p:grpSpPr>
        <p:sp>
          <p:nvSpPr>
            <p:cNvPr id="83" name="object 83"/>
            <p:cNvSpPr/>
            <p:nvPr/>
          </p:nvSpPr>
          <p:spPr>
            <a:xfrm>
              <a:off x="277227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77227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2757398" y="1959481"/>
            <a:ext cx="42545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969223" y="1954589"/>
            <a:ext cx="1196975" cy="20320"/>
            <a:chOff x="2969223" y="1954589"/>
            <a:chExt cx="1196975" cy="20320"/>
          </a:xfrm>
        </p:grpSpPr>
        <p:sp>
          <p:nvSpPr>
            <p:cNvPr id="87" name="object 87"/>
            <p:cNvSpPr/>
            <p:nvPr/>
          </p:nvSpPr>
          <p:spPr>
            <a:xfrm>
              <a:off x="297112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97112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16998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16998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36884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36884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56769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56769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766555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766555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96541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96541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16426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16426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3736809" y="1959481"/>
            <a:ext cx="470534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98755" algn="l"/>
                <a:tab pos="397510" algn="l"/>
              </a:tabLst>
            </a:pPr>
            <a:r>
              <a:rPr sz="400" spc="-25" dirty="0">
                <a:latin typeface="Arial"/>
                <a:cs typeface="Arial"/>
              </a:rPr>
              <a:t>30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35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941382" y="1959481"/>
            <a:ext cx="669290" cy="153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98755" algn="l"/>
                <a:tab pos="397510" algn="l"/>
                <a:tab pos="596265" algn="l"/>
              </a:tabLst>
            </a:pPr>
            <a:r>
              <a:rPr sz="400" spc="-25" dirty="0">
                <a:latin typeface="Arial"/>
                <a:cs typeface="Arial"/>
              </a:rPr>
              <a:t>10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25</a:t>
            </a:r>
            <a:endParaRPr sz="4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2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2555138" y="1898011"/>
            <a:ext cx="20320" cy="3810"/>
            <a:chOff x="2555138" y="1898011"/>
            <a:chExt cx="20320" cy="3810"/>
          </a:xfrm>
        </p:grpSpPr>
        <p:sp>
          <p:nvSpPr>
            <p:cNvPr id="104" name="object 104"/>
            <p:cNvSpPr/>
            <p:nvPr/>
          </p:nvSpPr>
          <p:spPr>
            <a:xfrm>
              <a:off x="2557043" y="189991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557043" y="189991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2510927" y="1852402"/>
            <a:ext cx="42545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2555138" y="1645090"/>
            <a:ext cx="20320" cy="3810"/>
            <a:chOff x="2555138" y="1645090"/>
            <a:chExt cx="20320" cy="3810"/>
          </a:xfrm>
        </p:grpSpPr>
        <p:sp>
          <p:nvSpPr>
            <p:cNvPr id="108" name="object 108"/>
            <p:cNvSpPr/>
            <p:nvPr/>
          </p:nvSpPr>
          <p:spPr>
            <a:xfrm>
              <a:off x="2557043" y="164699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557043" y="164699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2481182" y="1599480"/>
            <a:ext cx="723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2555138" y="1392168"/>
            <a:ext cx="20320" cy="3810"/>
            <a:chOff x="2555138" y="1392168"/>
            <a:chExt cx="20320" cy="3810"/>
          </a:xfrm>
        </p:grpSpPr>
        <p:sp>
          <p:nvSpPr>
            <p:cNvPr id="112" name="object 112"/>
            <p:cNvSpPr/>
            <p:nvPr/>
          </p:nvSpPr>
          <p:spPr>
            <a:xfrm>
              <a:off x="2557043" y="139407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557043" y="139407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2481182" y="1346559"/>
            <a:ext cx="723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20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2555138" y="1139247"/>
            <a:ext cx="20320" cy="3810"/>
            <a:chOff x="2555138" y="1139247"/>
            <a:chExt cx="20320" cy="3810"/>
          </a:xfrm>
        </p:grpSpPr>
        <p:sp>
          <p:nvSpPr>
            <p:cNvPr id="116" name="object 116"/>
            <p:cNvSpPr/>
            <p:nvPr/>
          </p:nvSpPr>
          <p:spPr>
            <a:xfrm>
              <a:off x="2557043" y="114115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557043" y="114115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2481182" y="1093637"/>
            <a:ext cx="723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30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2555138" y="886325"/>
            <a:ext cx="20320" cy="3810"/>
            <a:chOff x="2555138" y="886325"/>
            <a:chExt cx="20320" cy="3810"/>
          </a:xfrm>
        </p:grpSpPr>
        <p:sp>
          <p:nvSpPr>
            <p:cNvPr id="120" name="object 120"/>
            <p:cNvSpPr/>
            <p:nvPr/>
          </p:nvSpPr>
          <p:spPr>
            <a:xfrm>
              <a:off x="2557043" y="88823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557043" y="88823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2481182" y="840715"/>
            <a:ext cx="723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2569604" y="709874"/>
            <a:ext cx="1676400" cy="1249045"/>
            <a:chOff x="2569604" y="709874"/>
            <a:chExt cx="1676400" cy="1249045"/>
          </a:xfrm>
        </p:grpSpPr>
        <p:sp>
          <p:nvSpPr>
            <p:cNvPr id="124" name="object 124"/>
            <p:cNvSpPr/>
            <p:nvPr/>
          </p:nvSpPr>
          <p:spPr>
            <a:xfrm>
              <a:off x="2573414" y="1786770"/>
              <a:ext cx="1591310" cy="88265"/>
            </a:xfrm>
            <a:custGeom>
              <a:avLst/>
              <a:gdLst/>
              <a:ahLst/>
              <a:cxnLst/>
              <a:rect l="l" t="t" r="r" b="b"/>
              <a:pathLst>
                <a:path w="1591310" h="88264">
                  <a:moveTo>
                    <a:pt x="0" y="87854"/>
                  </a:moveTo>
                  <a:lnTo>
                    <a:pt x="57912" y="51638"/>
                  </a:lnTo>
                  <a:lnTo>
                    <a:pt x="98483" y="29622"/>
                  </a:lnTo>
                  <a:lnTo>
                    <a:pt x="142554" y="13903"/>
                  </a:lnTo>
                  <a:lnTo>
                    <a:pt x="189489" y="7932"/>
                  </a:lnTo>
                  <a:lnTo>
                    <a:pt x="210650" y="7603"/>
                  </a:lnTo>
                  <a:lnTo>
                    <a:pt x="253925" y="8314"/>
                  </a:lnTo>
                  <a:lnTo>
                    <a:pt x="298633" y="8406"/>
                  </a:lnTo>
                  <a:lnTo>
                    <a:pt x="341749" y="7477"/>
                  </a:lnTo>
                  <a:lnTo>
                    <a:pt x="408413" y="4921"/>
                  </a:lnTo>
                  <a:lnTo>
                    <a:pt x="489236" y="2109"/>
                  </a:lnTo>
                  <a:lnTo>
                    <a:pt x="557968" y="771"/>
                  </a:lnTo>
                  <a:lnTo>
                    <a:pt x="646428" y="165"/>
                  </a:lnTo>
                  <a:lnTo>
                    <a:pt x="849760" y="31"/>
                  </a:lnTo>
                  <a:lnTo>
                    <a:pt x="1590853" y="0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573414" y="1643211"/>
              <a:ext cx="1591310" cy="257175"/>
            </a:xfrm>
            <a:custGeom>
              <a:avLst/>
              <a:gdLst/>
              <a:ahLst/>
              <a:cxnLst/>
              <a:rect l="l" t="t" r="r" b="b"/>
              <a:pathLst>
                <a:path w="1591310" h="257175">
                  <a:moveTo>
                    <a:pt x="0" y="256705"/>
                  </a:moveTo>
                  <a:lnTo>
                    <a:pt x="37707" y="221619"/>
                  </a:lnTo>
                  <a:lnTo>
                    <a:pt x="60458" y="190442"/>
                  </a:lnTo>
                  <a:lnTo>
                    <a:pt x="92756" y="137121"/>
                  </a:lnTo>
                  <a:lnTo>
                    <a:pt x="122667" y="86371"/>
                  </a:lnTo>
                  <a:lnTo>
                    <a:pt x="147168" y="50504"/>
                  </a:lnTo>
                  <a:lnTo>
                    <a:pt x="175647" y="20793"/>
                  </a:lnTo>
                  <a:lnTo>
                    <a:pt x="210809" y="2924"/>
                  </a:lnTo>
                  <a:lnTo>
                    <a:pt x="243743" y="0"/>
                  </a:lnTo>
                  <a:lnTo>
                    <a:pt x="260448" y="972"/>
                  </a:lnTo>
                  <a:lnTo>
                    <a:pt x="283836" y="3446"/>
                  </a:lnTo>
                  <a:lnTo>
                    <a:pt x="338726" y="9826"/>
                  </a:lnTo>
                  <a:lnTo>
                    <a:pt x="364819" y="11465"/>
                  </a:lnTo>
                  <a:lnTo>
                    <a:pt x="391548" y="12101"/>
                  </a:lnTo>
                  <a:lnTo>
                    <a:pt x="424323" y="11727"/>
                  </a:lnTo>
                  <a:lnTo>
                    <a:pt x="469348" y="10138"/>
                  </a:lnTo>
                  <a:lnTo>
                    <a:pt x="572923" y="5894"/>
                  </a:lnTo>
                  <a:lnTo>
                    <a:pt x="633223" y="4564"/>
                  </a:lnTo>
                  <a:lnTo>
                    <a:pt x="716592" y="3846"/>
                  </a:lnTo>
                  <a:lnTo>
                    <a:pt x="913559" y="3714"/>
                  </a:lnTo>
                  <a:lnTo>
                    <a:pt x="1378135" y="3798"/>
                  </a:lnTo>
                  <a:lnTo>
                    <a:pt x="1501438" y="3968"/>
                  </a:lnTo>
                  <a:lnTo>
                    <a:pt x="1590853" y="3765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573414" y="768504"/>
              <a:ext cx="1591310" cy="1106170"/>
            </a:xfrm>
            <a:custGeom>
              <a:avLst/>
              <a:gdLst/>
              <a:ahLst/>
              <a:cxnLst/>
              <a:rect l="l" t="t" r="r" b="b"/>
              <a:pathLst>
                <a:path w="1591310" h="1106170">
                  <a:moveTo>
                    <a:pt x="0" y="1106120"/>
                  </a:moveTo>
                  <a:lnTo>
                    <a:pt x="37388" y="1077347"/>
                  </a:lnTo>
                  <a:lnTo>
                    <a:pt x="56003" y="1034504"/>
                  </a:lnTo>
                  <a:lnTo>
                    <a:pt x="70004" y="987041"/>
                  </a:lnTo>
                  <a:lnTo>
                    <a:pt x="86232" y="914994"/>
                  </a:lnTo>
                  <a:lnTo>
                    <a:pt x="95460" y="866357"/>
                  </a:lnTo>
                  <a:lnTo>
                    <a:pt x="105802" y="806069"/>
                  </a:lnTo>
                  <a:lnTo>
                    <a:pt x="118212" y="727207"/>
                  </a:lnTo>
                  <a:lnTo>
                    <a:pt x="136508" y="603316"/>
                  </a:lnTo>
                  <a:lnTo>
                    <a:pt x="161010" y="438726"/>
                  </a:lnTo>
                  <a:lnTo>
                    <a:pt x="174056" y="358352"/>
                  </a:lnTo>
                  <a:lnTo>
                    <a:pt x="185034" y="296969"/>
                  </a:lnTo>
                  <a:lnTo>
                    <a:pt x="194899" y="247499"/>
                  </a:lnTo>
                  <a:lnTo>
                    <a:pt x="203967" y="207119"/>
                  </a:lnTo>
                  <a:lnTo>
                    <a:pt x="220673" y="145865"/>
                  </a:lnTo>
                  <a:lnTo>
                    <a:pt x="236583" y="102063"/>
                  </a:lnTo>
                  <a:lnTo>
                    <a:pt x="259653" y="58520"/>
                  </a:lnTo>
                  <a:lnTo>
                    <a:pt x="288927" y="28804"/>
                  </a:lnTo>
                  <a:lnTo>
                    <a:pt x="325203" y="16806"/>
                  </a:lnTo>
                  <a:lnTo>
                    <a:pt x="355273" y="15181"/>
                  </a:lnTo>
                  <a:lnTo>
                    <a:pt x="374206" y="15718"/>
                  </a:lnTo>
                  <a:lnTo>
                    <a:pt x="412549" y="17444"/>
                  </a:lnTo>
                  <a:lnTo>
                    <a:pt x="442142" y="17731"/>
                  </a:lnTo>
                  <a:lnTo>
                    <a:pt x="468076" y="16958"/>
                  </a:lnTo>
                  <a:lnTo>
                    <a:pt x="497350" y="14924"/>
                  </a:lnTo>
                  <a:lnTo>
                    <a:pt x="637518" y="4151"/>
                  </a:lnTo>
                  <a:lnTo>
                    <a:pt x="677612" y="2597"/>
                  </a:lnTo>
                  <a:lnTo>
                    <a:pt x="751117" y="1046"/>
                  </a:lnTo>
                  <a:lnTo>
                    <a:pt x="899399" y="91"/>
                  </a:lnTo>
                  <a:lnTo>
                    <a:pt x="1036385" y="153"/>
                  </a:lnTo>
                  <a:lnTo>
                    <a:pt x="1110367" y="0"/>
                  </a:lnTo>
                  <a:lnTo>
                    <a:pt x="1331836" y="642"/>
                  </a:lnTo>
                  <a:lnTo>
                    <a:pt x="1448935" y="225"/>
                  </a:lnTo>
                  <a:lnTo>
                    <a:pt x="1538986" y="1108"/>
                  </a:lnTo>
                  <a:lnTo>
                    <a:pt x="1590853" y="600"/>
                  </a:lnTo>
                </a:path>
              </a:pathLst>
            </a:custGeom>
            <a:ln w="7016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573414" y="711779"/>
              <a:ext cx="1670685" cy="1245235"/>
            </a:xfrm>
            <a:custGeom>
              <a:avLst/>
              <a:gdLst/>
              <a:ahLst/>
              <a:cxnLst/>
              <a:rect l="l" t="t" r="r" b="b"/>
              <a:pathLst>
                <a:path w="1670685" h="1245235">
                  <a:moveTo>
                    <a:pt x="0" y="1244714"/>
                  </a:moveTo>
                  <a:lnTo>
                    <a:pt x="0" y="0"/>
                  </a:lnTo>
                </a:path>
                <a:path w="1670685" h="1245235">
                  <a:moveTo>
                    <a:pt x="1670396" y="1244714"/>
                  </a:moveTo>
                  <a:lnTo>
                    <a:pt x="1670396" y="0"/>
                  </a:lnTo>
                </a:path>
                <a:path w="1670685" h="1245235">
                  <a:moveTo>
                    <a:pt x="0" y="1244714"/>
                  </a:moveTo>
                  <a:lnTo>
                    <a:pt x="1670396" y="1244714"/>
                  </a:lnTo>
                </a:path>
                <a:path w="1670685" h="1245235">
                  <a:moveTo>
                    <a:pt x="0" y="0"/>
                  </a:moveTo>
                  <a:lnTo>
                    <a:pt x="1670396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3161036" y="607122"/>
            <a:ext cx="5080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50" i="1" spc="-45" dirty="0">
                <a:latin typeface="Arial"/>
                <a:cs typeface="Arial"/>
              </a:rPr>
              <a:t>P</a:t>
            </a:r>
            <a:r>
              <a:rPr sz="450" i="1" spc="-25" dirty="0">
                <a:latin typeface="Arial"/>
                <a:cs typeface="Arial"/>
              </a:rPr>
              <a:t> </a:t>
            </a:r>
            <a:r>
              <a:rPr sz="525" baseline="23809" dirty="0">
                <a:latin typeface="Arial"/>
                <a:cs typeface="Arial"/>
              </a:rPr>
              <a:t>*</a:t>
            </a:r>
            <a:r>
              <a:rPr sz="525" spc="209" baseline="23809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with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450" i="1" spc="-25" dirty="0">
                <a:latin typeface="Arial"/>
                <a:cs typeface="Arial"/>
              </a:rPr>
              <a:t>R</a:t>
            </a:r>
            <a:r>
              <a:rPr sz="450" i="1" spc="-30" dirty="0">
                <a:latin typeface="Arial"/>
                <a:cs typeface="Arial"/>
              </a:rPr>
              <a:t> </a:t>
            </a:r>
            <a:r>
              <a:rPr sz="500" spc="70" dirty="0">
                <a:latin typeface="Arial"/>
                <a:cs typeface="Arial"/>
              </a:rPr>
              <a:t>=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spc="-25" dirty="0">
                <a:latin typeface="Arial"/>
                <a:cs typeface="Arial"/>
              </a:rPr>
              <a:t>100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3974658" y="1198291"/>
            <a:ext cx="248920" cy="271780"/>
            <a:chOff x="3974658" y="1198291"/>
            <a:chExt cx="248920" cy="271780"/>
          </a:xfrm>
        </p:grpSpPr>
        <p:sp>
          <p:nvSpPr>
            <p:cNvPr id="130" name="object 130"/>
            <p:cNvSpPr/>
            <p:nvPr/>
          </p:nvSpPr>
          <p:spPr>
            <a:xfrm>
              <a:off x="3977198" y="1200831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240107" y="0"/>
                  </a:moveTo>
                  <a:lnTo>
                    <a:pt x="3118" y="0"/>
                  </a:lnTo>
                  <a:lnTo>
                    <a:pt x="0" y="3118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3118"/>
                  </a:lnTo>
                  <a:lnTo>
                    <a:pt x="240107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977198" y="1200831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9354" y="266612"/>
                  </a:moveTo>
                  <a:lnTo>
                    <a:pt x="233870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257257"/>
                  </a:lnTo>
                  <a:lnTo>
                    <a:pt x="243225" y="9354"/>
                  </a:lnTo>
                  <a:lnTo>
                    <a:pt x="243225" y="3118"/>
                  </a:lnTo>
                  <a:lnTo>
                    <a:pt x="240107" y="0"/>
                  </a:lnTo>
                  <a:lnTo>
                    <a:pt x="233870" y="0"/>
                  </a:lnTo>
                  <a:lnTo>
                    <a:pt x="9354" y="0"/>
                  </a:lnTo>
                  <a:lnTo>
                    <a:pt x="3118" y="0"/>
                  </a:lnTo>
                  <a:lnTo>
                    <a:pt x="0" y="3118"/>
                  </a:lnTo>
                  <a:lnTo>
                    <a:pt x="0" y="9354"/>
                  </a:lnTo>
                  <a:lnTo>
                    <a:pt x="0" y="257257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close/>
                </a:path>
              </a:pathLst>
            </a:custGeom>
            <a:ln w="4677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995908" y="1249944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79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995908" y="1334137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79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4101476" y="1180234"/>
            <a:ext cx="135255" cy="19875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54610" marR="30480" indent="-29845">
              <a:lnSpc>
                <a:spcPct val="73200"/>
              </a:lnSpc>
              <a:spcBef>
                <a:spcPts val="229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  <a:p>
            <a:pPr marL="54610" marR="30480" indent="-29845">
              <a:lnSpc>
                <a:spcPct val="732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3995908" y="1418330"/>
            <a:ext cx="93980" cy="0"/>
          </a:xfrm>
          <a:custGeom>
            <a:avLst/>
            <a:gdLst/>
            <a:ahLst/>
            <a:cxnLst/>
            <a:rect l="l" t="t" r="r" b="b"/>
            <a:pathLst>
              <a:path w="93979">
                <a:moveTo>
                  <a:pt x="0" y="0"/>
                </a:moveTo>
                <a:lnTo>
                  <a:pt x="46774" y="0"/>
                </a:lnTo>
                <a:lnTo>
                  <a:pt x="93548" y="0"/>
                </a:lnTo>
              </a:path>
            </a:pathLst>
          </a:custGeom>
          <a:ln w="7016">
            <a:solidFill>
              <a:srgbClr val="2BA02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4101476" y="1348621"/>
            <a:ext cx="1181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4156566" y="1393421"/>
            <a:ext cx="546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3522078" y="226539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endParaRPr sz="800">
              <a:latin typeface="Hack"/>
              <a:cs typeface="Hack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05587" y="2278340"/>
            <a:ext cx="37484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7F7F7F"/>
                </a:solidFill>
                <a:latin typeface="Arial"/>
                <a:cs typeface="Arial"/>
              </a:rPr>
              <a:t>Figure:</a:t>
            </a:r>
            <a:r>
              <a:rPr sz="1100" spc="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LQ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penalties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control.</a:t>
            </a:r>
            <a:r>
              <a:rPr sz="110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100" i="1" spc="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(0)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5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215442" y="2673591"/>
            <a:ext cx="4227195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larger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longer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transient</a:t>
            </a:r>
            <a:endParaRPr sz="1200">
              <a:latin typeface="Arial"/>
              <a:cs typeface="Arial"/>
            </a:endParaRPr>
          </a:p>
          <a:p>
            <a:pPr marL="230504" marR="30480" indent="-193040">
              <a:lnSpc>
                <a:spcPct val="100000"/>
              </a:lnSpc>
              <a:spcBef>
                <a:spcPts val="28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5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i.e.,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larger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penalty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yields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longer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settle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45" name="object 14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34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62519930-2F28-19E4-D918-B06C4ECCF733}"/>
                  </a:ext>
                </a:extLst>
              </p:cNvPr>
              <p:cNvSpPr txBox="1"/>
              <p:nvPr/>
            </p:nvSpPr>
            <p:spPr>
              <a:xfrm>
                <a:off x="3790517" y="2159145"/>
                <a:ext cx="673710" cy="421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62519930-2F28-19E4-D918-B06C4ECCF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517" y="2159145"/>
                <a:ext cx="673710" cy="42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9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5" dirty="0"/>
              <a:t>pure</a:t>
            </a:r>
            <a:r>
              <a:rPr spc="-15" dirty="0"/>
              <a:t> </a:t>
            </a:r>
            <a:r>
              <a:rPr spc="-45" dirty="0"/>
              <a:t>inertia</a:t>
            </a:r>
            <a:r>
              <a:rPr spc="-65" dirty="0"/>
              <a:t> </a:t>
            </a:r>
            <a:r>
              <a:rPr spc="-95" dirty="0"/>
              <a:t>system:</a:t>
            </a:r>
            <a:r>
              <a:rPr spc="75" dirty="0"/>
              <a:t> </a:t>
            </a:r>
            <a:r>
              <a:rPr spc="-105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170" y="663575"/>
            <a:ext cx="2069464" cy="1551940"/>
            <a:chOff x="198170" y="800058"/>
            <a:chExt cx="2069464" cy="1551940"/>
          </a:xfrm>
        </p:grpSpPr>
        <p:sp>
          <p:nvSpPr>
            <p:cNvPr id="4" name="object 4"/>
            <p:cNvSpPr/>
            <p:nvPr/>
          </p:nvSpPr>
          <p:spPr>
            <a:xfrm>
              <a:off x="198170" y="800058"/>
              <a:ext cx="2069464" cy="1551940"/>
            </a:xfrm>
            <a:custGeom>
              <a:avLst/>
              <a:gdLst/>
              <a:ahLst/>
              <a:cxnLst/>
              <a:rect l="l" t="t" r="r" b="b"/>
              <a:pathLst>
                <a:path w="2069464" h="1551939">
                  <a:moveTo>
                    <a:pt x="2069206" y="0"/>
                  </a:moveTo>
                  <a:lnTo>
                    <a:pt x="0" y="0"/>
                  </a:lnTo>
                  <a:lnTo>
                    <a:pt x="0" y="1551905"/>
                  </a:lnTo>
                  <a:lnTo>
                    <a:pt x="2069206" y="1551905"/>
                  </a:lnTo>
                  <a:lnTo>
                    <a:pt x="2069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21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821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2543" y="2047131"/>
            <a:ext cx="4127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5825" y="2042866"/>
            <a:ext cx="1340485" cy="19685"/>
            <a:chOff x="645825" y="2179349"/>
            <a:chExt cx="1340485" cy="19685"/>
          </a:xfrm>
        </p:grpSpPr>
        <p:sp>
          <p:nvSpPr>
            <p:cNvPr id="9" name="object 9"/>
            <p:cNvSpPr/>
            <p:nvPr/>
          </p:nvSpPr>
          <p:spPr>
            <a:xfrm>
              <a:off x="647730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7730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8639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8639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9548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9548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0457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20457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1366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11366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02275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02275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93184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93184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84093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84093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573718" y="2047131"/>
            <a:ext cx="45212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90500" algn="l"/>
                <a:tab pos="381635" algn="l"/>
              </a:tabLst>
            </a:pPr>
            <a:r>
              <a:rPr sz="400" spc="-25" dirty="0">
                <a:latin typeface="Arial"/>
                <a:cs typeface="Arial"/>
              </a:rPr>
              <a:t>30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35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3452" y="2047131"/>
            <a:ext cx="819785" cy="147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76530" algn="l"/>
                <a:tab pos="367030" algn="l"/>
                <a:tab pos="558165" algn="l"/>
                <a:tab pos="749300" algn="l"/>
              </a:tabLst>
            </a:pPr>
            <a:r>
              <a:rPr sz="400" spc="-50" dirty="0">
                <a:latin typeface="Arial"/>
                <a:cs typeface="Arial"/>
              </a:rPr>
              <a:t>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25</a:t>
            </a:r>
            <a:endParaRPr sz="400">
              <a:latin typeface="Arial"/>
              <a:cs typeface="Arial"/>
            </a:endParaRPr>
          </a:p>
          <a:p>
            <a:pPr marL="554990">
              <a:lnSpc>
                <a:spcPct val="100000"/>
              </a:lnSpc>
              <a:spcBef>
                <a:spcPts val="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39200" y="1745736"/>
            <a:ext cx="19685" cy="247015"/>
            <a:chOff x="439200" y="1882219"/>
            <a:chExt cx="19685" cy="247015"/>
          </a:xfrm>
        </p:grpSpPr>
        <p:sp>
          <p:nvSpPr>
            <p:cNvPr id="28" name="object 28"/>
            <p:cNvSpPr/>
            <p:nvPr/>
          </p:nvSpPr>
          <p:spPr>
            <a:xfrm>
              <a:off x="441105" y="2126937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1105" y="2126937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1105" y="1884124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1105" y="1884124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68275" y="1701518"/>
            <a:ext cx="69850" cy="328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35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39200" y="1502923"/>
            <a:ext cx="19685" cy="3810"/>
            <a:chOff x="439200" y="1639406"/>
            <a:chExt cx="19685" cy="3810"/>
          </a:xfrm>
        </p:grpSpPr>
        <p:sp>
          <p:nvSpPr>
            <p:cNvPr id="34" name="object 34"/>
            <p:cNvSpPr/>
            <p:nvPr/>
          </p:nvSpPr>
          <p:spPr>
            <a:xfrm>
              <a:off x="441105" y="1641311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1105" y="1641311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8275" y="1458705"/>
            <a:ext cx="698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20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39200" y="1017297"/>
            <a:ext cx="19685" cy="247015"/>
            <a:chOff x="439200" y="1153780"/>
            <a:chExt cx="19685" cy="247015"/>
          </a:xfrm>
        </p:grpSpPr>
        <p:sp>
          <p:nvSpPr>
            <p:cNvPr id="38" name="object 38"/>
            <p:cNvSpPr/>
            <p:nvPr/>
          </p:nvSpPr>
          <p:spPr>
            <a:xfrm>
              <a:off x="441105" y="1398498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1105" y="1398498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1105" y="1155685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1105" y="1155685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68275" y="973079"/>
            <a:ext cx="69850" cy="328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30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53329" y="847899"/>
            <a:ext cx="1609090" cy="1198880"/>
            <a:chOff x="453329" y="984382"/>
            <a:chExt cx="1609090" cy="1198880"/>
          </a:xfrm>
        </p:grpSpPr>
        <p:sp>
          <p:nvSpPr>
            <p:cNvPr id="44" name="object 44"/>
            <p:cNvSpPr/>
            <p:nvPr/>
          </p:nvSpPr>
          <p:spPr>
            <a:xfrm>
              <a:off x="456821" y="2018312"/>
              <a:ext cx="1527810" cy="84455"/>
            </a:xfrm>
            <a:custGeom>
              <a:avLst/>
              <a:gdLst/>
              <a:ahLst/>
              <a:cxnLst/>
              <a:rect l="l" t="t" r="r" b="b"/>
              <a:pathLst>
                <a:path w="1527810" h="84455">
                  <a:moveTo>
                    <a:pt x="0" y="84343"/>
                  </a:moveTo>
                  <a:lnTo>
                    <a:pt x="55598" y="49575"/>
                  </a:lnTo>
                  <a:lnTo>
                    <a:pt x="94547" y="28438"/>
                  </a:lnTo>
                  <a:lnTo>
                    <a:pt x="136857" y="13347"/>
                  </a:lnTo>
                  <a:lnTo>
                    <a:pt x="181916" y="7615"/>
                  </a:lnTo>
                  <a:lnTo>
                    <a:pt x="202230" y="7299"/>
                  </a:lnTo>
                  <a:lnTo>
                    <a:pt x="243776" y="7982"/>
                  </a:lnTo>
                  <a:lnTo>
                    <a:pt x="286697" y="8070"/>
                  </a:lnTo>
                  <a:lnTo>
                    <a:pt x="328090" y="7178"/>
                  </a:lnTo>
                  <a:lnTo>
                    <a:pt x="392089" y="4724"/>
                  </a:lnTo>
                  <a:lnTo>
                    <a:pt x="469682" y="2025"/>
                  </a:lnTo>
                  <a:lnTo>
                    <a:pt x="535667" y="741"/>
                  </a:lnTo>
                  <a:lnTo>
                    <a:pt x="620592" y="158"/>
                  </a:lnTo>
                  <a:lnTo>
                    <a:pt x="815797" y="29"/>
                  </a:lnTo>
                  <a:lnTo>
                    <a:pt x="1527271" y="0"/>
                  </a:lnTo>
                </a:path>
              </a:pathLst>
            </a:custGeom>
            <a:ln w="6735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6821" y="1880492"/>
              <a:ext cx="1527810" cy="247015"/>
            </a:xfrm>
            <a:custGeom>
              <a:avLst/>
              <a:gdLst/>
              <a:ahLst/>
              <a:cxnLst/>
              <a:rect l="l" t="t" r="r" b="b"/>
              <a:pathLst>
                <a:path w="1527810" h="247014">
                  <a:moveTo>
                    <a:pt x="0" y="246445"/>
                  </a:moveTo>
                  <a:lnTo>
                    <a:pt x="36199" y="212761"/>
                  </a:lnTo>
                  <a:lnTo>
                    <a:pt x="70872" y="162521"/>
                  </a:lnTo>
                  <a:lnTo>
                    <a:pt x="89048" y="131640"/>
                  </a:lnTo>
                  <a:lnTo>
                    <a:pt x="117764" y="82919"/>
                  </a:lnTo>
                  <a:lnTo>
                    <a:pt x="141286" y="48485"/>
                  </a:lnTo>
                  <a:lnTo>
                    <a:pt x="168627" y="19962"/>
                  </a:lnTo>
                  <a:lnTo>
                    <a:pt x="211395" y="1053"/>
                  </a:lnTo>
                  <a:lnTo>
                    <a:pt x="234001" y="0"/>
                  </a:lnTo>
                  <a:lnTo>
                    <a:pt x="250039" y="933"/>
                  </a:lnTo>
                  <a:lnTo>
                    <a:pt x="272492" y="3308"/>
                  </a:lnTo>
                  <a:lnTo>
                    <a:pt x="325188" y="9433"/>
                  </a:lnTo>
                  <a:lnTo>
                    <a:pt x="350238" y="11007"/>
                  </a:lnTo>
                  <a:lnTo>
                    <a:pt x="375899" y="11618"/>
                  </a:lnTo>
                  <a:lnTo>
                    <a:pt x="407364" y="11259"/>
                  </a:lnTo>
                  <a:lnTo>
                    <a:pt x="450590" y="9733"/>
                  </a:lnTo>
                  <a:lnTo>
                    <a:pt x="550025" y="5658"/>
                  </a:lnTo>
                  <a:lnTo>
                    <a:pt x="607914" y="4382"/>
                  </a:lnTo>
                  <a:lnTo>
                    <a:pt x="687951" y="3692"/>
                  </a:lnTo>
                  <a:lnTo>
                    <a:pt x="877047" y="3566"/>
                  </a:lnTo>
                  <a:lnTo>
                    <a:pt x="1323054" y="3647"/>
                  </a:lnTo>
                  <a:lnTo>
                    <a:pt x="1441430" y="3810"/>
                  </a:lnTo>
                  <a:lnTo>
                    <a:pt x="1527271" y="3614"/>
                  </a:lnTo>
                </a:path>
              </a:pathLst>
            </a:custGeom>
            <a:ln w="6735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6821" y="1040744"/>
              <a:ext cx="1527810" cy="1062355"/>
            </a:xfrm>
            <a:custGeom>
              <a:avLst/>
              <a:gdLst/>
              <a:ahLst/>
              <a:cxnLst/>
              <a:rect l="l" t="t" r="r" b="b"/>
              <a:pathLst>
                <a:path w="1527810" h="1062355">
                  <a:moveTo>
                    <a:pt x="0" y="1061911"/>
                  </a:moveTo>
                  <a:lnTo>
                    <a:pt x="35894" y="1034288"/>
                  </a:lnTo>
                  <a:lnTo>
                    <a:pt x="53765" y="993158"/>
                  </a:lnTo>
                  <a:lnTo>
                    <a:pt x="67206" y="947592"/>
                  </a:lnTo>
                  <a:lnTo>
                    <a:pt x="82786" y="878424"/>
                  </a:lnTo>
                  <a:lnTo>
                    <a:pt x="91645" y="831731"/>
                  </a:lnTo>
                  <a:lnTo>
                    <a:pt x="101573" y="773852"/>
                  </a:lnTo>
                  <a:lnTo>
                    <a:pt x="113487" y="698142"/>
                  </a:lnTo>
                  <a:lnTo>
                    <a:pt x="131053" y="579203"/>
                  </a:lnTo>
                  <a:lnTo>
                    <a:pt x="154575" y="421191"/>
                  </a:lnTo>
                  <a:lnTo>
                    <a:pt x="167100" y="344030"/>
                  </a:lnTo>
                  <a:lnTo>
                    <a:pt x="177639" y="285100"/>
                  </a:lnTo>
                  <a:lnTo>
                    <a:pt x="187109" y="237607"/>
                  </a:lnTo>
                  <a:lnTo>
                    <a:pt x="195815" y="198841"/>
                  </a:lnTo>
                  <a:lnTo>
                    <a:pt x="211853" y="140035"/>
                  </a:lnTo>
                  <a:lnTo>
                    <a:pt x="227128" y="97983"/>
                  </a:lnTo>
                  <a:lnTo>
                    <a:pt x="249275" y="56181"/>
                  </a:lnTo>
                  <a:lnTo>
                    <a:pt x="277380" y="27653"/>
                  </a:lnTo>
                  <a:lnTo>
                    <a:pt x="324883" y="14986"/>
                  </a:lnTo>
                  <a:lnTo>
                    <a:pt x="341073" y="14574"/>
                  </a:lnTo>
                  <a:lnTo>
                    <a:pt x="359250" y="15090"/>
                  </a:lnTo>
                  <a:lnTo>
                    <a:pt x="396061" y="16747"/>
                  </a:lnTo>
                  <a:lnTo>
                    <a:pt x="424471" y="17023"/>
                  </a:lnTo>
                  <a:lnTo>
                    <a:pt x="449368" y="16280"/>
                  </a:lnTo>
                  <a:lnTo>
                    <a:pt x="477472" y="14327"/>
                  </a:lnTo>
                  <a:lnTo>
                    <a:pt x="612038" y="3985"/>
                  </a:lnTo>
                  <a:lnTo>
                    <a:pt x="650530" y="2494"/>
                  </a:lnTo>
                  <a:lnTo>
                    <a:pt x="721097" y="1005"/>
                  </a:lnTo>
                  <a:lnTo>
                    <a:pt x="863452" y="87"/>
                  </a:lnTo>
                  <a:lnTo>
                    <a:pt x="994964" y="147"/>
                  </a:lnTo>
                  <a:lnTo>
                    <a:pt x="1065989" y="0"/>
                  </a:lnTo>
                  <a:lnTo>
                    <a:pt x="1278606" y="616"/>
                  </a:lnTo>
                  <a:lnTo>
                    <a:pt x="1391025" y="216"/>
                  </a:lnTo>
                  <a:lnTo>
                    <a:pt x="1477477" y="1063"/>
                  </a:lnTo>
                  <a:lnTo>
                    <a:pt x="1527271" y="576"/>
                  </a:lnTo>
                </a:path>
              </a:pathLst>
            </a:custGeom>
            <a:ln w="6735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6821" y="986287"/>
              <a:ext cx="1604010" cy="1195070"/>
            </a:xfrm>
            <a:custGeom>
              <a:avLst/>
              <a:gdLst/>
              <a:ahLst/>
              <a:cxnLst/>
              <a:rect l="l" t="t" r="r" b="b"/>
              <a:pathLst>
                <a:path w="1604010" h="1195070">
                  <a:moveTo>
                    <a:pt x="0" y="1194966"/>
                  </a:moveTo>
                  <a:lnTo>
                    <a:pt x="0" y="0"/>
                  </a:lnTo>
                </a:path>
                <a:path w="1604010" h="1195070">
                  <a:moveTo>
                    <a:pt x="1603635" y="1194966"/>
                  </a:moveTo>
                  <a:lnTo>
                    <a:pt x="1603635" y="0"/>
                  </a:lnTo>
                </a:path>
                <a:path w="1604010" h="1195070">
                  <a:moveTo>
                    <a:pt x="0" y="1194966"/>
                  </a:moveTo>
                  <a:lnTo>
                    <a:pt x="1603635" y="1194966"/>
                  </a:lnTo>
                </a:path>
                <a:path w="1604010" h="1195070">
                  <a:moveTo>
                    <a:pt x="0" y="0"/>
                  </a:moveTo>
                  <a:lnTo>
                    <a:pt x="1603635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019942" y="748822"/>
            <a:ext cx="49022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450" i="1" spc="-50" dirty="0">
                <a:latin typeface="Arial"/>
                <a:cs typeface="Arial"/>
              </a:rPr>
              <a:t>P</a:t>
            </a:r>
            <a:r>
              <a:rPr sz="450" i="1" spc="-20" dirty="0">
                <a:latin typeface="Arial"/>
                <a:cs typeface="Arial"/>
              </a:rPr>
              <a:t> </a:t>
            </a:r>
            <a:r>
              <a:rPr sz="450" baseline="27777" dirty="0">
                <a:latin typeface="Arial"/>
                <a:cs typeface="Arial"/>
              </a:rPr>
              <a:t>*</a:t>
            </a:r>
            <a:r>
              <a:rPr sz="450" spc="247" baseline="27777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with</a:t>
            </a:r>
            <a:r>
              <a:rPr sz="450" spc="35" dirty="0">
                <a:latin typeface="Arial"/>
                <a:cs typeface="Arial"/>
              </a:rPr>
              <a:t> </a:t>
            </a:r>
            <a:r>
              <a:rPr sz="450" i="1" spc="-35" dirty="0">
                <a:latin typeface="Arial"/>
                <a:cs typeface="Arial"/>
              </a:rPr>
              <a:t>R</a:t>
            </a:r>
            <a:r>
              <a:rPr sz="450" i="1" spc="-25" dirty="0">
                <a:latin typeface="Arial"/>
                <a:cs typeface="Arial"/>
              </a:rPr>
              <a:t> </a:t>
            </a:r>
            <a:r>
              <a:rPr sz="450" spc="85" dirty="0">
                <a:latin typeface="Arial"/>
                <a:cs typeface="Arial"/>
              </a:rPr>
              <a:t>=</a:t>
            </a:r>
            <a:r>
              <a:rPr sz="450" spc="-25" dirty="0">
                <a:latin typeface="Arial"/>
                <a:cs typeface="Arial"/>
              </a:rPr>
              <a:t> 100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801960" y="1316769"/>
            <a:ext cx="238760" cy="261620"/>
            <a:chOff x="1801960" y="1453252"/>
            <a:chExt cx="238760" cy="261620"/>
          </a:xfrm>
        </p:grpSpPr>
        <p:sp>
          <p:nvSpPr>
            <p:cNvPr id="50" name="object 50"/>
            <p:cNvSpPr/>
            <p:nvPr/>
          </p:nvSpPr>
          <p:spPr>
            <a:xfrm>
              <a:off x="1804500" y="1455792"/>
              <a:ext cx="233679" cy="256540"/>
            </a:xfrm>
            <a:custGeom>
              <a:avLst/>
              <a:gdLst/>
              <a:ahLst/>
              <a:cxnLst/>
              <a:rect l="l" t="t" r="r" b="b"/>
              <a:pathLst>
                <a:path w="233680" h="256539">
                  <a:moveTo>
                    <a:pt x="230510" y="0"/>
                  </a:moveTo>
                  <a:lnTo>
                    <a:pt x="2993" y="0"/>
                  </a:lnTo>
                  <a:lnTo>
                    <a:pt x="0" y="2993"/>
                  </a:lnTo>
                  <a:lnTo>
                    <a:pt x="0" y="252962"/>
                  </a:lnTo>
                  <a:lnTo>
                    <a:pt x="2993" y="255956"/>
                  </a:lnTo>
                  <a:lnTo>
                    <a:pt x="8980" y="255956"/>
                  </a:lnTo>
                  <a:lnTo>
                    <a:pt x="230510" y="255956"/>
                  </a:lnTo>
                  <a:lnTo>
                    <a:pt x="233504" y="252962"/>
                  </a:lnTo>
                  <a:lnTo>
                    <a:pt x="233504" y="2993"/>
                  </a:lnTo>
                  <a:lnTo>
                    <a:pt x="23051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04500" y="1455792"/>
              <a:ext cx="233679" cy="256540"/>
            </a:xfrm>
            <a:custGeom>
              <a:avLst/>
              <a:gdLst/>
              <a:ahLst/>
              <a:cxnLst/>
              <a:rect l="l" t="t" r="r" b="b"/>
              <a:pathLst>
                <a:path w="233680" h="256539">
                  <a:moveTo>
                    <a:pt x="8980" y="255956"/>
                  </a:moveTo>
                  <a:lnTo>
                    <a:pt x="224523" y="255956"/>
                  </a:lnTo>
                  <a:lnTo>
                    <a:pt x="230510" y="255956"/>
                  </a:lnTo>
                  <a:lnTo>
                    <a:pt x="233504" y="252962"/>
                  </a:lnTo>
                  <a:lnTo>
                    <a:pt x="233504" y="246975"/>
                  </a:lnTo>
                  <a:lnTo>
                    <a:pt x="233504" y="8980"/>
                  </a:lnTo>
                  <a:lnTo>
                    <a:pt x="233504" y="2993"/>
                  </a:lnTo>
                  <a:lnTo>
                    <a:pt x="230510" y="0"/>
                  </a:lnTo>
                  <a:lnTo>
                    <a:pt x="224523" y="0"/>
                  </a:lnTo>
                  <a:lnTo>
                    <a:pt x="8980" y="0"/>
                  </a:lnTo>
                  <a:lnTo>
                    <a:pt x="2993" y="0"/>
                  </a:lnTo>
                  <a:lnTo>
                    <a:pt x="0" y="2993"/>
                  </a:lnTo>
                  <a:lnTo>
                    <a:pt x="0" y="8980"/>
                  </a:lnTo>
                  <a:lnTo>
                    <a:pt x="0" y="246975"/>
                  </a:lnTo>
                  <a:lnTo>
                    <a:pt x="0" y="252962"/>
                  </a:lnTo>
                  <a:lnTo>
                    <a:pt x="2993" y="255956"/>
                  </a:lnTo>
                  <a:lnTo>
                    <a:pt x="8980" y="255956"/>
                  </a:lnTo>
                  <a:close/>
                </a:path>
              </a:pathLst>
            </a:custGeom>
            <a:ln w="449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822462" y="1502942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69">
                  <a:moveTo>
                    <a:pt x="0" y="0"/>
                  </a:moveTo>
                  <a:lnTo>
                    <a:pt x="44904" y="0"/>
                  </a:lnTo>
                  <a:lnTo>
                    <a:pt x="89809" y="0"/>
                  </a:lnTo>
                </a:path>
              </a:pathLst>
            </a:custGeom>
            <a:ln w="6735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22462" y="1583770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69">
                  <a:moveTo>
                    <a:pt x="0" y="0"/>
                  </a:moveTo>
                  <a:lnTo>
                    <a:pt x="44904" y="0"/>
                  </a:lnTo>
                  <a:lnTo>
                    <a:pt x="89809" y="0"/>
                  </a:lnTo>
                </a:path>
              </a:pathLst>
            </a:custGeom>
            <a:ln w="6735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922795" y="1299028"/>
            <a:ext cx="132080" cy="1917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3340" marR="30480" indent="-28575">
              <a:lnSpc>
                <a:spcPct val="72500"/>
              </a:lnSpc>
              <a:spcBef>
                <a:spcPts val="250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  <a:p>
            <a:pPr marL="53340" marR="30480" indent="-28575">
              <a:lnSpc>
                <a:spcPct val="72500"/>
              </a:lnSpc>
              <a:spcBef>
                <a:spcPts val="120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822462" y="1528116"/>
            <a:ext cx="90170" cy="0"/>
          </a:xfrm>
          <a:custGeom>
            <a:avLst/>
            <a:gdLst/>
            <a:ahLst/>
            <a:cxnLst/>
            <a:rect l="l" t="t" r="r" b="b"/>
            <a:pathLst>
              <a:path w="90169">
                <a:moveTo>
                  <a:pt x="0" y="0"/>
                </a:moveTo>
                <a:lnTo>
                  <a:pt x="44904" y="0"/>
                </a:lnTo>
                <a:lnTo>
                  <a:pt x="89809" y="0"/>
                </a:lnTo>
              </a:path>
            </a:pathLst>
          </a:custGeom>
          <a:ln w="6735">
            <a:solidFill>
              <a:srgbClr val="2BA02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922795" y="1460685"/>
            <a:ext cx="116205" cy="8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976699" y="1503695"/>
            <a:ext cx="5270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415946" y="663575"/>
            <a:ext cx="2069464" cy="1551940"/>
            <a:chOff x="2415946" y="800058"/>
            <a:chExt cx="2069464" cy="1551940"/>
          </a:xfrm>
        </p:grpSpPr>
        <p:sp>
          <p:nvSpPr>
            <p:cNvPr id="61" name="object 61"/>
            <p:cNvSpPr/>
            <p:nvPr/>
          </p:nvSpPr>
          <p:spPr>
            <a:xfrm>
              <a:off x="2415946" y="800058"/>
              <a:ext cx="2069464" cy="1551940"/>
            </a:xfrm>
            <a:custGeom>
              <a:avLst/>
              <a:gdLst/>
              <a:ahLst/>
              <a:cxnLst/>
              <a:rect l="l" t="t" r="r" b="b"/>
              <a:pathLst>
                <a:path w="2069464" h="1551939">
                  <a:moveTo>
                    <a:pt x="2069206" y="0"/>
                  </a:moveTo>
                  <a:lnTo>
                    <a:pt x="0" y="0"/>
                  </a:lnTo>
                  <a:lnTo>
                    <a:pt x="0" y="1551905"/>
                  </a:lnTo>
                  <a:lnTo>
                    <a:pt x="2069206" y="1551905"/>
                  </a:lnTo>
                  <a:lnTo>
                    <a:pt x="2069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674597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674597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660319" y="2047131"/>
            <a:ext cx="4127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863601" y="2042866"/>
            <a:ext cx="1340485" cy="19685"/>
            <a:chOff x="2863601" y="2179349"/>
            <a:chExt cx="1340485" cy="19685"/>
          </a:xfrm>
        </p:grpSpPr>
        <p:sp>
          <p:nvSpPr>
            <p:cNvPr id="66" name="object 66"/>
            <p:cNvSpPr/>
            <p:nvPr/>
          </p:nvSpPr>
          <p:spPr>
            <a:xfrm>
              <a:off x="2865506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865506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056415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056415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247324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247324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438233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438233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629141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629141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20050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820050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010959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010959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201868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201868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4173312" y="2047131"/>
            <a:ext cx="698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851227" y="2047131"/>
            <a:ext cx="1201420" cy="147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76530" algn="l"/>
                <a:tab pos="367030" algn="l"/>
                <a:tab pos="558165" algn="l"/>
                <a:tab pos="749300" algn="l"/>
                <a:tab pos="939800" algn="l"/>
                <a:tab pos="1130935" algn="l"/>
              </a:tabLst>
            </a:pPr>
            <a:r>
              <a:rPr sz="400" spc="-50" dirty="0">
                <a:latin typeface="Arial"/>
                <a:cs typeface="Arial"/>
              </a:rPr>
              <a:t>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30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35</a:t>
            </a:r>
            <a:endParaRPr sz="400">
              <a:latin typeface="Arial"/>
              <a:cs typeface="Arial"/>
            </a:endParaRPr>
          </a:p>
          <a:p>
            <a:pPr marL="554990">
              <a:lnSpc>
                <a:spcPct val="100000"/>
              </a:lnSpc>
              <a:spcBef>
                <a:spcPts val="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2656975" y="1172531"/>
            <a:ext cx="19685" cy="820419"/>
            <a:chOff x="2656975" y="1309014"/>
            <a:chExt cx="19685" cy="820419"/>
          </a:xfrm>
        </p:grpSpPr>
        <p:sp>
          <p:nvSpPr>
            <p:cNvPr id="85" name="object 85"/>
            <p:cNvSpPr/>
            <p:nvPr/>
          </p:nvSpPr>
          <p:spPr>
            <a:xfrm>
              <a:off x="2658880" y="2126937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658880" y="2126937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658880" y="1963734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658880" y="1963734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658880" y="1800530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658880" y="1800530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658880" y="1637326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658880" y="1637326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658880" y="1474123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658880" y="1474123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658880" y="131091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658880" y="131091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2586050" y="1128313"/>
            <a:ext cx="69850" cy="902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50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30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20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">
              <a:latin typeface="Arial"/>
              <a:cs typeface="Arial"/>
            </a:endParaRPr>
          </a:p>
          <a:p>
            <a:pPr marL="27940">
              <a:lnSpc>
                <a:spcPct val="100000"/>
              </a:lnSpc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656975" y="1009327"/>
            <a:ext cx="19685" cy="3810"/>
            <a:chOff x="2656975" y="1145810"/>
            <a:chExt cx="19685" cy="3810"/>
          </a:xfrm>
        </p:grpSpPr>
        <p:sp>
          <p:nvSpPr>
            <p:cNvPr id="99" name="object 99"/>
            <p:cNvSpPr/>
            <p:nvPr/>
          </p:nvSpPr>
          <p:spPr>
            <a:xfrm>
              <a:off x="2658880" y="1147715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658880" y="1147715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2586050" y="965109"/>
            <a:ext cx="698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60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2671104" y="847899"/>
            <a:ext cx="1609090" cy="1198880"/>
            <a:chOff x="2671104" y="984382"/>
            <a:chExt cx="1609090" cy="1198880"/>
          </a:xfrm>
        </p:grpSpPr>
        <p:sp>
          <p:nvSpPr>
            <p:cNvPr id="103" name="object 103"/>
            <p:cNvSpPr/>
            <p:nvPr/>
          </p:nvSpPr>
          <p:spPr>
            <a:xfrm>
              <a:off x="2674597" y="1795194"/>
              <a:ext cx="1527810" cy="264160"/>
            </a:xfrm>
            <a:custGeom>
              <a:avLst/>
              <a:gdLst/>
              <a:ahLst/>
              <a:cxnLst/>
              <a:rect l="l" t="t" r="r" b="b"/>
              <a:pathLst>
                <a:path w="1527810" h="264160">
                  <a:moveTo>
                    <a:pt x="0" y="5335"/>
                  </a:moveTo>
                  <a:lnTo>
                    <a:pt x="11150" y="1107"/>
                  </a:lnTo>
                  <a:lnTo>
                    <a:pt x="16954" y="0"/>
                  </a:lnTo>
                  <a:lnTo>
                    <a:pt x="21842" y="78"/>
                  </a:lnTo>
                  <a:lnTo>
                    <a:pt x="49794" y="27543"/>
                  </a:lnTo>
                  <a:lnTo>
                    <a:pt x="73774" y="84011"/>
                  </a:lnTo>
                  <a:lnTo>
                    <a:pt x="94853" y="139537"/>
                  </a:lnTo>
                  <a:lnTo>
                    <a:pt x="104170" y="160787"/>
                  </a:lnTo>
                  <a:lnTo>
                    <a:pt x="129525" y="205571"/>
                  </a:lnTo>
                  <a:lnTo>
                    <a:pt x="162517" y="238815"/>
                  </a:lnTo>
                  <a:lnTo>
                    <a:pt x="203147" y="256822"/>
                  </a:lnTo>
                  <a:lnTo>
                    <a:pt x="247748" y="263062"/>
                  </a:lnTo>
                  <a:lnTo>
                    <a:pt x="268368" y="263729"/>
                  </a:lnTo>
                  <a:lnTo>
                    <a:pt x="295862" y="263558"/>
                  </a:lnTo>
                  <a:lnTo>
                    <a:pt x="342295" y="262116"/>
                  </a:lnTo>
                  <a:lnTo>
                    <a:pt x="426151" y="259575"/>
                  </a:lnTo>
                  <a:lnTo>
                    <a:pt x="494274" y="258714"/>
                  </a:lnTo>
                  <a:lnTo>
                    <a:pt x="588822" y="258602"/>
                  </a:lnTo>
                  <a:lnTo>
                    <a:pt x="1527271" y="258721"/>
                  </a:lnTo>
                </a:path>
              </a:pathLst>
            </a:custGeom>
            <a:ln w="6735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674597" y="1684274"/>
              <a:ext cx="1527810" cy="443230"/>
            </a:xfrm>
            <a:custGeom>
              <a:avLst/>
              <a:gdLst/>
              <a:ahLst/>
              <a:cxnLst/>
              <a:rect l="l" t="t" r="r" b="b"/>
              <a:pathLst>
                <a:path w="1527810" h="443230">
                  <a:moveTo>
                    <a:pt x="0" y="442662"/>
                  </a:moveTo>
                  <a:lnTo>
                    <a:pt x="29021" y="198833"/>
                  </a:lnTo>
                  <a:lnTo>
                    <a:pt x="37574" y="136084"/>
                  </a:lnTo>
                  <a:lnTo>
                    <a:pt x="44448" y="92653"/>
                  </a:lnTo>
                  <a:lnTo>
                    <a:pt x="55598" y="38873"/>
                  </a:lnTo>
                  <a:lnTo>
                    <a:pt x="70872" y="2601"/>
                  </a:lnTo>
                  <a:lnTo>
                    <a:pt x="76218" y="0"/>
                  </a:lnTo>
                  <a:lnTo>
                    <a:pt x="78815" y="391"/>
                  </a:lnTo>
                  <a:lnTo>
                    <a:pt x="106308" y="45684"/>
                  </a:lnTo>
                  <a:lnTo>
                    <a:pt x="118069" y="75854"/>
                  </a:lnTo>
                  <a:lnTo>
                    <a:pt x="136857" y="123762"/>
                  </a:lnTo>
                  <a:lnTo>
                    <a:pt x="158699" y="171444"/>
                  </a:lnTo>
                  <a:lnTo>
                    <a:pt x="187109" y="217561"/>
                  </a:lnTo>
                  <a:lnTo>
                    <a:pt x="215672" y="248242"/>
                  </a:lnTo>
                  <a:lnTo>
                    <a:pt x="257523" y="273385"/>
                  </a:lnTo>
                  <a:lnTo>
                    <a:pt x="295862" y="283338"/>
                  </a:lnTo>
                  <a:lnTo>
                    <a:pt x="349627" y="286517"/>
                  </a:lnTo>
                  <a:lnTo>
                    <a:pt x="378343" y="285748"/>
                  </a:lnTo>
                  <a:lnTo>
                    <a:pt x="431955" y="283118"/>
                  </a:lnTo>
                  <a:lnTo>
                    <a:pt x="488623" y="280754"/>
                  </a:lnTo>
                  <a:lnTo>
                    <a:pt x="540402" y="279639"/>
                  </a:lnTo>
                  <a:lnTo>
                    <a:pt x="621661" y="279149"/>
                  </a:lnTo>
                  <a:lnTo>
                    <a:pt x="777153" y="279389"/>
                  </a:lnTo>
                  <a:lnTo>
                    <a:pt x="1050104" y="279369"/>
                  </a:lnTo>
                  <a:lnTo>
                    <a:pt x="1311599" y="279526"/>
                  </a:lnTo>
                  <a:lnTo>
                    <a:pt x="1527271" y="279340"/>
                  </a:lnTo>
                </a:path>
              </a:pathLst>
            </a:custGeom>
            <a:ln w="6735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674597" y="1040610"/>
              <a:ext cx="1527810" cy="1054100"/>
            </a:xfrm>
            <a:custGeom>
              <a:avLst/>
              <a:gdLst/>
              <a:ahLst/>
              <a:cxnLst/>
              <a:rect l="l" t="t" r="r" b="b"/>
              <a:pathLst>
                <a:path w="1527810" h="1054100">
                  <a:moveTo>
                    <a:pt x="0" y="1053686"/>
                  </a:moveTo>
                  <a:lnTo>
                    <a:pt x="13899" y="1010866"/>
                  </a:lnTo>
                  <a:lnTo>
                    <a:pt x="22147" y="945819"/>
                  </a:lnTo>
                  <a:lnTo>
                    <a:pt x="27188" y="892875"/>
                  </a:lnTo>
                  <a:lnTo>
                    <a:pt x="33145" y="819057"/>
                  </a:lnTo>
                  <a:lnTo>
                    <a:pt x="40629" y="712774"/>
                  </a:lnTo>
                  <a:lnTo>
                    <a:pt x="55903" y="477276"/>
                  </a:lnTo>
                  <a:lnTo>
                    <a:pt x="66290" y="325961"/>
                  </a:lnTo>
                  <a:lnTo>
                    <a:pt x="73469" y="235248"/>
                  </a:lnTo>
                  <a:lnTo>
                    <a:pt x="79426" y="171962"/>
                  </a:lnTo>
                  <a:lnTo>
                    <a:pt x="85077" y="122077"/>
                  </a:lnTo>
                  <a:lnTo>
                    <a:pt x="95158" y="56423"/>
                  </a:lnTo>
                  <a:lnTo>
                    <a:pt x="107530" y="12346"/>
                  </a:lnTo>
                  <a:lnTo>
                    <a:pt x="119597" y="0"/>
                  </a:lnTo>
                  <a:lnTo>
                    <a:pt x="122346" y="393"/>
                  </a:lnTo>
                  <a:lnTo>
                    <a:pt x="149993" y="42150"/>
                  </a:lnTo>
                  <a:lnTo>
                    <a:pt x="181916" y="125311"/>
                  </a:lnTo>
                  <a:lnTo>
                    <a:pt x="199176" y="169112"/>
                  </a:lnTo>
                  <a:lnTo>
                    <a:pt x="224531" y="226526"/>
                  </a:lnTo>
                  <a:lnTo>
                    <a:pt x="246526" y="267115"/>
                  </a:lnTo>
                  <a:lnTo>
                    <a:pt x="277227" y="309648"/>
                  </a:lnTo>
                  <a:lnTo>
                    <a:pt x="307928" y="338012"/>
                  </a:lnTo>
                  <a:lnTo>
                    <a:pt x="350238" y="359074"/>
                  </a:lnTo>
                  <a:lnTo>
                    <a:pt x="390562" y="366335"/>
                  </a:lnTo>
                  <a:lnTo>
                    <a:pt x="406294" y="367079"/>
                  </a:lnTo>
                  <a:lnTo>
                    <a:pt x="424165" y="366868"/>
                  </a:lnTo>
                  <a:lnTo>
                    <a:pt x="449673" y="365478"/>
                  </a:lnTo>
                  <a:lnTo>
                    <a:pt x="568660" y="357912"/>
                  </a:lnTo>
                  <a:lnTo>
                    <a:pt x="614635" y="356615"/>
                  </a:lnTo>
                  <a:lnTo>
                    <a:pt x="668859" y="356100"/>
                  </a:lnTo>
                  <a:lnTo>
                    <a:pt x="961971" y="356385"/>
                  </a:lnTo>
                  <a:lnTo>
                    <a:pt x="1055144" y="356096"/>
                  </a:lnTo>
                  <a:lnTo>
                    <a:pt x="1122656" y="356419"/>
                  </a:lnTo>
                  <a:lnTo>
                    <a:pt x="1209720" y="356904"/>
                  </a:lnTo>
                  <a:lnTo>
                    <a:pt x="1315570" y="356159"/>
                  </a:lnTo>
                  <a:lnTo>
                    <a:pt x="1436848" y="357054"/>
                  </a:lnTo>
                  <a:lnTo>
                    <a:pt x="1508637" y="356338"/>
                  </a:lnTo>
                  <a:lnTo>
                    <a:pt x="1527271" y="356278"/>
                  </a:lnTo>
                </a:path>
              </a:pathLst>
            </a:custGeom>
            <a:ln w="6735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674597" y="986287"/>
              <a:ext cx="1604010" cy="1195070"/>
            </a:xfrm>
            <a:custGeom>
              <a:avLst/>
              <a:gdLst/>
              <a:ahLst/>
              <a:cxnLst/>
              <a:rect l="l" t="t" r="r" b="b"/>
              <a:pathLst>
                <a:path w="1604010" h="1195070">
                  <a:moveTo>
                    <a:pt x="0" y="1194966"/>
                  </a:moveTo>
                  <a:lnTo>
                    <a:pt x="0" y="0"/>
                  </a:lnTo>
                </a:path>
                <a:path w="1604010" h="1195070">
                  <a:moveTo>
                    <a:pt x="1603635" y="1194966"/>
                  </a:moveTo>
                  <a:lnTo>
                    <a:pt x="1603635" y="0"/>
                  </a:lnTo>
                </a:path>
                <a:path w="1604010" h="1195070">
                  <a:moveTo>
                    <a:pt x="0" y="1194966"/>
                  </a:moveTo>
                  <a:lnTo>
                    <a:pt x="1603635" y="1194966"/>
                  </a:lnTo>
                </a:path>
                <a:path w="1604010" h="1195070">
                  <a:moveTo>
                    <a:pt x="0" y="0"/>
                  </a:moveTo>
                  <a:lnTo>
                    <a:pt x="1603635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2862763" y="748822"/>
            <a:ext cx="1236345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450" i="1" spc="-50" dirty="0">
                <a:latin typeface="Arial"/>
                <a:cs typeface="Arial"/>
              </a:rPr>
              <a:t>P</a:t>
            </a:r>
            <a:r>
              <a:rPr sz="450" i="1" spc="-10" dirty="0">
                <a:latin typeface="Arial"/>
                <a:cs typeface="Arial"/>
              </a:rPr>
              <a:t> </a:t>
            </a:r>
            <a:r>
              <a:rPr sz="450" baseline="27777" dirty="0">
                <a:latin typeface="Arial"/>
                <a:cs typeface="Arial"/>
              </a:rPr>
              <a:t>*</a:t>
            </a:r>
            <a:r>
              <a:rPr sz="450" spc="300" baseline="27777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with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i="1" spc="-35" dirty="0">
                <a:latin typeface="Arial"/>
                <a:cs typeface="Arial"/>
              </a:rPr>
              <a:t>R</a:t>
            </a:r>
            <a:r>
              <a:rPr sz="450" i="1" spc="-15" dirty="0">
                <a:latin typeface="Arial"/>
                <a:cs typeface="Arial"/>
              </a:rPr>
              <a:t> </a:t>
            </a:r>
            <a:r>
              <a:rPr sz="450" spc="85" dirty="0">
                <a:latin typeface="Arial"/>
                <a:cs typeface="Arial"/>
              </a:rPr>
              <a:t>=</a:t>
            </a:r>
            <a:r>
              <a:rPr sz="450" spc="-1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100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and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a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different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initial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spc="-20" dirty="0">
                <a:latin typeface="Arial"/>
                <a:cs typeface="Arial"/>
              </a:rPr>
              <a:t>value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4019736" y="869716"/>
            <a:ext cx="238760" cy="261620"/>
            <a:chOff x="4019736" y="1006199"/>
            <a:chExt cx="238760" cy="261620"/>
          </a:xfrm>
        </p:grpSpPr>
        <p:sp>
          <p:nvSpPr>
            <p:cNvPr id="109" name="object 109"/>
            <p:cNvSpPr/>
            <p:nvPr/>
          </p:nvSpPr>
          <p:spPr>
            <a:xfrm>
              <a:off x="4022276" y="1008739"/>
              <a:ext cx="233679" cy="256540"/>
            </a:xfrm>
            <a:custGeom>
              <a:avLst/>
              <a:gdLst/>
              <a:ahLst/>
              <a:cxnLst/>
              <a:rect l="l" t="t" r="r" b="b"/>
              <a:pathLst>
                <a:path w="233679" h="256540">
                  <a:moveTo>
                    <a:pt x="230510" y="0"/>
                  </a:moveTo>
                  <a:lnTo>
                    <a:pt x="2993" y="0"/>
                  </a:lnTo>
                  <a:lnTo>
                    <a:pt x="0" y="2993"/>
                  </a:lnTo>
                  <a:lnTo>
                    <a:pt x="0" y="252962"/>
                  </a:lnTo>
                  <a:lnTo>
                    <a:pt x="2993" y="255956"/>
                  </a:lnTo>
                  <a:lnTo>
                    <a:pt x="8980" y="255956"/>
                  </a:lnTo>
                  <a:lnTo>
                    <a:pt x="230510" y="255956"/>
                  </a:lnTo>
                  <a:lnTo>
                    <a:pt x="233504" y="252962"/>
                  </a:lnTo>
                  <a:lnTo>
                    <a:pt x="233504" y="2993"/>
                  </a:lnTo>
                  <a:lnTo>
                    <a:pt x="23051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022276" y="1008739"/>
              <a:ext cx="233679" cy="256540"/>
            </a:xfrm>
            <a:custGeom>
              <a:avLst/>
              <a:gdLst/>
              <a:ahLst/>
              <a:cxnLst/>
              <a:rect l="l" t="t" r="r" b="b"/>
              <a:pathLst>
                <a:path w="233679" h="256540">
                  <a:moveTo>
                    <a:pt x="8980" y="255956"/>
                  </a:moveTo>
                  <a:lnTo>
                    <a:pt x="224523" y="255956"/>
                  </a:lnTo>
                  <a:lnTo>
                    <a:pt x="230510" y="255956"/>
                  </a:lnTo>
                  <a:lnTo>
                    <a:pt x="233504" y="252962"/>
                  </a:lnTo>
                  <a:lnTo>
                    <a:pt x="233504" y="246975"/>
                  </a:lnTo>
                  <a:lnTo>
                    <a:pt x="233504" y="8980"/>
                  </a:lnTo>
                  <a:lnTo>
                    <a:pt x="233504" y="2993"/>
                  </a:lnTo>
                  <a:lnTo>
                    <a:pt x="230510" y="0"/>
                  </a:lnTo>
                  <a:lnTo>
                    <a:pt x="224523" y="0"/>
                  </a:lnTo>
                  <a:lnTo>
                    <a:pt x="8980" y="0"/>
                  </a:lnTo>
                  <a:lnTo>
                    <a:pt x="2993" y="0"/>
                  </a:lnTo>
                  <a:lnTo>
                    <a:pt x="0" y="2993"/>
                  </a:lnTo>
                  <a:lnTo>
                    <a:pt x="0" y="8980"/>
                  </a:lnTo>
                  <a:lnTo>
                    <a:pt x="0" y="246975"/>
                  </a:lnTo>
                  <a:lnTo>
                    <a:pt x="0" y="252962"/>
                  </a:lnTo>
                  <a:lnTo>
                    <a:pt x="2993" y="255956"/>
                  </a:lnTo>
                  <a:lnTo>
                    <a:pt x="8980" y="255956"/>
                  </a:lnTo>
                  <a:close/>
                </a:path>
              </a:pathLst>
            </a:custGeom>
            <a:ln w="449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040237" y="1055889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70">
                  <a:moveTo>
                    <a:pt x="0" y="0"/>
                  </a:moveTo>
                  <a:lnTo>
                    <a:pt x="44904" y="0"/>
                  </a:lnTo>
                  <a:lnTo>
                    <a:pt x="89809" y="0"/>
                  </a:lnTo>
                </a:path>
              </a:pathLst>
            </a:custGeom>
            <a:ln w="6735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4140570" y="851976"/>
            <a:ext cx="132080" cy="11112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3340" marR="30480" indent="-28575">
              <a:lnSpc>
                <a:spcPct val="72500"/>
              </a:lnSpc>
              <a:spcBef>
                <a:spcPts val="250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4040237" y="996867"/>
            <a:ext cx="90170" cy="87630"/>
            <a:chOff x="4040237" y="1133350"/>
            <a:chExt cx="90170" cy="87630"/>
          </a:xfrm>
        </p:grpSpPr>
        <p:sp>
          <p:nvSpPr>
            <p:cNvPr id="114" name="object 114"/>
            <p:cNvSpPr/>
            <p:nvPr/>
          </p:nvSpPr>
          <p:spPr>
            <a:xfrm>
              <a:off x="4040237" y="1136718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70">
                  <a:moveTo>
                    <a:pt x="0" y="0"/>
                  </a:moveTo>
                  <a:lnTo>
                    <a:pt x="44904" y="0"/>
                  </a:lnTo>
                  <a:lnTo>
                    <a:pt x="89809" y="0"/>
                  </a:lnTo>
                </a:path>
              </a:pathLst>
            </a:custGeom>
            <a:ln w="6735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040237" y="1217546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70">
                  <a:moveTo>
                    <a:pt x="0" y="0"/>
                  </a:moveTo>
                  <a:lnTo>
                    <a:pt x="44904" y="0"/>
                  </a:lnTo>
                  <a:lnTo>
                    <a:pt x="89809" y="0"/>
                  </a:lnTo>
                </a:path>
              </a:pathLst>
            </a:custGeom>
            <a:ln w="6735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4140570" y="932804"/>
            <a:ext cx="132080" cy="1917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53340" marR="30480" indent="-28575">
              <a:lnSpc>
                <a:spcPct val="72500"/>
              </a:lnSpc>
              <a:spcBef>
                <a:spcPts val="250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  <a:p>
            <a:pPr marL="53340" marR="30480" indent="-28575">
              <a:lnSpc>
                <a:spcPct val="72500"/>
              </a:lnSpc>
              <a:spcBef>
                <a:spcPts val="120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r>
              <a:rPr sz="250" spc="500" dirty="0">
                <a:latin typeface="Arial"/>
                <a:cs typeface="Arial"/>
              </a:rPr>
              <a:t> </a:t>
            </a: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993051" y="2302376"/>
            <a:ext cx="2265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00910" algn="l"/>
              </a:tabLst>
            </a:pPr>
            <a:r>
              <a:rPr sz="700" i="1" spc="-50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700" i="1" dirty="0">
                <a:solidFill>
                  <a:srgbClr val="FFFFFF"/>
                </a:solidFill>
                <a:latin typeface="Hack"/>
                <a:cs typeface="Hack"/>
              </a:rPr>
              <a:t>	</a:t>
            </a:r>
            <a:r>
              <a:rPr sz="700" i="1" spc="-50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endParaRPr sz="700">
              <a:latin typeface="Hack"/>
              <a:cs typeface="Hack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00392" y="2310329"/>
            <a:ext cx="2880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96465" algn="l"/>
              </a:tabLst>
            </a:pPr>
            <a:r>
              <a:rPr sz="1000" dirty="0">
                <a:solidFill>
                  <a:srgbClr val="7F7F7F"/>
                </a:solidFill>
                <a:latin typeface="Arial"/>
                <a:cs typeface="Arial"/>
              </a:rPr>
              <a:t>(a)</a:t>
            </a:r>
            <a:r>
              <a:rPr sz="1000" spc="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000" i="1" spc="4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(0)</a:t>
            </a:r>
            <a:r>
              <a:rPr sz="1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7F7F7F"/>
                </a:solidFill>
                <a:latin typeface="Arial"/>
                <a:cs typeface="Arial"/>
              </a:rPr>
              <a:t>(b)</a:t>
            </a:r>
            <a:r>
              <a:rPr sz="1000" spc="6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000" i="1" spc="4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Arial"/>
                <a:cs typeface="Arial"/>
              </a:rPr>
              <a:t>(0)</a:t>
            </a:r>
            <a:r>
              <a:rPr sz="1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15442" y="2627531"/>
            <a:ext cx="4150360" cy="523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7F7F7F"/>
                </a:solidFill>
                <a:latin typeface="Arial"/>
                <a:cs typeface="Arial"/>
              </a:rPr>
              <a:t>Figure:</a:t>
            </a:r>
            <a:r>
              <a:rPr sz="1100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LQ with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boundary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Riccati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difference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Eq.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6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20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initial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75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-44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200" i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becomes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irrelevant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445960" y="3155307"/>
            <a:ext cx="998080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spc="-13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525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25" dirty="0">
                <a:solidFill>
                  <a:srgbClr val="FFFFFF"/>
                </a:solidFill>
                <a:latin typeface="Apple Symbols"/>
                <a:cs typeface="Apple Symbols"/>
              </a:rPr>
              <a:t>→</a:t>
            </a:r>
            <a:r>
              <a:rPr sz="1200" spc="-6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440" dirty="0">
                <a:solidFill>
                  <a:srgbClr val="FFFFFF"/>
                </a:solidFill>
                <a:latin typeface="Apple Symbols"/>
                <a:cs typeface="Apple Symbols"/>
              </a:rPr>
              <a:t>∞</a:t>
            </a:r>
            <a:endParaRPr sz="1200" dirty="0">
              <a:latin typeface="Apple Symbols"/>
              <a:cs typeface="Apple Symbols"/>
            </a:endParaRPr>
          </a:p>
        </p:txBody>
      </p:sp>
      <p:sp>
        <p:nvSpPr>
          <p:cNvPr id="124" name="object 1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25" name="object 12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26" name="object 1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28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63D8503-6895-60EB-88DA-E626D6AB6B28}"/>
                  </a:ext>
                </a:extLst>
              </p:cNvPr>
              <p:cNvSpPr txBox="1"/>
              <p:nvPr/>
            </p:nvSpPr>
            <p:spPr>
              <a:xfrm>
                <a:off x="1236385" y="2212879"/>
                <a:ext cx="673710" cy="366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E63D8503-6895-60EB-88DA-E626D6AB6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385" y="2212879"/>
                <a:ext cx="673710" cy="366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5FBB81AA-C98D-FADF-8813-1A159BA70B69}"/>
                  </a:ext>
                </a:extLst>
              </p:cNvPr>
              <p:cNvSpPr txBox="1"/>
              <p:nvPr/>
            </p:nvSpPr>
            <p:spPr>
              <a:xfrm>
                <a:off x="3430214" y="2201540"/>
                <a:ext cx="673710" cy="366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5FBB81AA-C98D-FADF-8813-1A159BA70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214" y="2201540"/>
                <a:ext cx="673710" cy="3662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28" y="639709"/>
            <a:ext cx="356679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Clr>
                <a:srgbClr val="191919"/>
              </a:buClr>
              <a:buFont typeface="Arial"/>
              <a:buAutoNum type="arabicPeriod"/>
              <a:tabLst>
                <a:tab pos="193675" algn="l"/>
              </a:tabLst>
            </a:pPr>
            <a:r>
              <a:rPr sz="1200" spc="-6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1200" spc="3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2" action="ppaction://hlinksldjump"/>
              </a:rPr>
              <a:t>formulation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Solution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to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1200" spc="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infinite-horizon/stationary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r>
              <a:rPr sz="1200" spc="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Solution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to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35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finite-</a:t>
            </a:r>
            <a:r>
              <a:rPr sz="1200" spc="-4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horizon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4" action="ppaction://hlinksldjump"/>
              </a:rPr>
              <a:t> 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3675" algn="l"/>
              </a:tabLst>
            </a:pPr>
            <a:r>
              <a:rPr sz="1200" spc="-5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From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finite-</a:t>
            </a:r>
            <a:r>
              <a:rPr sz="1200" spc="-4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horizon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LQ</a:t>
            </a:r>
            <a:r>
              <a:rPr sz="1200" spc="5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to </a:t>
            </a:r>
            <a:r>
              <a:rPr sz="1200" spc="-4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stationary</a:t>
            </a:r>
            <a:r>
              <a:rPr sz="1200" spc="5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25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29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From</a:t>
            </a:r>
            <a:r>
              <a:rPr spc="-5" dirty="0"/>
              <a:t> </a:t>
            </a:r>
            <a:r>
              <a:rPr spc="-50" dirty="0"/>
              <a:t>LQ</a:t>
            </a:r>
            <a:r>
              <a:rPr spc="-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-85" dirty="0"/>
              <a:t>stationary</a:t>
            </a:r>
            <a:r>
              <a:rPr spc="-5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28" y="453362"/>
            <a:ext cx="44564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17060" algn="l"/>
              </a:tabLst>
            </a:pPr>
            <a:r>
              <a:rPr sz="1800" u="sng" spc="742" baseline="4629" dirty="0">
                <a:solidFill>
                  <a:srgbClr val="7F7F7F"/>
                </a:solidFill>
                <a:uFill>
                  <a:solidFill>
                    <a:srgbClr val="FFFFFF"/>
                  </a:solidFill>
                </a:uFill>
                <a:latin typeface="Arial Unicode MS"/>
                <a:cs typeface="Arial Unicode MS"/>
              </a:rPr>
              <a:t> </a:t>
            </a:r>
            <a:r>
              <a:rPr sz="1800" u="sng" spc="300" baseline="4629" dirty="0">
                <a:solidFill>
                  <a:srgbClr val="7F7F7F"/>
                </a:solidFill>
                <a:uFill>
                  <a:solidFill>
                    <a:srgbClr val="FFFFFF"/>
                  </a:solidFill>
                </a:uFill>
                <a:latin typeface="Arial Unicode MS"/>
                <a:cs typeface="Arial Unicode MS"/>
              </a:rPr>
              <a:t>▶</a:t>
            </a:r>
            <a:r>
              <a:rPr sz="1800" u="sng" spc="254" baseline="4629" dirty="0">
                <a:solidFill>
                  <a:srgbClr val="7F7F7F"/>
                </a:solidFill>
                <a:uFill>
                  <a:solidFill>
                    <a:srgbClr val="FFFFFF"/>
                  </a:solidFill>
                </a:uFill>
                <a:latin typeface="Arial Unicode MS"/>
                <a:cs typeface="Arial Unicode MS"/>
              </a:rPr>
              <a:t> </a:t>
            </a:r>
            <a:r>
              <a:rPr sz="1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the </a:t>
            </a:r>
            <a:r>
              <a:rPr sz="1200" u="sng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ARE</a:t>
            </a:r>
            <a:r>
              <a:rPr sz="1200" u="sng" spc="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and</a:t>
            </a:r>
            <a:r>
              <a:rPr sz="1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the</a:t>
            </a:r>
            <a:r>
              <a:rPr sz="1200" u="sng" spc="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Riccati</a:t>
            </a:r>
            <a:r>
              <a:rPr sz="1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differential</a:t>
            </a:r>
            <a:r>
              <a:rPr sz="1200" u="sng" spc="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Eq.:</a:t>
            </a:r>
            <a:r>
              <a:rPr sz="12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48628" y="2059889"/>
            <a:ext cx="4380230" cy="0"/>
          </a:xfrm>
          <a:custGeom>
            <a:avLst/>
            <a:gdLst/>
            <a:ahLst/>
            <a:cxnLst/>
            <a:rect l="l" t="t" r="r" b="b"/>
            <a:pathLst>
              <a:path w="4380230">
                <a:moveTo>
                  <a:pt x="0" y="0"/>
                </a:moveTo>
                <a:lnTo>
                  <a:pt x="4379620" y="0"/>
                </a:lnTo>
              </a:path>
            </a:pathLst>
          </a:custGeom>
          <a:ln w="505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90042" y="2028822"/>
            <a:ext cx="4363250" cy="12843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37465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7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example,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50" dirty="0">
                <a:solidFill>
                  <a:srgbClr val="FFFFFF"/>
                </a:solidFill>
                <a:latin typeface="Arial"/>
                <a:cs typeface="Arial"/>
              </a:rPr>
              <a:t>see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Riccati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differential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Eq.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converges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stationary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sufficient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1200" dirty="0">
              <a:latin typeface="Arial"/>
              <a:cs typeface="Arial"/>
            </a:endParaRPr>
          </a:p>
          <a:p>
            <a:pPr marL="255904" marR="55880" indent="-193040">
              <a:lnSpc>
                <a:spcPts val="1350"/>
              </a:lnSpc>
              <a:spcBef>
                <a:spcPts val="16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9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i="1" spc="82" baseline="-13888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200" i="1" spc="442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25" dirty="0">
                <a:solidFill>
                  <a:srgbClr val="FFFFFF"/>
                </a:solidFill>
                <a:latin typeface="Apple Symbols"/>
                <a:cs typeface="Apple Symbols"/>
              </a:rPr>
              <a:t>→</a:t>
            </a:r>
            <a:r>
              <a:rPr sz="1200" spc="-95" dirty="0">
                <a:solidFill>
                  <a:srgbClr val="FFFFFF"/>
                </a:solidFill>
                <a:latin typeface="Apple Symbols"/>
                <a:cs typeface="Apple Symbols"/>
              </a:rPr>
              <a:t> </a:t>
            </a:r>
            <a:r>
              <a:rPr sz="1200" spc="270" dirty="0">
                <a:solidFill>
                  <a:srgbClr val="FFFFFF"/>
                </a:solidFill>
                <a:latin typeface="Apple Symbols"/>
                <a:cs typeface="Apple Symbols"/>
              </a:rPr>
              <a:t>∞</a:t>
            </a:r>
            <a:r>
              <a:rPr sz="1200" spc="27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Riccati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differential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Eq.</a:t>
            </a:r>
            <a:r>
              <a:rPr sz="1200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converges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LQ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becomes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stationary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LQ,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conditions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200" spc="5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now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discuss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details:</a:t>
            </a:r>
            <a:endParaRPr sz="1200" dirty="0">
              <a:latin typeface="Arial"/>
              <a:cs typeface="Arial"/>
            </a:endParaRPr>
          </a:p>
          <a:p>
            <a:pPr marL="370840">
              <a:lnSpc>
                <a:spcPct val="100000"/>
              </a:lnSpc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75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100" i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i="1" spc="6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100" spc="6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controllable/stabilizable</a:t>
            </a:r>
            <a:endParaRPr sz="1100" dirty="0">
              <a:latin typeface="Arial"/>
              <a:cs typeface="Arial"/>
            </a:endParaRPr>
          </a:p>
          <a:p>
            <a:pPr marL="370840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75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100" i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i="1" spc="-11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100" i="1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observable/detectable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30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p:sp>
        <p:nvSpPr>
          <p:cNvPr id="46" name="object 4">
            <a:extLst>
              <a:ext uri="{FF2B5EF4-FFF2-40B4-BE49-F238E27FC236}">
                <a16:creationId xmlns:a16="http://schemas.microsoft.com/office/drawing/2014/main" id="{E35DB069-5E19-1901-9EE2-1C06362FB186}"/>
              </a:ext>
            </a:extLst>
          </p:cNvPr>
          <p:cNvSpPr txBox="1"/>
          <p:nvPr/>
        </p:nvSpPr>
        <p:spPr>
          <a:xfrm>
            <a:off x="392315" y="829931"/>
            <a:ext cx="852169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6115" algn="l"/>
              </a:tabLst>
            </a:pPr>
            <a:r>
              <a:rPr sz="800" spc="-20" dirty="0">
                <a:solidFill>
                  <a:schemeClr val="bg1"/>
                </a:solidFill>
                <a:latin typeface="Arial"/>
                <a:cs typeface="Arial"/>
              </a:rPr>
              <a:t>Cost</a:t>
            </a:r>
            <a:r>
              <a:rPr sz="800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endParaRPr sz="1200" baseline="3472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7" name="object 22">
            <a:extLst>
              <a:ext uri="{FF2B5EF4-FFF2-40B4-BE49-F238E27FC236}">
                <a16:creationId xmlns:a16="http://schemas.microsoft.com/office/drawing/2014/main" id="{3EC32C4F-6195-EF0A-F064-A5A741EE48E5}"/>
              </a:ext>
            </a:extLst>
          </p:cNvPr>
          <p:cNvSpPr txBox="1"/>
          <p:nvPr/>
        </p:nvSpPr>
        <p:spPr>
          <a:xfrm>
            <a:off x="383971" y="1157959"/>
            <a:ext cx="24511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chemeClr val="bg1"/>
                </a:solidFill>
                <a:latin typeface="Arial"/>
                <a:cs typeface="Arial"/>
              </a:rPr>
              <a:t>Syst.</a:t>
            </a:r>
            <a:endParaRPr sz="80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object 23">
                <a:extLst>
                  <a:ext uri="{FF2B5EF4-FFF2-40B4-BE49-F238E27FC236}">
                    <a16:creationId xmlns:a16="http://schemas.microsoft.com/office/drawing/2014/main" id="{EAC7DF35-77A4-B56C-CA73-8248728DCE41}"/>
                  </a:ext>
                </a:extLst>
              </p:cNvPr>
              <p:cNvSpPr txBox="1"/>
              <p:nvPr/>
            </p:nvSpPr>
            <p:spPr>
              <a:xfrm>
                <a:off x="1429629" y="1037754"/>
                <a:ext cx="617220" cy="13529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800" b="0" i="1" spc="19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ar-AE" sz="800" b="0" i="1" spc="19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sz="800" spc="19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ar-AE" sz="800" spc="1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800" i="1" dirty="0">
                    <a:solidFill>
                      <a:schemeClr val="bg1"/>
                    </a:solidFill>
                    <a:latin typeface="Arial"/>
                    <a:cs typeface="Arial"/>
                  </a:rPr>
                  <a:t>Ax</a:t>
                </a:r>
                <a:r>
                  <a:rPr lang="en-US" sz="800" i="1" spc="3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800" spc="190" dirty="0">
                    <a:solidFill>
                      <a:schemeClr val="bg1"/>
                    </a:solidFill>
                    <a:latin typeface="Arial"/>
                    <a:cs typeface="Arial"/>
                  </a:rPr>
                  <a:t>+</a:t>
                </a:r>
                <a:r>
                  <a:rPr lang="en-US" sz="800" spc="-3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8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Bu</a:t>
                </a:r>
                <a:endParaRPr lang="en-US" sz="8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48" name="object 23">
                <a:extLst>
                  <a:ext uri="{FF2B5EF4-FFF2-40B4-BE49-F238E27FC236}">
                    <a16:creationId xmlns:a16="http://schemas.microsoft.com/office/drawing/2014/main" id="{EAC7DF35-77A4-B56C-CA73-8248728DC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29" y="1037754"/>
                <a:ext cx="617220" cy="135293"/>
              </a:xfrm>
              <a:prstGeom prst="rect">
                <a:avLst/>
              </a:prstGeom>
              <a:blipFill>
                <a:blip r:embed="rId3"/>
                <a:stretch>
                  <a:fillRect l="-2970" t="-13636" r="-2970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bject 24">
            <a:extLst>
              <a:ext uri="{FF2B5EF4-FFF2-40B4-BE49-F238E27FC236}">
                <a16:creationId xmlns:a16="http://schemas.microsoft.com/office/drawing/2014/main" id="{85F36D5B-7805-4E2B-6E5F-5601925D8FEF}"/>
              </a:ext>
            </a:extLst>
          </p:cNvPr>
          <p:cNvSpPr txBox="1"/>
          <p:nvPr/>
        </p:nvSpPr>
        <p:spPr>
          <a:xfrm>
            <a:off x="1036154" y="1157959"/>
            <a:ext cx="1407795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A,</a:t>
            </a:r>
            <a:r>
              <a:rPr sz="800" i="1" spc="-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7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sz="800" spc="7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800" spc="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chemeClr val="bg1"/>
                </a:solidFill>
                <a:latin typeface="Arial"/>
                <a:cs typeface="Arial"/>
              </a:rPr>
              <a:t>controllable/stabilizable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55880">
              <a:lnSpc>
                <a:spcPts val="955"/>
              </a:lnSpc>
            </a:pPr>
            <a:r>
              <a:rPr sz="8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A,</a:t>
            </a:r>
            <a:r>
              <a:rPr sz="800" i="1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40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r>
              <a:rPr sz="800" i="1" spc="-1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6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800" spc="11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chemeClr val="bg1"/>
                </a:solidFill>
                <a:latin typeface="Arial"/>
                <a:cs typeface="Arial"/>
              </a:rPr>
              <a:t>observable/detectable</a:t>
            </a:r>
            <a:endParaRPr sz="8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object 25">
                <a:extLst>
                  <a:ext uri="{FF2B5EF4-FFF2-40B4-BE49-F238E27FC236}">
                    <a16:creationId xmlns:a16="http://schemas.microsoft.com/office/drawing/2014/main" id="{CF15F86C-6E4D-DA81-E2C4-FADC79D44F5D}"/>
                  </a:ext>
                </a:extLst>
              </p:cNvPr>
              <p:cNvSpPr txBox="1"/>
              <p:nvPr/>
            </p:nvSpPr>
            <p:spPr>
              <a:xfrm>
                <a:off x="3261472" y="1157959"/>
                <a:ext cx="617220" cy="13529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800" b="0" i="1" spc="19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ar-AE" sz="800" b="0" i="1" spc="19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sz="800" spc="19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ar-AE" sz="800" spc="1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800" i="1" dirty="0">
                    <a:solidFill>
                      <a:schemeClr val="bg1"/>
                    </a:solidFill>
                    <a:latin typeface="Arial"/>
                    <a:cs typeface="Arial"/>
                  </a:rPr>
                  <a:t>Ax</a:t>
                </a:r>
                <a:r>
                  <a:rPr lang="en-US" sz="800" i="1" spc="3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800" spc="190" dirty="0">
                    <a:solidFill>
                      <a:schemeClr val="bg1"/>
                    </a:solidFill>
                    <a:latin typeface="Arial"/>
                    <a:cs typeface="Arial"/>
                  </a:rPr>
                  <a:t>+</a:t>
                </a:r>
                <a:r>
                  <a:rPr lang="en-US" sz="800" spc="-3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8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Bu</a:t>
                </a:r>
                <a:endParaRPr lang="en-US" sz="8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50" name="object 25">
                <a:extLst>
                  <a:ext uri="{FF2B5EF4-FFF2-40B4-BE49-F238E27FC236}">
                    <a16:creationId xmlns:a16="http://schemas.microsoft.com/office/drawing/2014/main" id="{CF15F86C-6E4D-DA81-E2C4-FADC79D44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472" y="1157959"/>
                <a:ext cx="617220" cy="135293"/>
              </a:xfrm>
              <a:prstGeom prst="rect">
                <a:avLst/>
              </a:prstGeom>
              <a:blipFill>
                <a:blip r:embed="rId4"/>
                <a:stretch>
                  <a:fillRect l="-1980" t="-18182" r="-3960" b="-4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bject 26">
            <a:extLst>
              <a:ext uri="{FF2B5EF4-FFF2-40B4-BE49-F238E27FC236}">
                <a16:creationId xmlns:a16="http://schemas.microsoft.com/office/drawing/2014/main" id="{94158C4D-AEB7-2BF7-C856-8640B3C88365}"/>
              </a:ext>
            </a:extLst>
          </p:cNvPr>
          <p:cNvSpPr txBox="1"/>
          <p:nvPr/>
        </p:nvSpPr>
        <p:spPr>
          <a:xfrm>
            <a:off x="211848" y="1401661"/>
            <a:ext cx="589280" cy="5289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800" dirty="0">
                <a:solidFill>
                  <a:schemeClr val="bg1"/>
                </a:solidFill>
                <a:latin typeface="Arial"/>
                <a:cs typeface="Arial"/>
              </a:rPr>
              <a:t>Key</a:t>
            </a:r>
            <a:r>
              <a:rPr sz="800" spc="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chemeClr val="bg1"/>
                </a:solidFill>
                <a:latin typeface="Arial"/>
                <a:cs typeface="Arial"/>
              </a:rPr>
              <a:t>Eq.</a:t>
            </a:r>
            <a:endParaRPr sz="800">
              <a:solidFill>
                <a:schemeClr val="bg1"/>
              </a:solidFill>
              <a:latin typeface="Arial"/>
              <a:cs typeface="Arial"/>
            </a:endParaRPr>
          </a:p>
          <a:p>
            <a:pPr marL="12065" marR="5080" algn="ctr">
              <a:lnSpc>
                <a:spcPct val="104099"/>
              </a:lnSpc>
              <a:spcBef>
                <a:spcPts val="484"/>
              </a:spcBef>
            </a:pPr>
            <a:r>
              <a:rPr sz="800" dirty="0">
                <a:solidFill>
                  <a:schemeClr val="bg1"/>
                </a:solidFill>
                <a:latin typeface="Arial"/>
                <a:cs typeface="Arial"/>
              </a:rPr>
              <a:t>Opt.</a:t>
            </a:r>
            <a:r>
              <a:rPr sz="800" spc="229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chemeClr val="bg1"/>
                </a:solidFill>
                <a:latin typeface="Arial"/>
                <a:cs typeface="Arial"/>
              </a:rPr>
              <a:t>control </a:t>
            </a:r>
            <a:r>
              <a:rPr sz="800" dirty="0">
                <a:solidFill>
                  <a:schemeClr val="bg1"/>
                </a:solidFill>
                <a:latin typeface="Arial"/>
                <a:cs typeface="Arial"/>
              </a:rPr>
              <a:t>Opt.</a:t>
            </a:r>
            <a:r>
              <a:rPr sz="800" spc="229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chemeClr val="bg1"/>
                </a:solidFill>
                <a:latin typeface="Arial"/>
                <a:cs typeface="Arial"/>
              </a:rPr>
              <a:t>cost</a:t>
            </a:r>
            <a:endParaRPr sz="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2" name="object 27">
            <a:extLst>
              <a:ext uri="{FF2B5EF4-FFF2-40B4-BE49-F238E27FC236}">
                <a16:creationId xmlns:a16="http://schemas.microsoft.com/office/drawing/2014/main" id="{795957AA-F5C2-9A6B-2872-E87EB714BD8A}"/>
              </a:ext>
            </a:extLst>
          </p:cNvPr>
          <p:cNvSpPr txBox="1"/>
          <p:nvPr/>
        </p:nvSpPr>
        <p:spPr>
          <a:xfrm>
            <a:off x="901700" y="1470569"/>
            <a:ext cx="167703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900" i="1" baseline="27777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900" i="1" spc="-52" baseline="2777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800" i="1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800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30" dirty="0">
                <a:solidFill>
                  <a:schemeClr val="bg1"/>
                </a:solidFill>
                <a:latin typeface="Arial"/>
                <a:cs typeface="Arial"/>
              </a:rPr>
              <a:t>PA</a:t>
            </a:r>
            <a:r>
              <a:rPr sz="8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170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sz="800" i="1" spc="-280" dirty="0">
                <a:solidFill>
                  <a:schemeClr val="bg1"/>
                </a:solidFill>
                <a:latin typeface="Hack"/>
                <a:cs typeface="Hack"/>
              </a:rPr>
              <a:t> </a:t>
            </a:r>
            <a:r>
              <a:rPr sz="800" i="1" spc="70" dirty="0">
                <a:solidFill>
                  <a:schemeClr val="bg1"/>
                </a:solidFill>
                <a:latin typeface="Arial"/>
                <a:cs typeface="Arial"/>
              </a:rPr>
              <a:t>PBR</a:t>
            </a:r>
            <a:r>
              <a:rPr sz="900" i="1" spc="104" baseline="27777" dirty="0">
                <a:solidFill>
                  <a:schemeClr val="bg1"/>
                </a:solidFill>
                <a:latin typeface="Arial"/>
                <a:cs typeface="Arial"/>
              </a:rPr>
              <a:t>−</a:t>
            </a:r>
            <a:r>
              <a:rPr sz="900" spc="104" baseline="27777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800" i="1" spc="7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sz="900" i="1" spc="104" baseline="27777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900" i="1" spc="-52" baseline="2777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800" i="1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800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/>
                </a:solidFill>
                <a:latin typeface="Arial"/>
                <a:cs typeface="Arial"/>
              </a:rPr>
              <a:t>Q</a:t>
            </a:r>
            <a:r>
              <a:rPr sz="800" i="1" spc="8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800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-6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endParaRPr sz="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3" name="object 31">
            <a:extLst>
              <a:ext uri="{FF2B5EF4-FFF2-40B4-BE49-F238E27FC236}">
                <a16:creationId xmlns:a16="http://schemas.microsoft.com/office/drawing/2014/main" id="{96DD5FA1-3321-791C-6899-1DBC7FD2A2E0}"/>
              </a:ext>
            </a:extLst>
          </p:cNvPr>
          <p:cNvSpPr txBox="1"/>
          <p:nvPr/>
        </p:nvSpPr>
        <p:spPr>
          <a:xfrm>
            <a:off x="3487496" y="1575313"/>
            <a:ext cx="5016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solidFill>
                  <a:schemeClr val="bg1"/>
                </a:solidFill>
                <a:latin typeface="Arial"/>
                <a:cs typeface="Arial"/>
              </a:rPr>
              <a:t>f</a:t>
            </a:r>
            <a:endParaRPr sz="6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4" name="object 32">
            <a:extLst>
              <a:ext uri="{FF2B5EF4-FFF2-40B4-BE49-F238E27FC236}">
                <a16:creationId xmlns:a16="http://schemas.microsoft.com/office/drawing/2014/main" id="{976D33D5-6AA1-D4B3-B197-2F50BB642004}"/>
              </a:ext>
            </a:extLst>
          </p:cNvPr>
          <p:cNvSpPr txBox="1"/>
          <p:nvPr/>
        </p:nvSpPr>
        <p:spPr>
          <a:xfrm>
            <a:off x="3329901" y="1532152"/>
            <a:ext cx="47625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65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sz="800" spc="6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800" i="1" spc="65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sz="800" i="1" spc="1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6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800" spc="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spc="19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800" spc="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800" i="1" spc="-50" dirty="0">
                <a:solidFill>
                  <a:schemeClr val="bg1"/>
                </a:solidFill>
                <a:latin typeface="Arial"/>
                <a:cs typeface="Arial"/>
              </a:rPr>
              <a:t>S</a:t>
            </a:r>
            <a:endParaRPr sz="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D0AC8CD-40E7-F3C1-A8C1-3E650CAFCAA7}"/>
              </a:ext>
            </a:extLst>
          </p:cNvPr>
          <p:cNvSpPr txBox="1"/>
          <p:nvPr/>
        </p:nvSpPr>
        <p:spPr>
          <a:xfrm>
            <a:off x="1169429" y="1610104"/>
            <a:ext cx="16065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i="1" spc="60" dirty="0">
                <a:solidFill>
                  <a:schemeClr val="bg1"/>
                </a:solidFill>
                <a:latin typeface="Arial"/>
                <a:cs typeface="Arial"/>
              </a:rPr>
              <a:t>u</a:t>
            </a:r>
            <a:r>
              <a:rPr lang="en-US" altLang="zh-CN" sz="800" spc="6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800" i="1" spc="6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lang="en-US" altLang="zh-CN" sz="800" spc="6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8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8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altLang="zh-CN" sz="8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800" spc="90" dirty="0">
                <a:solidFill>
                  <a:schemeClr val="bg1"/>
                </a:solidFill>
                <a:latin typeface="Apple Symbols"/>
                <a:cs typeface="Apple Symbols"/>
              </a:rPr>
              <a:t>−</a:t>
            </a:r>
            <a:r>
              <a:rPr lang="en-US" altLang="zh-CN" sz="800" i="1" spc="90" dirty="0">
                <a:solidFill>
                  <a:schemeClr val="bg1"/>
                </a:solidFill>
                <a:latin typeface="Arial"/>
                <a:cs typeface="Arial"/>
              </a:rPr>
              <a:t>R</a:t>
            </a:r>
            <a:r>
              <a:rPr lang="en-US" altLang="zh-CN" sz="800" i="1" spc="135" baseline="31250" dirty="0">
                <a:solidFill>
                  <a:schemeClr val="bg1"/>
                </a:solidFill>
                <a:latin typeface="Hack"/>
                <a:cs typeface="Hack"/>
              </a:rPr>
              <a:t>−</a:t>
            </a:r>
            <a:r>
              <a:rPr lang="en-US" altLang="zh-CN" sz="800" spc="135" baseline="3125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altLang="zh-CN" sz="800" i="1" spc="9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r>
              <a:rPr lang="en-US" altLang="zh-CN" sz="800" i="1" spc="135" baseline="3125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lang="en-US" altLang="zh-CN" sz="800" i="1" spc="-104" baseline="312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800" i="1" spc="-70" dirty="0">
                <a:solidFill>
                  <a:schemeClr val="bg1"/>
                </a:solidFill>
                <a:latin typeface="Arial"/>
                <a:cs typeface="Arial"/>
              </a:rPr>
              <a:t>P</a:t>
            </a:r>
            <a:r>
              <a:rPr lang="en-US" altLang="zh-CN" sz="800" i="1" spc="-70" baseline="-25000" dirty="0">
                <a:solidFill>
                  <a:schemeClr val="bg1"/>
                </a:solidFill>
                <a:latin typeface="Arial"/>
                <a:cs typeface="Arial"/>
              </a:rPr>
              <a:t>+ </a:t>
            </a:r>
            <a:r>
              <a:rPr lang="en-US" altLang="zh-CN" sz="800" i="1" spc="-7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800" i="1" spc="-2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800" spc="9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800" i="1" spc="90" dirty="0">
                <a:solidFill>
                  <a:schemeClr val="bg1"/>
                </a:solidFill>
                <a:latin typeface="Arial"/>
                <a:cs typeface="Arial"/>
              </a:rPr>
              <a:t>t</a:t>
            </a:r>
            <a:r>
              <a:rPr lang="en-US" altLang="zh-CN" sz="800" spc="9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8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C456FFD-D5B9-6199-A17D-BD5FA761FC4B}"/>
                  </a:ext>
                </a:extLst>
              </p:cNvPr>
              <p:cNvSpPr txBox="1"/>
              <p:nvPr/>
            </p:nvSpPr>
            <p:spPr>
              <a:xfrm>
                <a:off x="1169429" y="811347"/>
                <a:ext cx="1191480" cy="180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𝑄𝑥</m:t>
                            </m:r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𝑅𝑢</m:t>
                            </m:r>
                          </m:e>
                        </m:d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zh-CN" altLang="en-US" sz="8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C456FFD-D5B9-6199-A17D-BD5FA761F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29" y="811347"/>
                <a:ext cx="1191480" cy="180434"/>
              </a:xfrm>
              <a:prstGeom prst="rect">
                <a:avLst/>
              </a:prstGeom>
              <a:blipFill>
                <a:blip r:embed="rId5"/>
                <a:stretch>
                  <a:fillRect l="-4103" t="-136667" b="-2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C453831-C7F7-9619-9B18-4A900EDDF9E7}"/>
                  </a:ext>
                </a:extLst>
              </p:cNvPr>
              <p:cNvSpPr txBox="1"/>
              <p:nvPr/>
            </p:nvSpPr>
            <p:spPr>
              <a:xfrm>
                <a:off x="1419754" y="1773101"/>
                <a:ext cx="636969" cy="173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8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C453831-C7F7-9619-9B18-4A900EDDF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54" y="1773101"/>
                <a:ext cx="636969" cy="173894"/>
              </a:xfrm>
              <a:prstGeom prst="rect">
                <a:avLst/>
              </a:prstGeom>
              <a:blipFill>
                <a:blip r:embed="rId6"/>
                <a:stretch>
                  <a:fillRect l="-7692" t="-3571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EE127D9-AA83-90CD-33A6-1F59CACE6981}"/>
                  </a:ext>
                </a:extLst>
              </p:cNvPr>
              <p:cNvSpPr txBox="1"/>
              <p:nvPr/>
            </p:nvSpPr>
            <p:spPr>
              <a:xfrm>
                <a:off x="2775992" y="670533"/>
                <a:ext cx="1693584" cy="447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𝑆𝑥</m:t>
                    </m:r>
                    <m:d>
                      <m:d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800" b="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p>
                      <m:e>
                        <m:d>
                          <m:dPr>
                            <m:ctrl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𝑄𝑥</m:t>
                            </m:r>
                            <m:d>
                              <m:dPr>
                                <m:ctrl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𝑅𝑢</m:t>
                            </m:r>
                            <m:d>
                              <m:dPr>
                                <m:ctrlP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zh-CN" altLang="en-US" sz="8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EE127D9-AA83-90CD-33A6-1F59CACE6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92" y="670533"/>
                <a:ext cx="1693584" cy="447045"/>
              </a:xfrm>
              <a:prstGeom prst="rect">
                <a:avLst/>
              </a:prstGeom>
              <a:blipFill>
                <a:blip r:embed="rId7"/>
                <a:stretch>
                  <a:fillRect l="-4676" t="-8219" b="-75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CD8AE0A-6DAA-47A7-C638-C6D3BC67F5C7}"/>
                  </a:ext>
                </a:extLst>
              </p:cNvPr>
              <p:cNvSpPr txBox="1"/>
              <p:nvPr/>
            </p:nvSpPr>
            <p:spPr>
              <a:xfrm>
                <a:off x="2765883" y="1383060"/>
                <a:ext cx="1604285" cy="1773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𝑑𝑃</m:t>
                        </m:r>
                      </m:num>
                      <m:den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𝑃𝐵</m:t>
                    </m:r>
                    <m:sSup>
                      <m:sSup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sz="8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CD8AE0A-6DAA-47A7-C638-C6D3BC67F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883" y="1383060"/>
                <a:ext cx="1604285" cy="177356"/>
              </a:xfrm>
              <a:prstGeom prst="rect">
                <a:avLst/>
              </a:prstGeom>
              <a:blipFill>
                <a:blip r:embed="rId8"/>
                <a:stretch>
                  <a:fillRect l="-1141" t="-3448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C27FC0A-E0DE-C5A3-FB13-95766E996BF6}"/>
                  </a:ext>
                </a:extLst>
              </p:cNvPr>
              <p:cNvSpPr txBox="1"/>
              <p:nvPr/>
            </p:nvSpPr>
            <p:spPr>
              <a:xfrm>
                <a:off x="3014906" y="1670236"/>
                <a:ext cx="110421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C27FC0A-E0DE-C5A3-FB13-95766E996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906" y="1670236"/>
                <a:ext cx="1104213" cy="123111"/>
              </a:xfrm>
              <a:prstGeom prst="rect">
                <a:avLst/>
              </a:prstGeom>
              <a:blipFill>
                <a:blip r:embed="rId9"/>
                <a:stretch>
                  <a:fillRect l="-1105" t="-5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61D0694-9E9C-5FC1-AAC6-827D8662A416}"/>
                  </a:ext>
                </a:extLst>
              </p:cNvPr>
              <p:cNvSpPr txBox="1"/>
              <p:nvPr/>
            </p:nvSpPr>
            <p:spPr>
              <a:xfrm>
                <a:off x="3236684" y="1778739"/>
                <a:ext cx="772199" cy="173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sz="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8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61D0694-9E9C-5FC1-AAC6-827D8662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684" y="1778739"/>
                <a:ext cx="772199" cy="173894"/>
              </a:xfrm>
              <a:prstGeom prst="rect">
                <a:avLst/>
              </a:prstGeom>
              <a:blipFill>
                <a:blip r:embed="rId10"/>
                <a:stretch>
                  <a:fillRect l="-6299" t="-3571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80" dirty="0"/>
              <a:t>Need</a:t>
            </a:r>
            <a:r>
              <a:rPr spc="60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45" dirty="0"/>
              <a:t>controllability/stabilizability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28" y="445754"/>
            <a:ext cx="4244975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A,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6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200" spc="60" dirty="0">
                <a:solidFill>
                  <a:srgbClr val="FFFFFF"/>
                </a:solidFill>
                <a:latin typeface="Arial"/>
                <a:cs typeface="Arial"/>
              </a:rPr>
              <a:t>)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controllable</a:t>
            </a:r>
            <a:r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stabilizable,</a:t>
            </a:r>
            <a:r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200" b="1" spc="-30" dirty="0">
                <a:solidFill>
                  <a:srgbClr val="FFFFFF"/>
                </a:solidFill>
                <a:latin typeface="Arial"/>
                <a:cs typeface="Arial"/>
              </a:rPr>
              <a:t>guaranteed</a:t>
            </a:r>
            <a:r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converge</a:t>
            </a:r>
            <a:r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bounded</a:t>
            </a:r>
            <a:r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stationary</a:t>
            </a:r>
            <a:r>
              <a:rPr sz="120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endParaRPr sz="1200">
              <a:latin typeface="Arial"/>
              <a:cs typeface="Arial"/>
            </a:endParaRPr>
          </a:p>
          <a:p>
            <a:pPr marL="335280" marR="105410" indent="-193040">
              <a:lnSpc>
                <a:spcPct val="100000"/>
              </a:lnSpc>
              <a:spcBef>
                <a:spcPts val="1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uncontrollable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unstabilizable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systems,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unstable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uncontrollable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modes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"/>
                <a:cs typeface="Arial"/>
              </a:rPr>
              <a:t>cause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200" i="1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unbounded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842" y="1198013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7549" y="1209343"/>
            <a:ext cx="5251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7655" algn="l"/>
              </a:tabLst>
            </a:pP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200" u="sng" baseline="3472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1</a:t>
            </a:r>
            <a:r>
              <a:rPr sz="1200" spc="217" baseline="3472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800" i="1" spc="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7396" y="1301977"/>
            <a:ext cx="2673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-6944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200" spc="607" baseline="-694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2688" y="128720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260" y="1213825"/>
            <a:ext cx="32645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sz="1200" i="1" spc="85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13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4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(0)</a:t>
            </a:r>
            <a:r>
              <a:rPr sz="12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4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unbounded,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190042" y="1373213"/>
                <a:ext cx="4333240" cy="623376"/>
              </a:xfrm>
              <a:prstGeom prst="rect">
                <a:avLst/>
              </a:prstGeom>
            </p:spPr>
            <p:txBody>
              <a:bodyPr vert="horz" wrap="square" lIns="0" tIns="36195" rIns="0" bIns="0" rtlCol="0">
                <a:spAutoFit/>
              </a:bodyPr>
              <a:lstStyle/>
              <a:p>
                <a:pPr marL="255904">
                  <a:lnSpc>
                    <a:spcPct val="100000"/>
                  </a:lnSpc>
                  <a:spcBef>
                    <a:spcPts val="285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ar-AE" altLang="zh-CN" sz="1200" i="1" spc="55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sz="1200" b="0" i="1" spc="55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1200" b="0" i="1" spc="55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200" b="0" i="1" spc="55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200" b="0" i="1" spc="55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ar-AE" altLang="zh-CN" sz="1200" i="1" spc="20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ar-AE" altLang="zh-CN" sz="1200" i="1" spc="500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cs typeface="Apple Symbols"/>
                        </a:rPr>
                        <m:t>∞</m:t>
                      </m:r>
                    </m:oMath>
                  </m:oMathPara>
                </a14:m>
                <a:endParaRPr lang="ar-AE" sz="1200" dirty="0">
                  <a:latin typeface="Apple Symbols"/>
                  <a:cs typeface="Apple Symbols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185"/>
                  </a:spcBef>
                </a:pPr>
                <a:r>
                  <a:rPr lang="ar-AE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ar-AE" sz="1800" spc="9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e.g.:</a:t>
                </a:r>
                <a:r>
                  <a:rPr lang="en-US" sz="1200" spc="1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=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1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spc="-1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55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·</a:t>
                </a:r>
                <a:r>
                  <a:rPr lang="en-US" sz="1200" spc="-190" dirty="0">
                    <a:solidFill>
                      <a:srgbClr val="FFFFFF"/>
                    </a:solidFill>
                    <a:latin typeface="Apple Symbols"/>
                    <a:cs typeface="Apple Symbols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u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, </a:t>
                </a:r>
                <a:r>
                  <a:rPr lang="en-US" sz="1200" i="1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1,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Q</a:t>
                </a:r>
                <a:r>
                  <a:rPr lang="en-US" sz="1200" i="1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be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any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positive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value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70840">
                  <a:lnSpc>
                    <a:spcPct val="100000"/>
                  </a:lnSpc>
                  <a:spcBef>
                    <a:spcPts val="45"/>
                  </a:spcBef>
                </a:pPr>
                <a:r>
                  <a:rPr lang="en-US" sz="1650" spc="262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650" spc="292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1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system</a:t>
                </a:r>
                <a:r>
                  <a:rPr lang="en-US" sz="11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is</a:t>
                </a:r>
                <a:r>
                  <a:rPr lang="en-US" sz="11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uncontrollable</a:t>
                </a:r>
                <a:r>
                  <a:rPr lang="en-US" sz="11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lang="en-US" sz="11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lang="en-US" sz="11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uncontrollable</a:t>
                </a:r>
                <a:r>
                  <a:rPr lang="en-US" sz="11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mode</a:t>
                </a:r>
                <a:r>
                  <a:rPr lang="en-US" sz="11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is</a:t>
                </a:r>
                <a:r>
                  <a:rPr lang="en-US" sz="11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unstable</a:t>
                </a:r>
                <a:endParaRPr sz="11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42" y="1373213"/>
                <a:ext cx="4333240" cy="623376"/>
              </a:xfrm>
              <a:prstGeom prst="rect">
                <a:avLst/>
              </a:prstGeom>
              <a:blipFill>
                <a:blip r:embed="rId2"/>
                <a:stretch>
                  <a:fillRect l="-844" t="-1942" r="-1828" b="-8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 txBox="1"/>
          <p:nvPr/>
        </p:nvSpPr>
        <p:spPr>
          <a:xfrm>
            <a:off x="523100" y="1973197"/>
            <a:ext cx="227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59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1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0" dirty="0">
                <a:solidFill>
                  <a:srgbClr val="FFFFFF"/>
                </a:solidFill>
                <a:latin typeface="Arial"/>
                <a:cs typeface="Arial"/>
              </a:rPr>
              <a:t>keep</a:t>
            </a:r>
            <a:r>
              <a:rPr sz="11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increasing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infinity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500" y="213442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3100" y="2356380"/>
            <a:ext cx="2271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4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case,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Riccati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equation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5192" y="2926307"/>
            <a:ext cx="377507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forward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baseline="27777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spc="-165" baseline="27777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(backward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),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drive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200" i="1" spc="-30" baseline="27777" dirty="0">
                <a:solidFill>
                  <a:srgbClr val="FFFFFF"/>
                </a:solidFill>
                <a:latin typeface="Hack"/>
                <a:cs typeface="Hack"/>
              </a:rPr>
              <a:t>∗</a:t>
            </a:r>
            <a:r>
              <a:rPr sz="1200" i="1" spc="-375" baseline="27777" dirty="0">
                <a:solidFill>
                  <a:srgbClr val="FFFFFF"/>
                </a:solidFill>
                <a:latin typeface="Hack"/>
                <a:cs typeface="Hack"/>
              </a:rPr>
              <a:t> </a:t>
            </a:r>
            <a:r>
              <a:rPr sz="1100" spc="204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spc="204" dirty="0">
                <a:solidFill>
                  <a:srgbClr val="FFFFFF"/>
                </a:solidFill>
                <a:latin typeface="Apple Symbols"/>
                <a:cs typeface="Apple Symbols"/>
              </a:rPr>
              <a:t>∞</a:t>
            </a:r>
            <a:r>
              <a:rPr sz="1100" spc="204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1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(0)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infinity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31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19">
                <a:extLst>
                  <a:ext uri="{FF2B5EF4-FFF2-40B4-BE49-F238E27FC236}">
                    <a16:creationId xmlns:a16="http://schemas.microsoft.com/office/drawing/2014/main" id="{ACA1D836-55D4-FCE8-6AAD-9B33C86B7A49}"/>
                  </a:ext>
                </a:extLst>
              </p:cNvPr>
              <p:cNvSpPr txBox="1"/>
              <p:nvPr/>
            </p:nvSpPr>
            <p:spPr>
              <a:xfrm>
                <a:off x="767994" y="2122297"/>
                <a:ext cx="3596208" cy="25051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14:m>
                  <m:oMath xmlns:m="http://schemas.openxmlformats.org/officeDocument/2006/math">
                    <m:r>
                      <a:rPr lang="en-US" altLang="zh-CN" sz="1100" i="1" spc="-7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⇒</m:t>
                    </m:r>
                    <m:r>
                      <a:rPr lang="zh-CN" altLang="ar-AE" sz="1100" b="0" i="1" spc="-7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𝐽</m:t>
                    </m:r>
                    <m:r>
                      <a:rPr lang="ar-AE" altLang="zh-CN" sz="1100" b="0" i="1" spc="-7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ar-AE" altLang="zh-CN" sz="1100" b="0" i="1" spc="-7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ar-AE" altLang="zh-CN" sz="1100" b="0" i="1" spc="-7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ar-AE" altLang="zh-CN" sz="1100" b="0" i="1" spc="-7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ar-AE" altLang="zh-CN" sz="1100" b="0" i="1" spc="-7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naryPr>
                      <m:sub>
                        <m:r>
                          <a:rPr lang="ar-AE" altLang="zh-CN" sz="1100" b="0" i="1" spc="-7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  <m:sup>
                        <m:r>
                          <a:rPr lang="ar-AE" altLang="zh-CN" sz="1100" b="0" i="1" spc="-7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ar-AE" altLang="zh-CN" sz="1100" b="0" i="1" spc="-7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altLang="zh-CN" sz="1100" b="0" i="1" spc="-7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zh-CN" altLang="ar-AE" sz="1100" b="0" i="1" spc="-7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ar-AE" sz="1100" b="0" i="1" spc="-7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zh-CN" altLang="ar-AE" sz="1100" b="0" i="1" spc="-7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𝑄𝑥</m:t>
                            </m:r>
                            <m:r>
                              <a:rPr lang="ar-AE" altLang="zh-CN" sz="1100" b="0" i="1" spc="-7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altLang="zh-CN" sz="1100" b="0" i="1" spc="-7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zh-CN" altLang="ar-AE" sz="1100" b="0" i="1" spc="-7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zh-CN" altLang="ar-AE" sz="1100" b="0" i="1" spc="-7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zh-CN" altLang="ar-AE" sz="1100" b="0" i="1" spc="-7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𝑅𝑢</m:t>
                            </m:r>
                          </m:e>
                        </m:d>
                        <m:r>
                          <a:rPr lang="zh-CN" altLang="ar-AE" sz="1100" b="0" i="1" spc="-7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𝑑𝑡</m:t>
                        </m:r>
                      </m:e>
                    </m:nary>
                    <m:r>
                      <a:rPr lang="ar-AE" altLang="zh-CN" sz="1100" b="0" i="1" spc="-7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/>
                      </a:rPr>
                      <m:t>  </m:t>
                    </m:r>
                  </m:oMath>
                </a14:m>
                <a:r>
                  <a:rPr lang="en-US" sz="1100" spc="-70" dirty="0">
                    <a:solidFill>
                      <a:schemeClr val="bg1"/>
                    </a:solidFill>
                    <a:latin typeface="Arial"/>
                    <a:cs typeface="Arial"/>
                  </a:rPr>
                  <a:t>unbounded</a:t>
                </a:r>
                <a:r>
                  <a:rPr lang="en-US" sz="1100" spc="3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80" dirty="0">
                    <a:solidFill>
                      <a:schemeClr val="bg1"/>
                    </a:solidFill>
                    <a:latin typeface="Arial"/>
                    <a:cs typeface="Arial"/>
                  </a:rPr>
                  <a:t>regardless</a:t>
                </a:r>
                <a:r>
                  <a:rPr lang="en-US" sz="1100" spc="2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solidFill>
                      <a:schemeClr val="bg1"/>
                    </a:solidFill>
                    <a:latin typeface="Arial"/>
                    <a:cs typeface="Arial"/>
                  </a:rPr>
                  <a:t>of</a:t>
                </a:r>
                <a:r>
                  <a:rPr lang="en-US" sz="1100" spc="2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i="1" spc="-65" dirty="0">
                    <a:solidFill>
                      <a:schemeClr val="bg1"/>
                    </a:solidFill>
                    <a:latin typeface="Arial"/>
                    <a:cs typeface="Arial"/>
                  </a:rPr>
                  <a:t>u</a:t>
                </a:r>
                <a:r>
                  <a:rPr lang="en-US" sz="1100" i="1" spc="-8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65" dirty="0">
                    <a:solidFill>
                      <a:schemeClr val="bg1"/>
                    </a:solidFill>
                    <a:latin typeface="Arial"/>
                    <a:cs typeface="Arial"/>
                  </a:rPr>
                  <a:t>(</a:t>
                </a:r>
                <a:r>
                  <a:rPr lang="en-US" sz="1100" i="1" spc="65" dirty="0">
                    <a:solidFill>
                      <a:schemeClr val="bg1"/>
                    </a:solidFill>
                    <a:latin typeface="Arial"/>
                    <a:cs typeface="Arial"/>
                  </a:rPr>
                  <a:t>t</a:t>
                </a:r>
                <a:r>
                  <a:rPr lang="en-US" sz="1100" spc="65" dirty="0">
                    <a:solidFill>
                      <a:schemeClr val="bg1"/>
                    </a:solidFill>
                    <a:latin typeface="Arial"/>
                    <a:cs typeface="Arial"/>
                  </a:rPr>
                  <a:t>)</a:t>
                </a:r>
                <a:endParaRPr lang="en-US" sz="1100" dirty="0">
                  <a:solidFill>
                    <a:schemeClr val="bg1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4" name="object 19">
                <a:extLst>
                  <a:ext uri="{FF2B5EF4-FFF2-40B4-BE49-F238E27FC236}">
                    <a16:creationId xmlns:a16="http://schemas.microsoft.com/office/drawing/2014/main" id="{ACA1D836-55D4-FCE8-6AAD-9B33C86B7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94" y="2122297"/>
                <a:ext cx="3596208" cy="250518"/>
              </a:xfrm>
              <a:prstGeom prst="rect">
                <a:avLst/>
              </a:prstGeom>
              <a:blipFill>
                <a:blip r:embed="rId4"/>
                <a:stretch>
                  <a:fillRect l="-847" t="-126829" b="-20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EEADD60-8539-2976-B750-D8F558C7B915}"/>
                  </a:ext>
                </a:extLst>
              </p:cNvPr>
              <p:cNvSpPr txBox="1"/>
              <p:nvPr/>
            </p:nvSpPr>
            <p:spPr>
              <a:xfrm>
                <a:off x="857250" y="2549842"/>
                <a:ext cx="3097323" cy="352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EEADD60-8539-2976-B750-D8F558C7B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549842"/>
                <a:ext cx="3097323" cy="352341"/>
              </a:xfrm>
              <a:prstGeom prst="rect">
                <a:avLst/>
              </a:prstGeom>
              <a:blipFill>
                <a:blip r:embed="rId5"/>
                <a:stretch>
                  <a:fillRect t="-3448" r="-591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80" dirty="0"/>
              <a:t>Need</a:t>
            </a:r>
            <a:r>
              <a:rPr spc="60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65" dirty="0"/>
              <a:t>observability/detectability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75205" rIns="0" bIns="0" rtlCol="0">
            <a:spAutoFit/>
          </a:bodyPr>
          <a:lstStyle/>
          <a:p>
            <a:pPr marL="63500" marR="498475">
              <a:lnSpc>
                <a:spcPct val="100000"/>
              </a:lnSpc>
              <a:spcBef>
                <a:spcPts val="95"/>
              </a:spcBef>
            </a:pPr>
            <a:r>
              <a:rPr dirty="0"/>
              <a:t>if</a:t>
            </a:r>
            <a:r>
              <a:rPr spc="-5" dirty="0"/>
              <a:t> </a:t>
            </a:r>
            <a:r>
              <a:rPr b="0" dirty="0">
                <a:latin typeface="Arial"/>
                <a:cs typeface="Arial"/>
              </a:rPr>
              <a:t>(</a:t>
            </a:r>
            <a:r>
              <a:rPr b="0" i="1" dirty="0">
                <a:latin typeface="Arial"/>
                <a:cs typeface="Arial"/>
              </a:rPr>
              <a:t>A,</a:t>
            </a:r>
            <a:r>
              <a:rPr b="0" i="1" spc="-135" dirty="0">
                <a:latin typeface="Arial"/>
                <a:cs typeface="Arial"/>
              </a:rPr>
              <a:t> </a:t>
            </a:r>
            <a:r>
              <a:rPr b="0" i="1" spc="-130" dirty="0">
                <a:latin typeface="Arial"/>
                <a:cs typeface="Arial"/>
              </a:rPr>
              <a:t>C</a:t>
            </a:r>
            <a:r>
              <a:rPr b="0" i="1" spc="-195" dirty="0">
                <a:latin typeface="Arial"/>
                <a:cs typeface="Arial"/>
              </a:rPr>
              <a:t> </a:t>
            </a:r>
            <a:r>
              <a:rPr b="0" spc="50" dirty="0">
                <a:latin typeface="Arial"/>
                <a:cs typeface="Arial"/>
              </a:rPr>
              <a:t>) </a:t>
            </a:r>
            <a:r>
              <a:rPr spc="-10" dirty="0"/>
              <a:t>is</a:t>
            </a:r>
            <a:r>
              <a:rPr spc="50" dirty="0"/>
              <a:t> </a:t>
            </a:r>
            <a:r>
              <a:rPr spc="-45" dirty="0"/>
              <a:t>observable</a:t>
            </a:r>
            <a:r>
              <a:rPr spc="50" dirty="0"/>
              <a:t> </a:t>
            </a:r>
            <a:r>
              <a:rPr dirty="0"/>
              <a:t>or</a:t>
            </a:r>
            <a:r>
              <a:rPr spc="45" dirty="0"/>
              <a:t> </a:t>
            </a:r>
            <a:r>
              <a:rPr spc="-10" dirty="0"/>
              <a:t>detectable,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optimal</a:t>
            </a:r>
            <a:r>
              <a:rPr spc="50" dirty="0"/>
              <a:t> </a:t>
            </a:r>
            <a:r>
              <a:rPr spc="-10" dirty="0"/>
              <a:t>state </a:t>
            </a:r>
            <a:r>
              <a:rPr spc="-25" dirty="0"/>
              <a:t>feedback</a:t>
            </a:r>
            <a:r>
              <a:rPr spc="15" dirty="0"/>
              <a:t> </a:t>
            </a:r>
            <a:r>
              <a:rPr spc="-10" dirty="0"/>
              <a:t>control</a:t>
            </a:r>
            <a:r>
              <a:rPr spc="15" dirty="0"/>
              <a:t> </a:t>
            </a:r>
            <a:r>
              <a:rPr spc="-35" dirty="0"/>
              <a:t>system</a:t>
            </a:r>
            <a:r>
              <a:rPr spc="10" dirty="0"/>
              <a:t> </a:t>
            </a:r>
            <a:r>
              <a:rPr dirty="0"/>
              <a:t>will</a:t>
            </a:r>
            <a:r>
              <a:rPr spc="1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spc="-25" dirty="0"/>
              <a:t>asymptotically</a:t>
            </a:r>
            <a:r>
              <a:rPr spc="15" dirty="0"/>
              <a:t> </a:t>
            </a:r>
            <a:r>
              <a:rPr spc="-10" dirty="0"/>
              <a:t>stable</a:t>
            </a:r>
          </a:p>
          <a:p>
            <a:pPr marL="360680" marR="196215" indent="-193040">
              <a:lnSpc>
                <a:spcPct val="100000"/>
              </a:lnSpc>
              <a:spcBef>
                <a:spcPts val="305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5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i="1" dirty="0">
                <a:latin typeface="Arial"/>
                <a:cs typeface="Arial"/>
              </a:rPr>
              <a:t>intuition</a:t>
            </a:r>
            <a:r>
              <a:rPr sz="1200" b="0" dirty="0">
                <a:latin typeface="Arial"/>
                <a:cs typeface="Arial"/>
              </a:rPr>
              <a:t>:</a:t>
            </a:r>
            <a:r>
              <a:rPr sz="1200" b="0" spc="114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if the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80" dirty="0">
                <a:latin typeface="Arial"/>
                <a:cs typeface="Arial"/>
              </a:rPr>
              <a:t>system</a:t>
            </a:r>
            <a:r>
              <a:rPr sz="1200" b="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80" dirty="0">
                <a:latin typeface="Arial"/>
                <a:cs typeface="Arial"/>
              </a:rPr>
              <a:t>observable,</a:t>
            </a:r>
            <a:r>
              <a:rPr sz="1200" b="0" dirty="0">
                <a:latin typeface="Arial"/>
                <a:cs typeface="Arial"/>
              </a:rPr>
              <a:t> </a:t>
            </a:r>
            <a:r>
              <a:rPr sz="1200" b="0" i="1" dirty="0">
                <a:latin typeface="Arial"/>
                <a:cs typeface="Arial"/>
              </a:rPr>
              <a:t>y</a:t>
            </a:r>
            <a:r>
              <a:rPr sz="1200" b="0" i="1" spc="65" dirty="0">
                <a:latin typeface="Arial"/>
                <a:cs typeface="Arial"/>
              </a:rPr>
              <a:t> </a:t>
            </a:r>
            <a:r>
              <a:rPr sz="1200" b="0" spc="200" dirty="0">
                <a:latin typeface="Arial"/>
                <a:cs typeface="Arial"/>
              </a:rPr>
              <a:t>=</a:t>
            </a:r>
            <a:r>
              <a:rPr sz="1200" b="0" spc="-50" dirty="0">
                <a:latin typeface="Arial"/>
                <a:cs typeface="Arial"/>
              </a:rPr>
              <a:t> </a:t>
            </a:r>
            <a:r>
              <a:rPr sz="1200" b="0" i="1" spc="-10" dirty="0">
                <a:latin typeface="Arial"/>
                <a:cs typeface="Arial"/>
              </a:rPr>
              <a:t>Cx</a:t>
            </a:r>
            <a:r>
              <a:rPr sz="1200" b="0" i="1" spc="9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will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35" dirty="0">
                <a:latin typeface="Arial"/>
                <a:cs typeface="Arial"/>
              </a:rPr>
              <a:t>relate</a:t>
            </a:r>
            <a:r>
              <a:rPr sz="1200" b="0" dirty="0">
                <a:latin typeface="Arial"/>
                <a:cs typeface="Arial"/>
              </a:rPr>
              <a:t> to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all </a:t>
            </a:r>
            <a:r>
              <a:rPr sz="1200" b="0" spc="-50" dirty="0">
                <a:latin typeface="Arial"/>
                <a:cs typeface="Arial"/>
              </a:rPr>
              <a:t>states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spc="390" dirty="0">
                <a:latin typeface="Apple Symbols"/>
                <a:cs typeface="Apple Symbols"/>
              </a:rPr>
              <a:t>⇒</a:t>
            </a:r>
            <a:r>
              <a:rPr sz="1200" b="0" spc="-100" dirty="0">
                <a:latin typeface="Apple Symbols"/>
                <a:cs typeface="Apple Symbols"/>
              </a:rPr>
              <a:t> </a:t>
            </a:r>
            <a:r>
              <a:rPr sz="1200" b="0" spc="-40" dirty="0">
                <a:latin typeface="Arial"/>
                <a:cs typeface="Arial"/>
              </a:rPr>
              <a:t>regulating</a:t>
            </a:r>
            <a:r>
              <a:rPr sz="1200" b="0" spc="-25" dirty="0">
                <a:latin typeface="Arial"/>
                <a:cs typeface="Arial"/>
              </a:rPr>
              <a:t> </a:t>
            </a:r>
            <a:r>
              <a:rPr sz="1200" b="0" i="1" spc="60" dirty="0">
                <a:latin typeface="Arial"/>
                <a:cs typeface="Arial"/>
              </a:rPr>
              <a:t>x</a:t>
            </a:r>
            <a:r>
              <a:rPr sz="1200" b="0" i="1" spc="89" baseline="31250" dirty="0">
                <a:latin typeface="Arial"/>
                <a:cs typeface="Arial"/>
              </a:rPr>
              <a:t>T</a:t>
            </a:r>
            <a:r>
              <a:rPr sz="1200" b="0" i="1" spc="-104" baseline="31250" dirty="0">
                <a:latin typeface="Arial"/>
                <a:cs typeface="Arial"/>
              </a:rPr>
              <a:t> </a:t>
            </a:r>
            <a:r>
              <a:rPr sz="1200" b="0" i="1" dirty="0">
                <a:latin typeface="Arial"/>
                <a:cs typeface="Arial"/>
              </a:rPr>
              <a:t>Qx</a:t>
            </a:r>
            <a:r>
              <a:rPr sz="1200" b="0" i="1" spc="45" dirty="0">
                <a:latin typeface="Arial"/>
                <a:cs typeface="Arial"/>
              </a:rPr>
              <a:t> </a:t>
            </a:r>
            <a:r>
              <a:rPr sz="1200" b="0" spc="200" dirty="0">
                <a:latin typeface="Arial"/>
                <a:cs typeface="Arial"/>
              </a:rPr>
              <a:t>=</a:t>
            </a:r>
            <a:r>
              <a:rPr sz="1200" b="0" spc="-55" dirty="0">
                <a:latin typeface="Arial"/>
                <a:cs typeface="Arial"/>
              </a:rPr>
              <a:t> </a:t>
            </a:r>
            <a:r>
              <a:rPr sz="1200" b="0" i="1" spc="-75" dirty="0">
                <a:latin typeface="Arial"/>
                <a:cs typeface="Arial"/>
              </a:rPr>
              <a:t>x</a:t>
            </a:r>
            <a:r>
              <a:rPr sz="1200" b="0" i="1" spc="-225" dirty="0">
                <a:latin typeface="Arial"/>
                <a:cs typeface="Arial"/>
              </a:rPr>
              <a:t> </a:t>
            </a:r>
            <a:r>
              <a:rPr sz="1200" b="0" i="1" spc="127" baseline="31250" dirty="0">
                <a:latin typeface="Arial"/>
                <a:cs typeface="Arial"/>
              </a:rPr>
              <a:t>T</a:t>
            </a:r>
            <a:r>
              <a:rPr sz="1200" b="0" i="1" spc="-104" baseline="31250" dirty="0">
                <a:latin typeface="Arial"/>
                <a:cs typeface="Arial"/>
              </a:rPr>
              <a:t> </a:t>
            </a:r>
            <a:r>
              <a:rPr sz="1200" b="0" i="1" spc="50" dirty="0">
                <a:latin typeface="Arial"/>
                <a:cs typeface="Arial"/>
              </a:rPr>
              <a:t>C</a:t>
            </a:r>
            <a:r>
              <a:rPr sz="1200" b="0" i="1" spc="75" baseline="31250" dirty="0">
                <a:latin typeface="Arial"/>
                <a:cs typeface="Arial"/>
              </a:rPr>
              <a:t>T</a:t>
            </a:r>
            <a:r>
              <a:rPr sz="1200" b="0" i="1" spc="-104" baseline="31250" dirty="0">
                <a:latin typeface="Arial"/>
                <a:cs typeface="Arial"/>
              </a:rPr>
              <a:t> </a:t>
            </a:r>
            <a:r>
              <a:rPr sz="1200" b="0" i="1" spc="-10" dirty="0">
                <a:latin typeface="Arial"/>
                <a:cs typeface="Arial"/>
              </a:rPr>
              <a:t>Cx</a:t>
            </a:r>
            <a:r>
              <a:rPr sz="1200" b="0" i="1" spc="9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will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45" dirty="0">
                <a:latin typeface="Arial"/>
                <a:cs typeface="Arial"/>
              </a:rPr>
              <a:t>regulate</a:t>
            </a:r>
            <a:r>
              <a:rPr sz="1200" b="0" dirty="0">
                <a:latin typeface="Arial"/>
                <a:cs typeface="Arial"/>
              </a:rPr>
              <a:t> all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30" dirty="0">
                <a:latin typeface="Arial"/>
                <a:cs typeface="Arial"/>
              </a:rPr>
              <a:t>states</a:t>
            </a:r>
            <a:endParaRPr sz="1200">
              <a:latin typeface="Arial"/>
              <a:cs typeface="Arial"/>
            </a:endParaRPr>
          </a:p>
          <a:p>
            <a:pPr marL="360680" marR="30480" indent="-193040">
              <a:lnSpc>
                <a:spcPct val="100000"/>
              </a:lnSpc>
              <a:spcBef>
                <a:spcPts val="61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0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i="1" spc="-25" dirty="0">
                <a:latin typeface="Arial"/>
                <a:cs typeface="Arial"/>
              </a:rPr>
              <a:t>formally</a:t>
            </a:r>
            <a:r>
              <a:rPr sz="1200" b="0" spc="-25" dirty="0">
                <a:latin typeface="Arial"/>
                <a:cs typeface="Arial"/>
              </a:rPr>
              <a:t>:</a:t>
            </a:r>
            <a:r>
              <a:rPr sz="1200" b="0" spc="12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if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(</a:t>
            </a:r>
            <a:r>
              <a:rPr sz="1200" b="0" i="1" dirty="0">
                <a:latin typeface="Arial"/>
                <a:cs typeface="Arial"/>
              </a:rPr>
              <a:t>A,</a:t>
            </a:r>
            <a:r>
              <a:rPr sz="1200" b="0" i="1" spc="-135" dirty="0">
                <a:latin typeface="Arial"/>
                <a:cs typeface="Arial"/>
              </a:rPr>
              <a:t> </a:t>
            </a:r>
            <a:r>
              <a:rPr sz="1200" b="0" i="1" spc="-130" dirty="0">
                <a:latin typeface="Arial"/>
                <a:cs typeface="Arial"/>
              </a:rPr>
              <a:t>C</a:t>
            </a:r>
            <a:r>
              <a:rPr sz="1200" b="0" i="1" spc="-195" dirty="0">
                <a:latin typeface="Arial"/>
                <a:cs typeface="Arial"/>
              </a:rPr>
              <a:t> </a:t>
            </a:r>
            <a:r>
              <a:rPr sz="1200" b="0" spc="50" dirty="0">
                <a:latin typeface="Arial"/>
                <a:cs typeface="Arial"/>
              </a:rPr>
              <a:t>)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observable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35" dirty="0">
                <a:latin typeface="Arial"/>
                <a:cs typeface="Arial"/>
              </a:rPr>
              <a:t>(detectable),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the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30" dirty="0">
                <a:latin typeface="Arial"/>
                <a:cs typeface="Arial"/>
              </a:rPr>
              <a:t>solution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of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the </a:t>
            </a:r>
            <a:r>
              <a:rPr sz="1200" b="0" spc="-30" dirty="0">
                <a:latin typeface="Arial"/>
                <a:cs typeface="Arial"/>
              </a:rPr>
              <a:t>Riccati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40" dirty="0">
                <a:latin typeface="Arial"/>
                <a:cs typeface="Arial"/>
              </a:rPr>
              <a:t>equation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will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converge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a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40" dirty="0">
                <a:latin typeface="Arial"/>
                <a:cs typeface="Arial"/>
              </a:rPr>
              <a:t>positive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40" dirty="0">
                <a:latin typeface="Arial"/>
                <a:cs typeface="Arial"/>
              </a:rPr>
              <a:t>(semi)definite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value </a:t>
            </a:r>
            <a:r>
              <a:rPr sz="1200" b="0" i="1" spc="65" dirty="0">
                <a:latin typeface="Arial"/>
                <a:cs typeface="Arial"/>
              </a:rPr>
              <a:t>P</a:t>
            </a:r>
            <a:r>
              <a:rPr sz="1200" b="0" spc="97" baseline="-13888" dirty="0">
                <a:latin typeface="Arial"/>
                <a:cs typeface="Arial"/>
              </a:rPr>
              <a:t>+</a:t>
            </a:r>
            <a:r>
              <a:rPr sz="1200" b="0" spc="247" baseline="-13888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(proof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in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course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notes)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32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0" dirty="0"/>
              <a:t>Additional</a:t>
            </a:r>
            <a:r>
              <a:rPr spc="5" dirty="0"/>
              <a:t> </a:t>
            </a:r>
            <a:r>
              <a:rPr spc="-105" dirty="0"/>
              <a:t>excellent</a:t>
            </a:r>
            <a:r>
              <a:rPr spc="5" dirty="0"/>
              <a:t> </a:t>
            </a:r>
            <a:r>
              <a:rPr spc="-95" dirty="0"/>
              <a:t>properties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85" dirty="0"/>
              <a:t>stationary</a:t>
            </a:r>
            <a:r>
              <a:rPr spc="5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28" y="941270"/>
            <a:ext cx="4317365" cy="1644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marR="69215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5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stationary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LQR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yields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guaranteed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stability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controllable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(stabilizable)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observable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(detectable) systems</a:t>
            </a:r>
            <a:endParaRPr sz="12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turns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out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LQ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regulators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full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excellent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additional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properties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of:</a:t>
            </a:r>
            <a:endParaRPr sz="12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31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60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degree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margin</a:t>
            </a:r>
            <a:endParaRPr sz="12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3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9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infinite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gain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margin</a:t>
            </a:r>
            <a:endParaRPr sz="12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3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stability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guaranteed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50%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reduction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gain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33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Applications</a:t>
            </a:r>
            <a:r>
              <a:rPr spc="45" dirty="0"/>
              <a:t> </a:t>
            </a:r>
            <a:r>
              <a:rPr spc="-130" dirty="0"/>
              <a:t>and</a:t>
            </a:r>
            <a:r>
              <a:rPr spc="45" dirty="0"/>
              <a:t> </a:t>
            </a:r>
            <a:r>
              <a:rPr spc="-80" dirty="0"/>
              <a:t>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110528" y="858901"/>
                <a:ext cx="4387850" cy="1781898"/>
              </a:xfrm>
              <a:prstGeom prst="rect">
                <a:avLst/>
              </a:prstGeom>
            </p:spPr>
            <p:txBody>
              <a:bodyPr vert="horz" wrap="square" lIns="0" tIns="514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405"/>
                  </a:spcBef>
                </a:pPr>
                <a:r>
                  <a:rPr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choosing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sz="1200" i="1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Q</a:t>
                </a:r>
                <a:r>
                  <a:rPr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:</a:t>
                </a:r>
                <a:endParaRPr sz="1200" dirty="0">
                  <a:latin typeface="Arial"/>
                  <a:cs typeface="Arial"/>
                </a:endParaRPr>
              </a:p>
              <a:p>
                <a:pPr marL="335280" marR="180340" indent="-193040">
                  <a:lnSpc>
                    <a:spcPct val="100000"/>
                  </a:lnSpc>
                  <a:spcBef>
                    <a:spcPts val="300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20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if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there</a:t>
                </a:r>
                <a:r>
                  <a:rPr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is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not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good</a:t>
                </a:r>
                <a:r>
                  <a:rPr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idea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for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structure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for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Q</a:t>
                </a:r>
                <a:r>
                  <a:rPr sz="1200" i="1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start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with</a:t>
                </a:r>
                <a:r>
                  <a:rPr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diagonal</a:t>
                </a:r>
                <a:r>
                  <a:rPr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matrices;</a:t>
                </a:r>
                <a:endParaRPr sz="1200" dirty="0">
                  <a:latin typeface="Arial"/>
                  <a:cs typeface="Arial"/>
                </a:endParaRPr>
              </a:p>
              <a:p>
                <a:pPr marL="335280" marR="173990" indent="-193040">
                  <a:lnSpc>
                    <a:spcPct val="100000"/>
                  </a:lnSpc>
                  <a:spcBef>
                    <a:spcPts val="610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18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gain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an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idea</a:t>
                </a:r>
                <a:r>
                  <a:rPr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of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magnitude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of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each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state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variable</a:t>
                </a:r>
                <a:r>
                  <a:rPr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input variable</a:t>
                </a:r>
                <a:endParaRPr sz="1200" dirty="0">
                  <a:latin typeface="Arial"/>
                  <a:cs typeface="Arial"/>
                </a:endParaRPr>
              </a:p>
              <a:p>
                <a:pPr marL="142875">
                  <a:lnSpc>
                    <a:spcPct val="100000"/>
                  </a:lnSpc>
                  <a:spcBef>
                    <a:spcPts val="30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31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call</a:t>
                </a:r>
                <a:r>
                  <a:rPr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them</a:t>
                </a:r>
                <a:r>
                  <a:rPr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sz="1200" i="1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i,</a:t>
                </a:r>
                <a:r>
                  <a:rPr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max</a:t>
                </a:r>
                <a:r>
                  <a:rPr sz="1200" spc="322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i</a:t>
                </a:r>
                <a:r>
                  <a:rPr sz="1200" i="1" spc="10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sz="1200" i="1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sz="1200" spc="4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u</a:t>
                </a:r>
                <a:r>
                  <a:rPr sz="1200" i="1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i,</a:t>
                </a:r>
                <a:r>
                  <a:rPr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max</a:t>
                </a:r>
                <a:r>
                  <a:rPr sz="1200" spc="315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i</a:t>
                </a:r>
                <a:r>
                  <a:rPr sz="1200" i="1" spc="1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sz="1200" i="1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,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sz="1200" i="1" spc="-204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endParaRPr sz="1200" dirty="0">
                  <a:latin typeface="Arial"/>
                  <a:cs typeface="Arial"/>
                </a:endParaRPr>
              </a:p>
              <a:p>
                <a:pPr marL="142875">
                  <a:lnSpc>
                    <a:spcPct val="100000"/>
                  </a:lnSpc>
                  <a:spcBef>
                    <a:spcPts val="30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27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95" dirty="0">
                    <a:solidFill>
                      <a:srgbClr val="FFFFFF"/>
                    </a:solidFill>
                    <a:latin typeface="Arial"/>
                    <a:cs typeface="Arial"/>
                  </a:rPr>
                  <a:t>make</a:t>
                </a:r>
                <a:r>
                  <a:rPr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diagonal</a:t>
                </a:r>
                <a:r>
                  <a:rPr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elements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of</a:t>
                </a:r>
                <a:r>
                  <a:rPr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Q</a:t>
                </a:r>
                <a:r>
                  <a:rPr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r>
                  <a:rPr sz="1200" i="1" spc="9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inversely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proportional</a:t>
                </a:r>
                <a:r>
                  <a:rPr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to</a:t>
                </a:r>
                <a:endParaRPr sz="1200" dirty="0">
                  <a:latin typeface="Arial"/>
                  <a:cs typeface="Arial"/>
                </a:endParaRPr>
              </a:p>
              <a:p>
                <a:pPr marL="335280">
                  <a:lnSpc>
                    <a:spcPct val="100000"/>
                  </a:lnSpc>
                  <a:spcBef>
                    <a:spcPts val="5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altLang="zh-CN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,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altLang="zh-CN" sz="1200" spc="34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-40" dirty="0">
                    <a:solidFill>
                      <a:schemeClr val="bg1"/>
                    </a:solidFill>
                    <a:latin typeface="Arial"/>
                    <a:cs typeface="Arial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altLang="zh-CN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,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200" spc="345" dirty="0">
                    <a:solidFill>
                      <a:schemeClr val="bg1"/>
                    </a:solidFill>
                    <a:latin typeface="Arial"/>
                    <a:cs typeface="Arial"/>
                  </a:rPr>
                  <a:t>,</a:t>
                </a:r>
                <a:r>
                  <a:rPr lang="en-US" altLang="zh-CN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respectively.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8" y="858901"/>
                <a:ext cx="4387850" cy="1781898"/>
              </a:xfrm>
              <a:prstGeom prst="rect">
                <a:avLst/>
              </a:prstGeom>
              <a:blipFill>
                <a:blip r:embed="rId2"/>
                <a:stretch>
                  <a:fillRect l="-1250" t="-342" r="-1250" b="-3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34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3819</Words>
  <Application>Microsoft Office PowerPoint</Application>
  <PresentationFormat>自定义</PresentationFormat>
  <Paragraphs>733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Apple Symbols</vt:lpstr>
      <vt:lpstr>Arial Unicode MS</vt:lpstr>
      <vt:lpstr>Hack</vt:lpstr>
      <vt:lpstr>Arial</vt:lpstr>
      <vt:lpstr>Cambria Math</vt:lpstr>
      <vt:lpstr>Times New Roman</vt:lpstr>
      <vt:lpstr>Office Theme</vt:lpstr>
      <vt:lpstr>Linear Quadratic Optimal Control</vt:lpstr>
      <vt:lpstr>Motivation</vt:lpstr>
      <vt:lpstr>PowerPoint 演示文稿</vt:lpstr>
      <vt:lpstr>Goal</vt:lpstr>
      <vt:lpstr>Observations</vt:lpstr>
      <vt:lpstr>PowerPoint 演示文稿</vt:lpstr>
      <vt:lpstr>Solution concept: infinite-horizon/stationary LQ</vt:lpstr>
      <vt:lpstr>Solution of the infinite-horizon LQ</vt:lpstr>
      <vt:lpstr>Observations</vt:lpstr>
      <vt:lpstr>Observations</vt:lpstr>
      <vt:lpstr>PowerPoint 演示文稿</vt:lpstr>
      <vt:lpstr>Example</vt:lpstr>
      <vt:lpstr>LQ with State Feedback</vt:lpstr>
      <vt:lpstr>Example: Stationary LQR of a pure inertia system</vt:lpstr>
      <vt:lpstr>PowerPoint 演示文稿</vt:lpstr>
      <vt:lpstr>MATLAB commands</vt:lpstr>
      <vt:lpstr>PowerPoint 演示文稿</vt:lpstr>
      <vt:lpstr>Solution to the finite-horizon LQ</vt:lpstr>
      <vt:lpstr>Solution to the finite-horizon LQ</vt:lpstr>
      <vt:lpstr>Solution to the finite-horizon LQ</vt:lpstr>
      <vt:lpstr>Solution to the finite-horizon LQ</vt:lpstr>
      <vt:lpstr>Observations</vt:lpstr>
      <vt:lpstr>Observations</vt:lpstr>
      <vt:lpstr>Example: LQR of a pure inertia system</vt:lpstr>
      <vt:lpstr>PowerPoint 演示文稿</vt:lpstr>
      <vt:lpstr>Example: LQR of a pure inertia system: analysis</vt:lpstr>
      <vt:lpstr>Example: LQR of a pure inertia system: analysis</vt:lpstr>
      <vt:lpstr>Example: LQR of a pure inertia system: analysis</vt:lpstr>
      <vt:lpstr>PowerPoint 演示文稿</vt:lpstr>
      <vt:lpstr>From LQ to stationary LQ</vt:lpstr>
      <vt:lpstr>Need for controllability/stabilizability</vt:lpstr>
      <vt:lpstr>Need for observability/detectability</vt:lpstr>
      <vt:lpstr>Additional excellent properties of stationary LQ</vt:lpstr>
      <vt:lpstr>Applications and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Shuan Cheng</cp:lastModifiedBy>
  <cp:revision>1</cp:revision>
  <dcterms:created xsi:type="dcterms:W3CDTF">2025-07-12T07:59:09Z</dcterms:created>
  <dcterms:modified xsi:type="dcterms:W3CDTF">2025-11-23T01:41:46Z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2025-07-12T00:00:00Z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