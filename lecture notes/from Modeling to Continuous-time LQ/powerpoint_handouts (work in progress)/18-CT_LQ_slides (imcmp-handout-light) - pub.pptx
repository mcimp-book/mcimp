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FEA958-8438-4273-94B8-19FCCE5A2E3C}" v="2984" dt="2025-11-23T01:41:23.536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50" d="100"/>
          <a:sy n="150" d="100"/>
        </p:scale>
        <p:origin x="1265" y="10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uan Cheng" userId="b14087c0-bac9-44dd-b3f8-5d50e1ee75e5" providerId="ADAL" clId="{75A9BF88-81BC-4677-82BB-DF96F3D360A6}"/>
    <pc:docChg chg="undo redo custSel modSld">
      <pc:chgData name="Shuan Cheng" userId="b14087c0-bac9-44dd-b3f8-5d50e1ee75e5" providerId="ADAL" clId="{75A9BF88-81BC-4677-82BB-DF96F3D360A6}" dt="2025-11-23T01:41:23.535" v="3589" actId="20577"/>
      <pc:docMkLst>
        <pc:docMk/>
      </pc:docMkLst>
      <pc:sldChg chg="addSp delSp modSp mod">
        <pc:chgData name="Shuan Cheng" userId="b14087c0-bac9-44dd-b3f8-5d50e1ee75e5" providerId="ADAL" clId="{75A9BF88-81BC-4677-82BB-DF96F3D360A6}" dt="2025-11-22T23:25:20.799" v="148" actId="1076"/>
        <pc:sldMkLst>
          <pc:docMk/>
          <pc:sldMk cId="0" sldId="259"/>
        </pc:sldMkLst>
        <pc:spChg chg="mod">
          <ac:chgData name="Shuan Cheng" userId="b14087c0-bac9-44dd-b3f8-5d50e1ee75e5" providerId="ADAL" clId="{75A9BF88-81BC-4677-82BB-DF96F3D360A6}" dt="2025-11-22T23:22:32.014" v="16" actId="20577"/>
          <ac:spMkLst>
            <pc:docMk/>
            <pc:sldMk cId="0" sldId="259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2:56.400" v="17" actId="478"/>
          <ac:spMkLst>
            <pc:docMk/>
            <pc:sldMk cId="0" sldId="259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2:56.400" v="17" actId="478"/>
          <ac:spMkLst>
            <pc:docMk/>
            <pc:sldMk cId="0" sldId="259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2:56.400" v="17" actId="478"/>
          <ac:spMkLst>
            <pc:docMk/>
            <pc:sldMk cId="0" sldId="259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2:56.400" v="17" actId="478"/>
          <ac:spMkLst>
            <pc:docMk/>
            <pc:sldMk cId="0" sldId="259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2:56.400" v="17" actId="478"/>
          <ac:spMkLst>
            <pc:docMk/>
            <pc:sldMk cId="0" sldId="259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2:56.400" v="17" actId="478"/>
          <ac:spMkLst>
            <pc:docMk/>
            <pc:sldMk cId="0" sldId="259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2:56.400" v="17" actId="478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23:07.445" v="18" actId="14100"/>
          <ac:spMkLst>
            <pc:docMk/>
            <pc:sldMk cId="0" sldId="259"/>
            <ac:spMk id="14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23:25:20.799" v="148" actId="1076"/>
          <ac:spMkLst>
            <pc:docMk/>
            <pc:sldMk cId="0" sldId="259"/>
            <ac:spMk id="23" creationId="{CE2A54A4-3C9F-AAB7-78AE-BAE8DF884AE5}"/>
          </ac:spMkLst>
        </pc:spChg>
      </pc:sldChg>
      <pc:sldChg chg="addSp delSp modSp mod">
        <pc:chgData name="Shuan Cheng" userId="b14087c0-bac9-44dd-b3f8-5d50e1ee75e5" providerId="ADAL" clId="{75A9BF88-81BC-4677-82BB-DF96F3D360A6}" dt="2025-11-22T23:27:21.778" v="175" actId="1076"/>
        <pc:sldMkLst>
          <pc:docMk/>
          <pc:sldMk cId="0" sldId="260"/>
        </pc:sldMkLst>
        <pc:spChg chg="del">
          <ac:chgData name="Shuan Cheng" userId="b14087c0-bac9-44dd-b3f8-5d50e1ee75e5" providerId="ADAL" clId="{75A9BF88-81BC-4677-82BB-DF96F3D360A6}" dt="2025-11-22T23:26:05.569" v="151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6:05.569" v="151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6:05.569" v="151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6:05.569" v="151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6:05.569" v="151" actId="478"/>
          <ac:spMkLst>
            <pc:docMk/>
            <pc:sldMk cId="0" sldId="260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6:05.569" v="151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6:05.569" v="151" actId="478"/>
          <ac:spMkLst>
            <pc:docMk/>
            <pc:sldMk cId="0" sldId="260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6:05.569" v="151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6:05.569" v="151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6:05.569" v="151" actId="478"/>
          <ac:spMkLst>
            <pc:docMk/>
            <pc:sldMk cId="0" sldId="260"/>
            <ac:spMk id="15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26:26.127" v="155" actId="14100"/>
          <ac:spMkLst>
            <pc:docMk/>
            <pc:sldMk cId="0" sldId="260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6:22.881" v="154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6:22.881" v="154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6:22.881" v="154" actId="478"/>
          <ac:spMkLst>
            <pc:docMk/>
            <pc:sldMk cId="0" sldId="260"/>
            <ac:spMk id="1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6:22.881" v="154" actId="478"/>
          <ac:spMkLst>
            <pc:docMk/>
            <pc:sldMk cId="0" sldId="260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6:22.881" v="154" actId="478"/>
          <ac:spMkLst>
            <pc:docMk/>
            <pc:sldMk cId="0" sldId="260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6:22.881" v="154" actId="478"/>
          <ac:spMkLst>
            <pc:docMk/>
            <pc:sldMk cId="0" sldId="260"/>
            <ac:spMk id="2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6:22.881" v="154" actId="478"/>
          <ac:spMkLst>
            <pc:docMk/>
            <pc:sldMk cId="0" sldId="260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6:22.881" v="154" actId="478"/>
          <ac:spMkLst>
            <pc:docMk/>
            <pc:sldMk cId="0" sldId="260"/>
            <ac:spMk id="2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6:22.881" v="154" actId="478"/>
          <ac:spMkLst>
            <pc:docMk/>
            <pc:sldMk cId="0" sldId="260"/>
            <ac:spMk id="2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01.230" v="169" actId="478"/>
          <ac:spMkLst>
            <pc:docMk/>
            <pc:sldMk cId="0" sldId="260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01.230" v="169" actId="478"/>
          <ac:spMkLst>
            <pc:docMk/>
            <pc:sldMk cId="0" sldId="260"/>
            <ac:spMk id="2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01.230" v="169" actId="478"/>
          <ac:spMkLst>
            <pc:docMk/>
            <pc:sldMk cId="0" sldId="260"/>
            <ac:spMk id="2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01.230" v="169" actId="478"/>
          <ac:spMkLst>
            <pc:docMk/>
            <pc:sldMk cId="0" sldId="260"/>
            <ac:spMk id="3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01.230" v="169" actId="478"/>
          <ac:spMkLst>
            <pc:docMk/>
            <pc:sldMk cId="0" sldId="260"/>
            <ac:spMk id="3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01.230" v="169" actId="478"/>
          <ac:spMkLst>
            <pc:docMk/>
            <pc:sldMk cId="0" sldId="260"/>
            <ac:spMk id="3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7:01.230" v="169" actId="478"/>
          <ac:spMkLst>
            <pc:docMk/>
            <pc:sldMk cId="0" sldId="260"/>
            <ac:spMk id="33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23:26:10.589" v="153" actId="1076"/>
          <ac:spMkLst>
            <pc:docMk/>
            <pc:sldMk cId="0" sldId="260"/>
            <ac:spMk id="38" creationId="{BDDEE4B9-C237-4266-A713-DB5EDD5605B0}"/>
          </ac:spMkLst>
        </pc:spChg>
        <pc:spChg chg="add mod">
          <ac:chgData name="Shuan Cheng" userId="b14087c0-bac9-44dd-b3f8-5d50e1ee75e5" providerId="ADAL" clId="{75A9BF88-81BC-4677-82BB-DF96F3D360A6}" dt="2025-11-22T23:26:56.186" v="168" actId="1076"/>
          <ac:spMkLst>
            <pc:docMk/>
            <pc:sldMk cId="0" sldId="260"/>
            <ac:spMk id="39" creationId="{4C7564F6-0F16-0C1E-A88E-D683DDA0EE3F}"/>
          </ac:spMkLst>
        </pc:spChg>
        <pc:spChg chg="add mod">
          <ac:chgData name="Shuan Cheng" userId="b14087c0-bac9-44dd-b3f8-5d50e1ee75e5" providerId="ADAL" clId="{75A9BF88-81BC-4677-82BB-DF96F3D360A6}" dt="2025-11-22T23:27:21.778" v="175" actId="1076"/>
          <ac:spMkLst>
            <pc:docMk/>
            <pc:sldMk cId="0" sldId="260"/>
            <ac:spMk id="40" creationId="{421586A7-CF54-AC8D-7DD6-62707F373340}"/>
          </ac:spMkLst>
        </pc:spChg>
      </pc:sldChg>
      <pc:sldChg chg="addSp delSp modSp mod">
        <pc:chgData name="Shuan Cheng" userId="b14087c0-bac9-44dd-b3f8-5d50e1ee75e5" providerId="ADAL" clId="{75A9BF88-81BC-4677-82BB-DF96F3D360A6}" dt="2025-11-22T23:38:41.285" v="646" actId="20577"/>
        <pc:sldMkLst>
          <pc:docMk/>
          <pc:sldMk cId="0" sldId="262"/>
        </pc:sldMkLst>
        <pc:spChg chg="del">
          <ac:chgData name="Shuan Cheng" userId="b14087c0-bac9-44dd-b3f8-5d50e1ee75e5" providerId="ADAL" clId="{75A9BF88-81BC-4677-82BB-DF96F3D360A6}" dt="2025-11-22T23:29:31.652" v="176" actId="478"/>
          <ac:spMkLst>
            <pc:docMk/>
            <pc:sldMk cId="0" sldId="262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9:31.652" v="176" actId="478"/>
          <ac:spMkLst>
            <pc:docMk/>
            <pc:sldMk cId="0" sldId="262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9:31.652" v="176" actId="478"/>
          <ac:spMkLst>
            <pc:docMk/>
            <pc:sldMk cId="0" sldId="262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9:31.652" v="176" actId="478"/>
          <ac:spMkLst>
            <pc:docMk/>
            <pc:sldMk cId="0" sldId="262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9:31.652" v="176" actId="478"/>
          <ac:spMkLst>
            <pc:docMk/>
            <pc:sldMk cId="0" sldId="262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9:31.652" v="176" actId="478"/>
          <ac:spMkLst>
            <pc:docMk/>
            <pc:sldMk cId="0" sldId="262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9:31.652" v="176" actId="478"/>
          <ac:spMkLst>
            <pc:docMk/>
            <pc:sldMk cId="0" sldId="262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29:31.652" v="176" actId="478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30:23.993" v="219" actId="20577"/>
          <ac:spMkLst>
            <pc:docMk/>
            <pc:sldMk cId="0" sldId="262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30:49.711" v="225" actId="478"/>
          <ac:spMkLst>
            <pc:docMk/>
            <pc:sldMk cId="0" sldId="262"/>
            <ac:spMk id="14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31:03.915" v="235" actId="14100"/>
          <ac:spMkLst>
            <pc:docMk/>
            <pc:sldMk cId="0" sldId="262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30:39.971" v="222" actId="478"/>
          <ac:spMkLst>
            <pc:docMk/>
            <pc:sldMk cId="0" sldId="262"/>
            <ac:spMk id="16" creationId="{00000000-0000-0000-0000-000000000000}"/>
          </ac:spMkLst>
        </pc:spChg>
        <pc:spChg chg="del mod">
          <ac:chgData name="Shuan Cheng" userId="b14087c0-bac9-44dd-b3f8-5d50e1ee75e5" providerId="ADAL" clId="{75A9BF88-81BC-4677-82BB-DF96F3D360A6}" dt="2025-11-22T23:30:33.983" v="221" actId="478"/>
          <ac:spMkLst>
            <pc:docMk/>
            <pc:sldMk cId="0" sldId="262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30:42.653" v="223" actId="478"/>
          <ac:spMkLst>
            <pc:docMk/>
            <pc:sldMk cId="0" sldId="262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30:39.971" v="222" actId="478"/>
          <ac:spMkLst>
            <pc:docMk/>
            <pc:sldMk cId="0" sldId="262"/>
            <ac:spMk id="1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30:39.971" v="222" actId="478"/>
          <ac:spMkLst>
            <pc:docMk/>
            <pc:sldMk cId="0" sldId="262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30:39.971" v="222" actId="478"/>
          <ac:spMkLst>
            <pc:docMk/>
            <pc:sldMk cId="0" sldId="262"/>
            <ac:spMk id="21" creationId="{00000000-0000-0000-0000-000000000000}"/>
          </ac:spMkLst>
        </pc:spChg>
        <pc:spChg chg="del mod">
          <ac:chgData name="Shuan Cheng" userId="b14087c0-bac9-44dd-b3f8-5d50e1ee75e5" providerId="ADAL" clId="{75A9BF88-81BC-4677-82BB-DF96F3D360A6}" dt="2025-11-22T23:38:13.888" v="607" actId="478"/>
          <ac:spMkLst>
            <pc:docMk/>
            <pc:sldMk cId="0" sldId="262"/>
            <ac:spMk id="22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38:41.285" v="646" actId="20577"/>
          <ac:spMkLst>
            <pc:docMk/>
            <pc:sldMk cId="0" sldId="262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31:27.350" v="241" actId="478"/>
          <ac:spMkLst>
            <pc:docMk/>
            <pc:sldMk cId="0" sldId="262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31:27.350" v="241" actId="478"/>
          <ac:spMkLst>
            <pc:docMk/>
            <pc:sldMk cId="0" sldId="262"/>
            <ac:spMk id="2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31:27.350" v="241" actId="478"/>
          <ac:spMkLst>
            <pc:docMk/>
            <pc:sldMk cId="0" sldId="262"/>
            <ac:spMk id="3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31:27.350" v="241" actId="478"/>
          <ac:spMkLst>
            <pc:docMk/>
            <pc:sldMk cId="0" sldId="262"/>
            <ac:spMk id="3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31:27.350" v="241" actId="478"/>
          <ac:spMkLst>
            <pc:docMk/>
            <pc:sldMk cId="0" sldId="262"/>
            <ac:spMk id="3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31:27.350" v="241" actId="478"/>
          <ac:spMkLst>
            <pc:docMk/>
            <pc:sldMk cId="0" sldId="262"/>
            <ac:spMk id="3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31:27.350" v="241" actId="478"/>
          <ac:spMkLst>
            <pc:docMk/>
            <pc:sldMk cId="0" sldId="262"/>
            <ac:spMk id="3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31:27.350" v="241" actId="478"/>
          <ac:spMkLst>
            <pc:docMk/>
            <pc:sldMk cId="0" sldId="262"/>
            <ac:spMk id="3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31:27.350" v="241" actId="478"/>
          <ac:spMkLst>
            <pc:docMk/>
            <pc:sldMk cId="0" sldId="262"/>
            <ac:spMk id="3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31:27.350" v="241" actId="478"/>
          <ac:spMkLst>
            <pc:docMk/>
            <pc:sldMk cId="0" sldId="262"/>
            <ac:spMk id="40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2T23:32:41.392" v="295" actId="478"/>
          <ac:spMkLst>
            <pc:docMk/>
            <pc:sldMk cId="0" sldId="262"/>
            <ac:spMk id="41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2T23:32:41.392" v="295" actId="478"/>
          <ac:spMkLst>
            <pc:docMk/>
            <pc:sldMk cId="0" sldId="262"/>
            <ac:spMk id="42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2T23:32:46.217" v="297" actId="478"/>
          <ac:spMkLst>
            <pc:docMk/>
            <pc:sldMk cId="0" sldId="262"/>
            <ac:spMk id="43" creationId="{00000000-0000-0000-0000-000000000000}"/>
          </ac:spMkLst>
        </pc:spChg>
        <pc:spChg chg="del mod">
          <ac:chgData name="Shuan Cheng" userId="b14087c0-bac9-44dd-b3f8-5d50e1ee75e5" providerId="ADAL" clId="{75A9BF88-81BC-4677-82BB-DF96F3D360A6}" dt="2025-11-22T23:33:55.793" v="372" actId="478"/>
          <ac:spMkLst>
            <pc:docMk/>
            <pc:sldMk cId="0" sldId="262"/>
            <ac:spMk id="44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23:30:13.021" v="195" actId="1076"/>
          <ac:spMkLst>
            <pc:docMk/>
            <pc:sldMk cId="0" sldId="262"/>
            <ac:spMk id="50" creationId="{4424EBA2-B5AD-C2F2-66FE-8155B0E4286C}"/>
          </ac:spMkLst>
        </pc:spChg>
        <pc:spChg chg="add mod">
          <ac:chgData name="Shuan Cheng" userId="b14087c0-bac9-44dd-b3f8-5d50e1ee75e5" providerId="ADAL" clId="{75A9BF88-81BC-4677-82BB-DF96F3D360A6}" dt="2025-11-22T23:34:21.937" v="381" actId="1076"/>
          <ac:spMkLst>
            <pc:docMk/>
            <pc:sldMk cId="0" sldId="262"/>
            <ac:spMk id="51" creationId="{FFC70EA8-FC6E-FE3C-D076-378A491478AB}"/>
          </ac:spMkLst>
        </pc:spChg>
        <pc:spChg chg="add mod">
          <ac:chgData name="Shuan Cheng" userId="b14087c0-bac9-44dd-b3f8-5d50e1ee75e5" providerId="ADAL" clId="{75A9BF88-81BC-4677-82BB-DF96F3D360A6}" dt="2025-11-22T23:37:51.021" v="606" actId="1076"/>
          <ac:spMkLst>
            <pc:docMk/>
            <pc:sldMk cId="0" sldId="262"/>
            <ac:spMk id="52" creationId="{42388D4A-57C5-921E-2BFD-FD4E4F2110DB}"/>
          </ac:spMkLst>
        </pc:spChg>
        <pc:spChg chg="add mod">
          <ac:chgData name="Shuan Cheng" userId="b14087c0-bac9-44dd-b3f8-5d50e1ee75e5" providerId="ADAL" clId="{75A9BF88-81BC-4677-82BB-DF96F3D360A6}" dt="2025-11-22T23:35:37.712" v="454" actId="1076"/>
          <ac:spMkLst>
            <pc:docMk/>
            <pc:sldMk cId="0" sldId="262"/>
            <ac:spMk id="53" creationId="{34F17514-99E5-1698-95FF-0851890E5F16}"/>
          </ac:spMkLst>
        </pc:spChg>
      </pc:sldChg>
      <pc:sldChg chg="addSp delSp modSp mod">
        <pc:chgData name="Shuan Cheng" userId="b14087c0-bac9-44dd-b3f8-5d50e1ee75e5" providerId="ADAL" clId="{75A9BF88-81BC-4677-82BB-DF96F3D360A6}" dt="2025-11-22T23:45:19.650" v="664" actId="1076"/>
        <pc:sldMkLst>
          <pc:docMk/>
          <pc:sldMk cId="0" sldId="263"/>
        </pc:sldMkLst>
        <pc:spChg chg="del">
          <ac:chgData name="Shuan Cheng" userId="b14087c0-bac9-44dd-b3f8-5d50e1ee75e5" providerId="ADAL" clId="{75A9BF88-81BC-4677-82BB-DF96F3D360A6}" dt="2025-11-22T23:42:27.481" v="647" actId="478"/>
          <ac:spMkLst>
            <pc:docMk/>
            <pc:sldMk cId="0" sldId="263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2:27.481" v="647" actId="478"/>
          <ac:spMkLst>
            <pc:docMk/>
            <pc:sldMk cId="0" sldId="263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2:27.481" v="647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2:27.481" v="647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2:27.481" v="647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2:27.481" v="647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2:27.481" v="647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2:27.481" v="647" actId="478"/>
          <ac:spMkLst>
            <pc:docMk/>
            <pc:sldMk cId="0" sldId="263"/>
            <ac:spMk id="11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43:00.959" v="660" actId="2057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44:48.990" v="661" actId="1076"/>
          <ac:spMkLst>
            <pc:docMk/>
            <pc:sldMk cId="0" sldId="263"/>
            <ac:spMk id="17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45:19.650" v="664" actId="1076"/>
          <ac:spMkLst>
            <pc:docMk/>
            <pc:sldMk cId="0" sldId="263"/>
            <ac:spMk id="21" creationId="{00000000-0000-0000-0000-000000000000}"/>
          </ac:spMkLst>
        </pc:spChg>
        <pc:spChg chg="add del mod">
          <ac:chgData name="Shuan Cheng" userId="b14087c0-bac9-44dd-b3f8-5d50e1ee75e5" providerId="ADAL" clId="{75A9BF88-81BC-4677-82BB-DF96F3D360A6}" dt="2025-11-22T23:42:56.600" v="651" actId="1076"/>
          <ac:spMkLst>
            <pc:docMk/>
            <pc:sldMk cId="0" sldId="263"/>
            <ac:spMk id="27" creationId="{BAD06CAA-AB97-6740-C256-32CA13F474E4}"/>
          </ac:spMkLst>
        </pc:spChg>
      </pc:sldChg>
      <pc:sldChg chg="addSp delSp modSp mod">
        <pc:chgData name="Shuan Cheng" userId="b14087c0-bac9-44dd-b3f8-5d50e1ee75e5" providerId="ADAL" clId="{75A9BF88-81BC-4677-82BB-DF96F3D360A6}" dt="2025-11-23T00:00:53.002" v="1021" actId="14100"/>
        <pc:sldMkLst>
          <pc:docMk/>
          <pc:sldMk cId="0" sldId="264"/>
        </pc:sldMkLst>
        <pc:spChg chg="del">
          <ac:chgData name="Shuan Cheng" userId="b14087c0-bac9-44dd-b3f8-5d50e1ee75e5" providerId="ADAL" clId="{75A9BF88-81BC-4677-82BB-DF96F3D360A6}" dt="2025-11-22T23:46:46.879" v="665" actId="478"/>
          <ac:spMkLst>
            <pc:docMk/>
            <pc:sldMk cId="0" sldId="264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6:46.879" v="665" actId="478"/>
          <ac:spMkLst>
            <pc:docMk/>
            <pc:sldMk cId="0" sldId="264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6:46.879" v="665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6:46.879" v="665" actId="478"/>
          <ac:spMkLst>
            <pc:docMk/>
            <pc:sldMk cId="0" sldId="264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6:46.879" v="665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6:46.879" v="665" actId="478"/>
          <ac:spMkLst>
            <pc:docMk/>
            <pc:sldMk cId="0" sldId="264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6:46.879" v="665" actId="478"/>
          <ac:spMkLst>
            <pc:docMk/>
            <pc:sldMk cId="0" sldId="264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6:46.879" v="665" actId="478"/>
          <ac:spMkLst>
            <pc:docMk/>
            <pc:sldMk cId="0" sldId="264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6:46.879" v="665" actId="478"/>
          <ac:spMkLst>
            <pc:docMk/>
            <pc:sldMk cId="0" sldId="264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46:46.879" v="665" actId="478"/>
          <ac:spMkLst>
            <pc:docMk/>
            <pc:sldMk cId="0" sldId="264"/>
            <ac:spMk id="17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47:17.232" v="674" actId="1076"/>
          <ac:spMkLst>
            <pc:docMk/>
            <pc:sldMk cId="0" sldId="264"/>
            <ac:spMk id="27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47:17.232" v="674" actId="1076"/>
          <ac:spMkLst>
            <pc:docMk/>
            <pc:sldMk cId="0" sldId="264"/>
            <ac:spMk id="28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49:07.845" v="705" actId="1076"/>
          <ac:spMkLst>
            <pc:docMk/>
            <pc:sldMk cId="0" sldId="264"/>
            <ac:spMk id="31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47:38.841" v="677" actId="1076"/>
          <ac:spMkLst>
            <pc:docMk/>
            <pc:sldMk cId="0" sldId="264"/>
            <ac:spMk id="32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0:00:53.002" v="1021" actId="14100"/>
          <ac:spMkLst>
            <pc:docMk/>
            <pc:sldMk cId="0" sldId="264"/>
            <ac:spMk id="39" creationId="{21CF3ECD-405E-C8D2-3AC3-9E24F316F504}"/>
          </ac:spMkLst>
        </pc:spChg>
      </pc:sldChg>
      <pc:sldChg chg="addSp delSp modSp mod">
        <pc:chgData name="Shuan Cheng" userId="b14087c0-bac9-44dd-b3f8-5d50e1ee75e5" providerId="ADAL" clId="{75A9BF88-81BC-4677-82BB-DF96F3D360A6}" dt="2025-11-23T00:00:01.437" v="1020" actId="14100"/>
        <pc:sldMkLst>
          <pc:docMk/>
          <pc:sldMk cId="0" sldId="265"/>
        </pc:sldMkLst>
        <pc:spChg chg="mod">
          <ac:chgData name="Shuan Cheng" userId="b14087c0-bac9-44dd-b3f8-5d50e1ee75e5" providerId="ADAL" clId="{75A9BF88-81BC-4677-82BB-DF96F3D360A6}" dt="2025-11-22T23:53:33.741" v="856" actId="14100"/>
          <ac:spMkLst>
            <pc:docMk/>
            <pc:sldMk cId="0" sldId="265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4:58.082" v="882" actId="478"/>
          <ac:spMkLst>
            <pc:docMk/>
            <pc:sldMk cId="0" sldId="265"/>
            <ac:spMk id="5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57:07.310" v="968" actId="1076"/>
          <ac:spMkLst>
            <pc:docMk/>
            <pc:sldMk cId="0" sldId="265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4:58.082" v="882" actId="478"/>
          <ac:spMkLst>
            <pc:docMk/>
            <pc:sldMk cId="0" sldId="265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4:58.082" v="882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4:58.082" v="882" actId="478"/>
          <ac:spMkLst>
            <pc:docMk/>
            <pc:sldMk cId="0" sldId="265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4:58.082" v="882" actId="478"/>
          <ac:spMkLst>
            <pc:docMk/>
            <pc:sldMk cId="0" sldId="265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4:58.082" v="882" actId="478"/>
          <ac:spMkLst>
            <pc:docMk/>
            <pc:sldMk cId="0" sldId="265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4:58.082" v="882" actId="478"/>
          <ac:spMkLst>
            <pc:docMk/>
            <pc:sldMk cId="0" sldId="265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4:58.082" v="882" actId="478"/>
          <ac:spMkLst>
            <pc:docMk/>
            <pc:sldMk cId="0" sldId="265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4:58.082" v="882" actId="478"/>
          <ac:spMkLst>
            <pc:docMk/>
            <pc:sldMk cId="0" sldId="265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4:58.082" v="882" actId="478"/>
          <ac:spMkLst>
            <pc:docMk/>
            <pc:sldMk cId="0" sldId="265"/>
            <ac:spMk id="22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54:49.628" v="872" actId="20577"/>
          <ac:spMkLst>
            <pc:docMk/>
            <pc:sldMk cId="0" sldId="265"/>
            <ac:spMk id="23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54:54.790" v="881" actId="20577"/>
          <ac:spMkLst>
            <pc:docMk/>
            <pc:sldMk cId="0" sldId="265"/>
            <ac:spMk id="2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3:58.952" v="857" actId="478"/>
          <ac:spMkLst>
            <pc:docMk/>
            <pc:sldMk cId="0" sldId="265"/>
            <ac:spMk id="2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5:12.606" v="886" actId="478"/>
          <ac:spMkLst>
            <pc:docMk/>
            <pc:sldMk cId="0" sldId="265"/>
            <ac:spMk id="29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2T23:55:14.793" v="887" actId="20577"/>
          <ac:spMkLst>
            <pc:docMk/>
            <pc:sldMk cId="0" sldId="265"/>
            <ac:spMk id="3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5:12.606" v="886" actId="478"/>
          <ac:spMkLst>
            <pc:docMk/>
            <pc:sldMk cId="0" sldId="265"/>
            <ac:spMk id="3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5:12.606" v="886" actId="478"/>
          <ac:spMkLst>
            <pc:docMk/>
            <pc:sldMk cId="0" sldId="265"/>
            <ac:spMk id="3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5:12.606" v="886" actId="478"/>
          <ac:spMkLst>
            <pc:docMk/>
            <pc:sldMk cId="0" sldId="265"/>
            <ac:spMk id="3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5:12.606" v="886" actId="478"/>
          <ac:spMkLst>
            <pc:docMk/>
            <pc:sldMk cId="0" sldId="265"/>
            <ac:spMk id="3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5:12.606" v="886" actId="478"/>
          <ac:spMkLst>
            <pc:docMk/>
            <pc:sldMk cId="0" sldId="265"/>
            <ac:spMk id="3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5:12.606" v="886" actId="478"/>
          <ac:spMkLst>
            <pc:docMk/>
            <pc:sldMk cId="0" sldId="265"/>
            <ac:spMk id="3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5:12.606" v="886" actId="478"/>
          <ac:spMkLst>
            <pc:docMk/>
            <pc:sldMk cId="0" sldId="265"/>
            <ac:spMk id="3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2T23:55:12.606" v="886" actId="478"/>
          <ac:spMkLst>
            <pc:docMk/>
            <pc:sldMk cId="0" sldId="265"/>
            <ac:spMk id="38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00:01.437" v="1020" actId="14100"/>
          <ac:spMkLst>
            <pc:docMk/>
            <pc:sldMk cId="0" sldId="265"/>
            <ac:spMk id="40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2T23:59:27.699" v="1016" actId="1076"/>
          <ac:spMkLst>
            <pc:docMk/>
            <pc:sldMk cId="0" sldId="265"/>
            <ac:spMk id="46" creationId="{14FA3BB1-660F-5B1D-6D75-D759CD50FF9A}"/>
          </ac:spMkLst>
        </pc:spChg>
        <pc:spChg chg="add mod">
          <ac:chgData name="Shuan Cheng" userId="b14087c0-bac9-44dd-b3f8-5d50e1ee75e5" providerId="ADAL" clId="{75A9BF88-81BC-4677-82BB-DF96F3D360A6}" dt="2025-11-22T23:56:31.251" v="956" actId="1076"/>
          <ac:spMkLst>
            <pc:docMk/>
            <pc:sldMk cId="0" sldId="265"/>
            <ac:spMk id="47" creationId="{24904497-8A9D-317A-3178-7DAE60AE2170}"/>
          </ac:spMkLst>
        </pc:spChg>
        <pc:spChg chg="add mod">
          <ac:chgData name="Shuan Cheng" userId="b14087c0-bac9-44dd-b3f8-5d50e1ee75e5" providerId="ADAL" clId="{75A9BF88-81BC-4677-82BB-DF96F3D360A6}" dt="2025-11-22T23:57:03.011" v="967" actId="1076"/>
          <ac:spMkLst>
            <pc:docMk/>
            <pc:sldMk cId="0" sldId="265"/>
            <ac:spMk id="48" creationId="{9C511989-A8F7-042C-EB5E-14B9DD876027}"/>
          </ac:spMkLst>
        </pc:spChg>
        <pc:spChg chg="add mod">
          <ac:chgData name="Shuan Cheng" userId="b14087c0-bac9-44dd-b3f8-5d50e1ee75e5" providerId="ADAL" clId="{75A9BF88-81BC-4677-82BB-DF96F3D360A6}" dt="2025-11-22T23:56:59.144" v="962" actId="571"/>
          <ac:spMkLst>
            <pc:docMk/>
            <pc:sldMk cId="0" sldId="265"/>
            <ac:spMk id="49" creationId="{D80130F9-6A2C-B3AD-8361-5D88645DF87C}"/>
          </ac:spMkLst>
        </pc:spChg>
        <pc:spChg chg="add mod">
          <ac:chgData name="Shuan Cheng" userId="b14087c0-bac9-44dd-b3f8-5d50e1ee75e5" providerId="ADAL" clId="{75A9BF88-81BC-4677-82BB-DF96F3D360A6}" dt="2025-11-22T23:59:40.465" v="1019" actId="1076"/>
          <ac:spMkLst>
            <pc:docMk/>
            <pc:sldMk cId="0" sldId="265"/>
            <ac:spMk id="50" creationId="{9028047D-4815-5272-E82D-FE700E502964}"/>
          </ac:spMkLst>
        </pc:spChg>
        <pc:spChg chg="add mod">
          <ac:chgData name="Shuan Cheng" userId="b14087c0-bac9-44dd-b3f8-5d50e1ee75e5" providerId="ADAL" clId="{75A9BF88-81BC-4677-82BB-DF96F3D360A6}" dt="2025-11-22T23:59:40.465" v="1019" actId="1076"/>
          <ac:spMkLst>
            <pc:docMk/>
            <pc:sldMk cId="0" sldId="265"/>
            <ac:spMk id="51" creationId="{5DA8F756-19D6-2541-DD2E-CB2AF48F750E}"/>
          </ac:spMkLst>
        </pc:spChg>
      </pc:sldChg>
      <pc:sldChg chg="addSp delSp modSp mod">
        <pc:chgData name="Shuan Cheng" userId="b14087c0-bac9-44dd-b3f8-5d50e1ee75e5" providerId="ADAL" clId="{75A9BF88-81BC-4677-82BB-DF96F3D360A6}" dt="2025-11-23T00:08:49.500" v="1421" actId="1076"/>
        <pc:sldMkLst>
          <pc:docMk/>
          <pc:sldMk cId="0" sldId="269"/>
        </pc:sldMkLst>
        <pc:spChg chg="mod">
          <ac:chgData name="Shuan Cheng" userId="b14087c0-bac9-44dd-b3f8-5d50e1ee75e5" providerId="ADAL" clId="{75A9BF88-81BC-4677-82BB-DF96F3D360A6}" dt="2025-11-23T00:01:23.758" v="1022" actId="14100"/>
          <ac:spMkLst>
            <pc:docMk/>
            <pc:sldMk cId="0" sldId="269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29.237" v="1023" actId="478"/>
          <ac:spMkLst>
            <pc:docMk/>
            <pc:sldMk cId="0" sldId="269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29.237" v="1023" actId="478"/>
          <ac:spMkLst>
            <pc:docMk/>
            <pc:sldMk cId="0" sldId="269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29.237" v="1023" actId="478"/>
          <ac:spMkLst>
            <pc:docMk/>
            <pc:sldMk cId="0" sldId="269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29.237" v="1023" actId="478"/>
          <ac:spMkLst>
            <pc:docMk/>
            <pc:sldMk cId="0" sldId="269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29.237" v="1023" actId="478"/>
          <ac:spMkLst>
            <pc:docMk/>
            <pc:sldMk cId="0" sldId="269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29.237" v="1023" actId="478"/>
          <ac:spMkLst>
            <pc:docMk/>
            <pc:sldMk cId="0" sldId="269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29.237" v="1023" actId="478"/>
          <ac:spMkLst>
            <pc:docMk/>
            <pc:sldMk cId="0" sldId="269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29.237" v="1023" actId="478"/>
          <ac:spMkLst>
            <pc:docMk/>
            <pc:sldMk cId="0" sldId="269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29.237" v="1023" actId="478"/>
          <ac:spMkLst>
            <pc:docMk/>
            <pc:sldMk cId="0" sldId="269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29.237" v="1023" actId="478"/>
          <ac:spMkLst>
            <pc:docMk/>
            <pc:sldMk cId="0" sldId="269"/>
            <ac:spMk id="17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01:32.199" v="1024" actId="14100"/>
          <ac:spMkLst>
            <pc:docMk/>
            <pc:sldMk cId="0" sldId="269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37.857" v="1025" actId="478"/>
          <ac:spMkLst>
            <pc:docMk/>
            <pc:sldMk cId="0" sldId="269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37.857" v="1025" actId="478"/>
          <ac:spMkLst>
            <pc:docMk/>
            <pc:sldMk cId="0" sldId="269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37.857" v="1025" actId="478"/>
          <ac:spMkLst>
            <pc:docMk/>
            <pc:sldMk cId="0" sldId="269"/>
            <ac:spMk id="2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37.857" v="1025" actId="478"/>
          <ac:spMkLst>
            <pc:docMk/>
            <pc:sldMk cId="0" sldId="269"/>
            <ac:spMk id="2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37.857" v="1025" actId="478"/>
          <ac:spMkLst>
            <pc:docMk/>
            <pc:sldMk cId="0" sldId="269"/>
            <ac:spMk id="2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37.857" v="1025" actId="478"/>
          <ac:spMkLst>
            <pc:docMk/>
            <pc:sldMk cId="0" sldId="269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37.857" v="1025" actId="478"/>
          <ac:spMkLst>
            <pc:docMk/>
            <pc:sldMk cId="0" sldId="269"/>
            <ac:spMk id="3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37.857" v="1025" actId="478"/>
          <ac:spMkLst>
            <pc:docMk/>
            <pc:sldMk cId="0" sldId="269"/>
            <ac:spMk id="3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37.857" v="1025" actId="478"/>
          <ac:spMkLst>
            <pc:docMk/>
            <pc:sldMk cId="0" sldId="269"/>
            <ac:spMk id="3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37.857" v="1025" actId="478"/>
          <ac:spMkLst>
            <pc:docMk/>
            <pc:sldMk cId="0" sldId="269"/>
            <ac:spMk id="3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41.070" v="1026" actId="478"/>
          <ac:spMkLst>
            <pc:docMk/>
            <pc:sldMk cId="0" sldId="269"/>
            <ac:spMk id="4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41.070" v="1026" actId="478"/>
          <ac:spMkLst>
            <pc:docMk/>
            <pc:sldMk cId="0" sldId="269"/>
            <ac:spMk id="4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41.070" v="1026" actId="478"/>
          <ac:spMkLst>
            <pc:docMk/>
            <pc:sldMk cId="0" sldId="269"/>
            <ac:spMk id="4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41.070" v="1026" actId="478"/>
          <ac:spMkLst>
            <pc:docMk/>
            <pc:sldMk cId="0" sldId="269"/>
            <ac:spMk id="4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41.070" v="1026" actId="478"/>
          <ac:spMkLst>
            <pc:docMk/>
            <pc:sldMk cId="0" sldId="269"/>
            <ac:spMk id="4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1:43.864" v="1027" actId="478"/>
          <ac:spMkLst>
            <pc:docMk/>
            <pc:sldMk cId="0" sldId="269"/>
            <ac:spMk id="45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01:50.756" v="1029" actId="20577"/>
          <ac:spMkLst>
            <pc:docMk/>
            <pc:sldMk cId="0" sldId="269"/>
            <ac:spMk id="52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0:06:40.024" v="1334" actId="255"/>
          <ac:spMkLst>
            <pc:docMk/>
            <pc:sldMk cId="0" sldId="269"/>
            <ac:spMk id="57" creationId="{895F67C1-7A93-EB32-090B-F33D28E79D00}"/>
          </ac:spMkLst>
        </pc:spChg>
        <pc:spChg chg="add mod">
          <ac:chgData name="Shuan Cheng" userId="b14087c0-bac9-44dd-b3f8-5d50e1ee75e5" providerId="ADAL" clId="{75A9BF88-81BC-4677-82BB-DF96F3D360A6}" dt="2025-11-23T00:06:47.141" v="1336" actId="1076"/>
          <ac:spMkLst>
            <pc:docMk/>
            <pc:sldMk cId="0" sldId="269"/>
            <ac:spMk id="58" creationId="{79B2F7AD-47B1-7A0B-0D66-E68DA9BBA707}"/>
          </ac:spMkLst>
        </pc:spChg>
        <pc:spChg chg="add mod">
          <ac:chgData name="Shuan Cheng" userId="b14087c0-bac9-44dd-b3f8-5d50e1ee75e5" providerId="ADAL" clId="{75A9BF88-81BC-4677-82BB-DF96F3D360A6}" dt="2025-11-23T00:08:00.474" v="1375" actId="1076"/>
          <ac:spMkLst>
            <pc:docMk/>
            <pc:sldMk cId="0" sldId="269"/>
            <ac:spMk id="59" creationId="{1267B731-AEE3-C8FF-707D-20F4860EAC1E}"/>
          </ac:spMkLst>
        </pc:spChg>
        <pc:spChg chg="add mod">
          <ac:chgData name="Shuan Cheng" userId="b14087c0-bac9-44dd-b3f8-5d50e1ee75e5" providerId="ADAL" clId="{75A9BF88-81BC-4677-82BB-DF96F3D360A6}" dt="2025-11-23T00:08:49.500" v="1421" actId="1076"/>
          <ac:spMkLst>
            <pc:docMk/>
            <pc:sldMk cId="0" sldId="269"/>
            <ac:spMk id="60" creationId="{F880EFE6-3BCD-708D-2C6A-6E8168D664B4}"/>
          </ac:spMkLst>
        </pc:spChg>
        <pc:grpChg chg="del">
          <ac:chgData name="Shuan Cheng" userId="b14087c0-bac9-44dd-b3f8-5d50e1ee75e5" providerId="ADAL" clId="{75A9BF88-81BC-4677-82BB-DF96F3D360A6}" dt="2025-11-23T00:01:47.340" v="1028" actId="478"/>
          <ac:grpSpMkLst>
            <pc:docMk/>
            <pc:sldMk cId="0" sldId="269"/>
            <ac:grpSpMk id="46" creationId="{00000000-0000-0000-0000-000000000000}"/>
          </ac:grpSpMkLst>
        </pc:grpChg>
        <pc:grpChg chg="del">
          <ac:chgData name="Shuan Cheng" userId="b14087c0-bac9-44dd-b3f8-5d50e1ee75e5" providerId="ADAL" clId="{75A9BF88-81BC-4677-82BB-DF96F3D360A6}" dt="2025-11-23T00:01:47.340" v="1028" actId="478"/>
          <ac:grpSpMkLst>
            <pc:docMk/>
            <pc:sldMk cId="0" sldId="269"/>
            <ac:grpSpMk id="49" creationId="{00000000-0000-0000-0000-000000000000}"/>
          </ac:grpSpMkLst>
        </pc:grpChg>
      </pc:sldChg>
      <pc:sldChg chg="addSp delSp modSp mod">
        <pc:chgData name="Shuan Cheng" userId="b14087c0-bac9-44dd-b3f8-5d50e1ee75e5" providerId="ADAL" clId="{75A9BF88-81BC-4677-82BB-DF96F3D360A6}" dt="2025-11-23T00:11:10.063" v="1442" actId="14100"/>
        <pc:sldMkLst>
          <pc:docMk/>
          <pc:sldMk cId="0" sldId="270"/>
        </pc:sldMkLst>
        <pc:spChg chg="del">
          <ac:chgData name="Shuan Cheng" userId="b14087c0-bac9-44dd-b3f8-5d50e1ee75e5" providerId="ADAL" clId="{75A9BF88-81BC-4677-82BB-DF96F3D360A6}" dt="2025-11-23T00:09:52.066" v="1422" actId="478"/>
          <ac:spMkLst>
            <pc:docMk/>
            <pc:sldMk cId="0" sldId="270"/>
            <ac:spMk id="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52.066" v="1422" actId="478"/>
          <ac:spMkLst>
            <pc:docMk/>
            <pc:sldMk cId="0" sldId="270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52.066" v="1422" actId="478"/>
          <ac:spMkLst>
            <pc:docMk/>
            <pc:sldMk cId="0" sldId="270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52.066" v="1422" actId="478"/>
          <ac:spMkLst>
            <pc:docMk/>
            <pc:sldMk cId="0" sldId="270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52.066" v="1422" actId="478"/>
          <ac:spMkLst>
            <pc:docMk/>
            <pc:sldMk cId="0" sldId="270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52.066" v="1422" actId="478"/>
          <ac:spMkLst>
            <pc:docMk/>
            <pc:sldMk cId="0" sldId="270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52.066" v="1422" actId="478"/>
          <ac:spMkLst>
            <pc:docMk/>
            <pc:sldMk cId="0" sldId="270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52.066" v="1422" actId="478"/>
          <ac:spMkLst>
            <pc:docMk/>
            <pc:sldMk cId="0" sldId="270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52.066" v="1422" actId="478"/>
          <ac:spMkLst>
            <pc:docMk/>
            <pc:sldMk cId="0" sldId="270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09:52.066" v="1422" actId="478"/>
          <ac:spMkLst>
            <pc:docMk/>
            <pc:sldMk cId="0" sldId="270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0:46.205" v="1434" actId="478"/>
          <ac:spMkLst>
            <pc:docMk/>
            <pc:sldMk cId="0" sldId="270"/>
            <ac:spMk id="101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10:43.528" v="1433" actId="20577"/>
          <ac:spMkLst>
            <pc:docMk/>
            <pc:sldMk cId="0" sldId="270"/>
            <ac:spMk id="10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0:36.263" v="1431" actId="478"/>
          <ac:spMkLst>
            <pc:docMk/>
            <pc:sldMk cId="0" sldId="270"/>
            <ac:spMk id="10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0:36.263" v="1431" actId="478"/>
          <ac:spMkLst>
            <pc:docMk/>
            <pc:sldMk cId="0" sldId="270"/>
            <ac:spMk id="10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0:36.263" v="1431" actId="478"/>
          <ac:spMkLst>
            <pc:docMk/>
            <pc:sldMk cId="0" sldId="270"/>
            <ac:spMk id="10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0:36.263" v="1431" actId="478"/>
          <ac:spMkLst>
            <pc:docMk/>
            <pc:sldMk cId="0" sldId="270"/>
            <ac:spMk id="10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0:36.263" v="1431" actId="478"/>
          <ac:spMkLst>
            <pc:docMk/>
            <pc:sldMk cId="0" sldId="270"/>
            <ac:spMk id="10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0:36.263" v="1431" actId="478"/>
          <ac:spMkLst>
            <pc:docMk/>
            <pc:sldMk cId="0" sldId="270"/>
            <ac:spMk id="10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0:36.263" v="1431" actId="478"/>
          <ac:spMkLst>
            <pc:docMk/>
            <pc:sldMk cId="0" sldId="270"/>
            <ac:spMk id="1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0:36.263" v="1431" actId="478"/>
          <ac:spMkLst>
            <pc:docMk/>
            <pc:sldMk cId="0" sldId="270"/>
            <ac:spMk id="1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0:36.263" v="1431" actId="478"/>
          <ac:spMkLst>
            <pc:docMk/>
            <pc:sldMk cId="0" sldId="270"/>
            <ac:spMk id="1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0:36.263" v="1431" actId="478"/>
          <ac:spMkLst>
            <pc:docMk/>
            <pc:sldMk cId="0" sldId="270"/>
            <ac:spMk id="114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10:39.700" v="1432" actId="20577"/>
          <ac:spMkLst>
            <pc:docMk/>
            <pc:sldMk cId="0" sldId="270"/>
            <ac:spMk id="115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0:10:23.933" v="1430" actId="1076"/>
          <ac:spMkLst>
            <pc:docMk/>
            <pc:sldMk cId="0" sldId="270"/>
            <ac:spMk id="121" creationId="{6A3D6769-10FD-37A7-4ABF-3916ED559BB9}"/>
          </ac:spMkLst>
        </pc:spChg>
        <pc:spChg chg="add mod">
          <ac:chgData name="Shuan Cheng" userId="b14087c0-bac9-44dd-b3f8-5d50e1ee75e5" providerId="ADAL" clId="{75A9BF88-81BC-4677-82BB-DF96F3D360A6}" dt="2025-11-23T00:11:10.063" v="1442" actId="14100"/>
          <ac:spMkLst>
            <pc:docMk/>
            <pc:sldMk cId="0" sldId="270"/>
            <ac:spMk id="123" creationId="{7E914828-0362-66E9-4E1C-1BAF6352FA7D}"/>
          </ac:spMkLst>
        </pc:spChg>
      </pc:sldChg>
      <pc:sldChg chg="addSp delSp modSp mod">
        <pc:chgData name="Shuan Cheng" userId="b14087c0-bac9-44dd-b3f8-5d50e1ee75e5" providerId="ADAL" clId="{75A9BF88-81BC-4677-82BB-DF96F3D360A6}" dt="2025-11-23T00:13:54.015" v="1484" actId="1076"/>
        <pc:sldMkLst>
          <pc:docMk/>
          <pc:sldMk cId="0" sldId="271"/>
        </pc:sldMkLst>
        <pc:spChg chg="mod">
          <ac:chgData name="Shuan Cheng" userId="b14087c0-bac9-44dd-b3f8-5d50e1ee75e5" providerId="ADAL" clId="{75A9BF88-81BC-4677-82BB-DF96F3D360A6}" dt="2025-11-23T00:12:09.649" v="1443" actId="14100"/>
          <ac:spMkLst>
            <pc:docMk/>
            <pc:sldMk cId="0" sldId="271"/>
            <ac:spMk id="3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12:15.439" v="1444" actId="1076"/>
          <ac:spMkLst>
            <pc:docMk/>
            <pc:sldMk cId="0" sldId="271"/>
            <ac:spMk id="6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12:47.127" v="1445" actId="1076"/>
          <ac:spMkLst>
            <pc:docMk/>
            <pc:sldMk cId="0" sldId="271"/>
            <ac:spMk id="8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12:47.127" v="1445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13:10.872" v="1459" actId="20577"/>
          <ac:spMkLst>
            <pc:docMk/>
            <pc:sldMk cId="0" sldId="271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3:20.379" v="1460" actId="478"/>
          <ac:spMkLst>
            <pc:docMk/>
            <pc:sldMk cId="0" sldId="271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3:20.379" v="1460" actId="478"/>
          <ac:spMkLst>
            <pc:docMk/>
            <pc:sldMk cId="0" sldId="271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3:20.379" v="1460" actId="478"/>
          <ac:spMkLst>
            <pc:docMk/>
            <pc:sldMk cId="0" sldId="271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3:20.379" v="1460" actId="478"/>
          <ac:spMkLst>
            <pc:docMk/>
            <pc:sldMk cId="0" sldId="271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3:20.379" v="1460" actId="478"/>
          <ac:spMkLst>
            <pc:docMk/>
            <pc:sldMk cId="0" sldId="271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3:20.379" v="1460" actId="478"/>
          <ac:spMkLst>
            <pc:docMk/>
            <pc:sldMk cId="0" sldId="271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3:20.379" v="1460" actId="478"/>
          <ac:spMkLst>
            <pc:docMk/>
            <pc:sldMk cId="0" sldId="271"/>
            <ac:spMk id="1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3:20.379" v="1460" actId="478"/>
          <ac:spMkLst>
            <pc:docMk/>
            <pc:sldMk cId="0" sldId="271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3:20.379" v="1460" actId="478"/>
          <ac:spMkLst>
            <pc:docMk/>
            <pc:sldMk cId="0" sldId="271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3:20.379" v="1460" actId="478"/>
          <ac:spMkLst>
            <pc:docMk/>
            <pc:sldMk cId="0" sldId="271"/>
            <ac:spMk id="22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0:13:54.015" v="1484" actId="1076"/>
          <ac:spMkLst>
            <pc:docMk/>
            <pc:sldMk cId="0" sldId="271"/>
            <ac:spMk id="28" creationId="{17EFF25E-5E6A-AF2B-43B1-2F89F3BBEF65}"/>
          </ac:spMkLst>
        </pc:spChg>
      </pc:sldChg>
      <pc:sldChg chg="addSp delSp modSp mod">
        <pc:chgData name="Shuan Cheng" userId="b14087c0-bac9-44dd-b3f8-5d50e1ee75e5" providerId="ADAL" clId="{75A9BF88-81BC-4677-82BB-DF96F3D360A6}" dt="2025-11-23T00:19:26.571" v="1757" actId="1076"/>
        <pc:sldMkLst>
          <pc:docMk/>
          <pc:sldMk cId="0" sldId="273"/>
        </pc:sldMkLst>
        <pc:spChg chg="del">
          <ac:chgData name="Shuan Cheng" userId="b14087c0-bac9-44dd-b3f8-5d50e1ee75e5" providerId="ADAL" clId="{75A9BF88-81BC-4677-82BB-DF96F3D360A6}" dt="2025-11-23T00:14:56.032" v="1485" actId="478"/>
          <ac:spMkLst>
            <pc:docMk/>
            <pc:sldMk cId="0" sldId="273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4:56.032" v="1485" actId="478"/>
          <ac:spMkLst>
            <pc:docMk/>
            <pc:sldMk cId="0" sldId="273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4:56.032" v="1485" actId="478"/>
          <ac:spMkLst>
            <pc:docMk/>
            <pc:sldMk cId="0" sldId="273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4:56.032" v="1485" actId="478"/>
          <ac:spMkLst>
            <pc:docMk/>
            <pc:sldMk cId="0" sldId="273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4:56.032" v="1485" actId="478"/>
          <ac:spMkLst>
            <pc:docMk/>
            <pc:sldMk cId="0" sldId="273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4:56.032" v="1485" actId="478"/>
          <ac:spMkLst>
            <pc:docMk/>
            <pc:sldMk cId="0" sldId="273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4:56.032" v="1485" actId="478"/>
          <ac:spMkLst>
            <pc:docMk/>
            <pc:sldMk cId="0" sldId="273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4:56.032" v="1485" actId="478"/>
          <ac:spMkLst>
            <pc:docMk/>
            <pc:sldMk cId="0" sldId="273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4:56.032" v="1485" actId="478"/>
          <ac:spMkLst>
            <pc:docMk/>
            <pc:sldMk cId="0" sldId="273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4:56.032" v="1485" actId="478"/>
          <ac:spMkLst>
            <pc:docMk/>
            <pc:sldMk cId="0" sldId="273"/>
            <ac:spMk id="16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15:22.057" v="1497" actId="20577"/>
          <ac:spMkLst>
            <pc:docMk/>
            <pc:sldMk cId="0" sldId="273"/>
            <ac:spMk id="17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15:36.580" v="1499" actId="1076"/>
          <ac:spMkLst>
            <pc:docMk/>
            <pc:sldMk cId="0" sldId="273"/>
            <ac:spMk id="18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15:27.123" v="1498" actId="14100"/>
          <ac:spMkLst>
            <pc:docMk/>
            <pc:sldMk cId="0" sldId="273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5:50.372" v="1500" actId="478"/>
          <ac:spMkLst>
            <pc:docMk/>
            <pc:sldMk cId="0" sldId="273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5:50.372" v="1500" actId="478"/>
          <ac:spMkLst>
            <pc:docMk/>
            <pc:sldMk cId="0" sldId="273"/>
            <ac:spMk id="2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5:50.372" v="1500" actId="478"/>
          <ac:spMkLst>
            <pc:docMk/>
            <pc:sldMk cId="0" sldId="273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5:50.372" v="1500" actId="478"/>
          <ac:spMkLst>
            <pc:docMk/>
            <pc:sldMk cId="0" sldId="273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5:50.372" v="1500" actId="478"/>
          <ac:spMkLst>
            <pc:docMk/>
            <pc:sldMk cId="0" sldId="273"/>
            <ac:spMk id="2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5:50.372" v="1500" actId="478"/>
          <ac:spMkLst>
            <pc:docMk/>
            <pc:sldMk cId="0" sldId="273"/>
            <ac:spMk id="3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5:50.372" v="1500" actId="478"/>
          <ac:spMkLst>
            <pc:docMk/>
            <pc:sldMk cId="0" sldId="273"/>
            <ac:spMk id="3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5:50.372" v="1500" actId="478"/>
          <ac:spMkLst>
            <pc:docMk/>
            <pc:sldMk cId="0" sldId="273"/>
            <ac:spMk id="3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5:50.372" v="1500" actId="478"/>
          <ac:spMkLst>
            <pc:docMk/>
            <pc:sldMk cId="0" sldId="273"/>
            <ac:spMk id="4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15:50.372" v="1500" actId="478"/>
          <ac:spMkLst>
            <pc:docMk/>
            <pc:sldMk cId="0" sldId="273"/>
            <ac:spMk id="43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0:15:00.078" v="1487" actId="1076"/>
          <ac:spMkLst>
            <pc:docMk/>
            <pc:sldMk cId="0" sldId="273"/>
            <ac:spMk id="51" creationId="{0F70D721-F7BF-D07F-0042-EC873ED9689C}"/>
          </ac:spMkLst>
        </pc:spChg>
        <pc:spChg chg="add mod">
          <ac:chgData name="Shuan Cheng" userId="b14087c0-bac9-44dd-b3f8-5d50e1ee75e5" providerId="ADAL" clId="{75A9BF88-81BC-4677-82BB-DF96F3D360A6}" dt="2025-11-23T00:19:26.571" v="1757" actId="1076"/>
          <ac:spMkLst>
            <pc:docMk/>
            <pc:sldMk cId="0" sldId="273"/>
            <ac:spMk id="52" creationId="{E56E0B37-1BC3-80A2-C9A8-C175FB186F62}"/>
          </ac:spMkLst>
        </pc:spChg>
      </pc:sldChg>
      <pc:sldChg chg="addSp delSp modSp mod">
        <pc:chgData name="Shuan Cheng" userId="b14087c0-bac9-44dd-b3f8-5d50e1ee75e5" providerId="ADAL" clId="{75A9BF88-81BC-4677-82BB-DF96F3D360A6}" dt="2025-11-23T00:28:16.138" v="1978" actId="1076"/>
        <pc:sldMkLst>
          <pc:docMk/>
          <pc:sldMk cId="0" sldId="274"/>
        </pc:sldMkLst>
        <pc:spChg chg="mod">
          <ac:chgData name="Shuan Cheng" userId="b14087c0-bac9-44dd-b3f8-5d50e1ee75e5" providerId="ADAL" clId="{75A9BF88-81BC-4677-82BB-DF96F3D360A6}" dt="2025-11-23T00:20:19.695" v="1760" actId="1076"/>
          <ac:spMkLst>
            <pc:docMk/>
            <pc:sldMk cId="0" sldId="274"/>
            <ac:spMk id="3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20:15.631" v="1759" actId="20577"/>
          <ac:spMkLst>
            <pc:docMk/>
            <pc:sldMk cId="0" sldId="274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1.216" v="1761" actId="478"/>
          <ac:spMkLst>
            <pc:docMk/>
            <pc:sldMk cId="0" sldId="274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1.216" v="1761" actId="478"/>
          <ac:spMkLst>
            <pc:docMk/>
            <pc:sldMk cId="0" sldId="274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1.216" v="1761" actId="478"/>
          <ac:spMkLst>
            <pc:docMk/>
            <pc:sldMk cId="0" sldId="274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1.216" v="1761" actId="478"/>
          <ac:spMkLst>
            <pc:docMk/>
            <pc:sldMk cId="0" sldId="274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1.216" v="1761" actId="478"/>
          <ac:spMkLst>
            <pc:docMk/>
            <pc:sldMk cId="0" sldId="274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1.216" v="1761" actId="478"/>
          <ac:spMkLst>
            <pc:docMk/>
            <pc:sldMk cId="0" sldId="274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1.216" v="1761" actId="478"/>
          <ac:spMkLst>
            <pc:docMk/>
            <pc:sldMk cId="0" sldId="274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1.216" v="1761" actId="478"/>
          <ac:spMkLst>
            <pc:docMk/>
            <pc:sldMk cId="0" sldId="274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1.216" v="1761" actId="478"/>
          <ac:spMkLst>
            <pc:docMk/>
            <pc:sldMk cId="0" sldId="274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1.216" v="1761" actId="478"/>
          <ac:spMkLst>
            <pc:docMk/>
            <pc:sldMk cId="0" sldId="274"/>
            <ac:spMk id="20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20:43.157" v="1762" actId="14100"/>
          <ac:spMkLst>
            <pc:docMk/>
            <pc:sldMk cId="0" sldId="274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5.278" v="1763" actId="478"/>
          <ac:spMkLst>
            <pc:docMk/>
            <pc:sldMk cId="0" sldId="274"/>
            <ac:spMk id="2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5.278" v="1763" actId="478"/>
          <ac:spMkLst>
            <pc:docMk/>
            <pc:sldMk cId="0" sldId="274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5.278" v="1763" actId="478"/>
          <ac:spMkLst>
            <pc:docMk/>
            <pc:sldMk cId="0" sldId="274"/>
            <ac:spMk id="2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5.278" v="1763" actId="478"/>
          <ac:spMkLst>
            <pc:docMk/>
            <pc:sldMk cId="0" sldId="274"/>
            <ac:spMk id="25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20:47.702" v="1764" actId="6549"/>
          <ac:spMkLst>
            <pc:docMk/>
            <pc:sldMk cId="0" sldId="274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5.278" v="1763" actId="478"/>
          <ac:spMkLst>
            <pc:docMk/>
            <pc:sldMk cId="0" sldId="274"/>
            <ac:spMk id="2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5.278" v="1763" actId="478"/>
          <ac:spMkLst>
            <pc:docMk/>
            <pc:sldMk cId="0" sldId="274"/>
            <ac:spMk id="2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5.278" v="1763" actId="478"/>
          <ac:spMkLst>
            <pc:docMk/>
            <pc:sldMk cId="0" sldId="274"/>
            <ac:spMk id="3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5.278" v="1763" actId="478"/>
          <ac:spMkLst>
            <pc:docMk/>
            <pc:sldMk cId="0" sldId="274"/>
            <ac:spMk id="3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5.278" v="1763" actId="478"/>
          <ac:spMkLst>
            <pc:docMk/>
            <pc:sldMk cId="0" sldId="274"/>
            <ac:spMk id="3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45.278" v="1763" actId="478"/>
          <ac:spMkLst>
            <pc:docMk/>
            <pc:sldMk cId="0" sldId="274"/>
            <ac:spMk id="3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2.913" v="1765" actId="478"/>
          <ac:spMkLst>
            <pc:docMk/>
            <pc:sldMk cId="0" sldId="274"/>
            <ac:spMk id="3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2.913" v="1765" actId="478"/>
          <ac:spMkLst>
            <pc:docMk/>
            <pc:sldMk cId="0" sldId="274"/>
            <ac:spMk id="3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2.913" v="1765" actId="478"/>
          <ac:spMkLst>
            <pc:docMk/>
            <pc:sldMk cId="0" sldId="274"/>
            <ac:spMk id="4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2.913" v="1765" actId="478"/>
          <ac:spMkLst>
            <pc:docMk/>
            <pc:sldMk cId="0" sldId="274"/>
            <ac:spMk id="4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2.913" v="1765" actId="478"/>
          <ac:spMkLst>
            <pc:docMk/>
            <pc:sldMk cId="0" sldId="274"/>
            <ac:spMk id="4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2.913" v="1765" actId="478"/>
          <ac:spMkLst>
            <pc:docMk/>
            <pc:sldMk cId="0" sldId="274"/>
            <ac:spMk id="5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2.913" v="1765" actId="478"/>
          <ac:spMkLst>
            <pc:docMk/>
            <pc:sldMk cId="0" sldId="274"/>
            <ac:spMk id="5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2.913" v="1765" actId="478"/>
          <ac:spMkLst>
            <pc:docMk/>
            <pc:sldMk cId="0" sldId="274"/>
            <ac:spMk id="5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2.913" v="1765" actId="478"/>
          <ac:spMkLst>
            <pc:docMk/>
            <pc:sldMk cId="0" sldId="274"/>
            <ac:spMk id="5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0:52.913" v="1765" actId="478"/>
          <ac:spMkLst>
            <pc:docMk/>
            <pc:sldMk cId="0" sldId="274"/>
            <ac:spMk id="59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0:28:16.138" v="1978" actId="1076"/>
          <ac:spMkLst>
            <pc:docMk/>
            <pc:sldMk cId="0" sldId="274"/>
            <ac:spMk id="64" creationId="{424790A6-BD11-0280-E4E4-35032E3BF406}"/>
          </ac:spMkLst>
        </pc:spChg>
        <pc:spChg chg="add mod">
          <ac:chgData name="Shuan Cheng" userId="b14087c0-bac9-44dd-b3f8-5d50e1ee75e5" providerId="ADAL" clId="{75A9BF88-81BC-4677-82BB-DF96F3D360A6}" dt="2025-11-23T00:27:52.999" v="1972" actId="1076"/>
          <ac:spMkLst>
            <pc:docMk/>
            <pc:sldMk cId="0" sldId="274"/>
            <ac:spMk id="65" creationId="{B863F250-8134-2112-8E70-69B2419136E7}"/>
          </ac:spMkLst>
        </pc:spChg>
        <pc:spChg chg="add mod">
          <ac:chgData name="Shuan Cheng" userId="b14087c0-bac9-44dd-b3f8-5d50e1ee75e5" providerId="ADAL" clId="{75A9BF88-81BC-4677-82BB-DF96F3D360A6}" dt="2025-11-23T00:24:00.154" v="1878" actId="1076"/>
          <ac:spMkLst>
            <pc:docMk/>
            <pc:sldMk cId="0" sldId="274"/>
            <ac:spMk id="66" creationId="{AD340BC1-45C3-9F65-B9C7-C235D6D39B04}"/>
          </ac:spMkLst>
        </pc:spChg>
      </pc:sldChg>
      <pc:sldChg chg="addSp delSp modSp mod">
        <pc:chgData name="Shuan Cheng" userId="b14087c0-bac9-44dd-b3f8-5d50e1ee75e5" providerId="ADAL" clId="{75A9BF88-81BC-4677-82BB-DF96F3D360A6}" dt="2025-11-23T00:36:52.365" v="2278" actId="1076"/>
        <pc:sldMkLst>
          <pc:docMk/>
          <pc:sldMk cId="0" sldId="275"/>
        </pc:sldMkLst>
        <pc:spChg chg="del">
          <ac:chgData name="Shuan Cheng" userId="b14087c0-bac9-44dd-b3f8-5d50e1ee75e5" providerId="ADAL" clId="{75A9BF88-81BC-4677-82BB-DF96F3D360A6}" dt="2025-11-23T00:29:22.784" v="1979" actId="478"/>
          <ac:spMkLst>
            <pc:docMk/>
            <pc:sldMk cId="0" sldId="275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9:22.784" v="1979" actId="478"/>
          <ac:spMkLst>
            <pc:docMk/>
            <pc:sldMk cId="0" sldId="275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9:22.784" v="1979" actId="478"/>
          <ac:spMkLst>
            <pc:docMk/>
            <pc:sldMk cId="0" sldId="275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29:22.784" v="1979" actId="478"/>
          <ac:spMkLst>
            <pc:docMk/>
            <pc:sldMk cId="0" sldId="275"/>
            <ac:spMk id="6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29:35.764" v="1984" actId="20577"/>
          <ac:spMkLst>
            <pc:docMk/>
            <pc:sldMk cId="0" sldId="275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0:40.930" v="1994" actId="478"/>
          <ac:spMkLst>
            <pc:docMk/>
            <pc:sldMk cId="0" sldId="275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0:40.930" v="1994" actId="478"/>
          <ac:spMkLst>
            <pc:docMk/>
            <pc:sldMk cId="0" sldId="275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0:40.930" v="1994" actId="478"/>
          <ac:spMkLst>
            <pc:docMk/>
            <pc:sldMk cId="0" sldId="275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0:40.930" v="1994" actId="478"/>
          <ac:spMkLst>
            <pc:docMk/>
            <pc:sldMk cId="0" sldId="275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0:40.930" v="1994" actId="478"/>
          <ac:spMkLst>
            <pc:docMk/>
            <pc:sldMk cId="0" sldId="275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0:40.930" v="1994" actId="478"/>
          <ac:spMkLst>
            <pc:docMk/>
            <pc:sldMk cId="0" sldId="275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0:40.930" v="1994" actId="478"/>
          <ac:spMkLst>
            <pc:docMk/>
            <pc:sldMk cId="0" sldId="275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0:40.930" v="1994" actId="478"/>
          <ac:spMkLst>
            <pc:docMk/>
            <pc:sldMk cId="0" sldId="275"/>
            <ac:spMk id="15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35:38.143" v="2216" actId="1076"/>
          <ac:spMkLst>
            <pc:docMk/>
            <pc:sldMk cId="0" sldId="275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0:49.466" v="1997" actId="478"/>
          <ac:spMkLst>
            <pc:docMk/>
            <pc:sldMk cId="0" sldId="275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0:49.466" v="1997" actId="478"/>
          <ac:spMkLst>
            <pc:docMk/>
            <pc:sldMk cId="0" sldId="275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0:49.466" v="1997" actId="478"/>
          <ac:spMkLst>
            <pc:docMk/>
            <pc:sldMk cId="0" sldId="275"/>
            <ac:spMk id="1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0:49.466" v="1997" actId="478"/>
          <ac:spMkLst>
            <pc:docMk/>
            <pc:sldMk cId="0" sldId="275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0:49.466" v="1997" actId="478"/>
          <ac:spMkLst>
            <pc:docMk/>
            <pc:sldMk cId="0" sldId="275"/>
            <ac:spMk id="21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0:35:16.420" v="2214" actId="20577"/>
          <ac:spMkLst>
            <pc:docMk/>
            <pc:sldMk cId="0" sldId="275"/>
            <ac:spMk id="26" creationId="{B4096D76-32DA-A535-F1DB-E343AAE5A507}"/>
          </ac:spMkLst>
        </pc:spChg>
        <pc:spChg chg="add mod">
          <ac:chgData name="Shuan Cheng" userId="b14087c0-bac9-44dd-b3f8-5d50e1ee75e5" providerId="ADAL" clId="{75A9BF88-81BC-4677-82BB-DF96F3D360A6}" dt="2025-11-23T00:35:22.063" v="2215" actId="1076"/>
          <ac:spMkLst>
            <pc:docMk/>
            <pc:sldMk cId="0" sldId="275"/>
            <ac:spMk id="27" creationId="{3E265717-3E53-D230-C8C3-9D1AA53A710A}"/>
          </ac:spMkLst>
        </pc:spChg>
        <pc:spChg chg="add mod">
          <ac:chgData name="Shuan Cheng" userId="b14087c0-bac9-44dd-b3f8-5d50e1ee75e5" providerId="ADAL" clId="{75A9BF88-81BC-4677-82BB-DF96F3D360A6}" dt="2025-11-23T00:36:52.365" v="2278" actId="1076"/>
          <ac:spMkLst>
            <pc:docMk/>
            <pc:sldMk cId="0" sldId="275"/>
            <ac:spMk id="28" creationId="{5BBD76BE-7274-64B9-C807-D08C60828874}"/>
          </ac:spMkLst>
        </pc:spChg>
      </pc:sldChg>
      <pc:sldChg chg="addSp delSp modSp mod">
        <pc:chgData name="Shuan Cheng" userId="b14087c0-bac9-44dd-b3f8-5d50e1ee75e5" providerId="ADAL" clId="{75A9BF88-81BC-4677-82BB-DF96F3D360A6}" dt="2025-11-23T00:56:54.126" v="2580" actId="1076"/>
        <pc:sldMkLst>
          <pc:docMk/>
          <pc:sldMk cId="0" sldId="276"/>
        </pc:sldMkLst>
        <pc:spChg chg="del">
          <ac:chgData name="Shuan Cheng" userId="b14087c0-bac9-44dd-b3f8-5d50e1ee75e5" providerId="ADAL" clId="{75A9BF88-81BC-4677-82BB-DF96F3D360A6}" dt="2025-11-23T00:39:02.812" v="2279" actId="478"/>
          <ac:spMkLst>
            <pc:docMk/>
            <pc:sldMk cId="0" sldId="276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9:02.812" v="2279" actId="478"/>
          <ac:spMkLst>
            <pc:docMk/>
            <pc:sldMk cId="0" sldId="276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9:02.812" v="2279" actId="478"/>
          <ac:spMkLst>
            <pc:docMk/>
            <pc:sldMk cId="0" sldId="276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9:02.812" v="2279" actId="478"/>
          <ac:spMkLst>
            <pc:docMk/>
            <pc:sldMk cId="0" sldId="276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9:02.812" v="2279" actId="478"/>
          <ac:spMkLst>
            <pc:docMk/>
            <pc:sldMk cId="0" sldId="276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9:02.812" v="2279" actId="478"/>
          <ac:spMkLst>
            <pc:docMk/>
            <pc:sldMk cId="0" sldId="276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9:02.812" v="2279" actId="478"/>
          <ac:spMkLst>
            <pc:docMk/>
            <pc:sldMk cId="0" sldId="276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9:02.812" v="2279" actId="478"/>
          <ac:spMkLst>
            <pc:docMk/>
            <pc:sldMk cId="0" sldId="276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9:02.812" v="2279" actId="478"/>
          <ac:spMkLst>
            <pc:docMk/>
            <pc:sldMk cId="0" sldId="276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9:02.812" v="2279" actId="478"/>
          <ac:spMkLst>
            <pc:docMk/>
            <pc:sldMk cId="0" sldId="276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9:47.690" v="2296" actId="478"/>
          <ac:spMkLst>
            <pc:docMk/>
            <pc:sldMk cId="0" sldId="276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9:47.690" v="2296" actId="478"/>
          <ac:spMkLst>
            <pc:docMk/>
            <pc:sldMk cId="0" sldId="276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9:47.690" v="2296" actId="478"/>
          <ac:spMkLst>
            <pc:docMk/>
            <pc:sldMk cId="0" sldId="276"/>
            <ac:spMk id="2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9:47.690" v="2296" actId="478"/>
          <ac:spMkLst>
            <pc:docMk/>
            <pc:sldMk cId="0" sldId="276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9:47.690" v="2296" actId="478"/>
          <ac:spMkLst>
            <pc:docMk/>
            <pc:sldMk cId="0" sldId="276"/>
            <ac:spMk id="2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9:47.690" v="2296" actId="478"/>
          <ac:spMkLst>
            <pc:docMk/>
            <pc:sldMk cId="0" sldId="276"/>
            <ac:spMk id="3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9:47.690" v="2296" actId="478"/>
          <ac:spMkLst>
            <pc:docMk/>
            <pc:sldMk cId="0" sldId="276"/>
            <ac:spMk id="3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9:47.690" v="2296" actId="478"/>
          <ac:spMkLst>
            <pc:docMk/>
            <pc:sldMk cId="0" sldId="276"/>
            <ac:spMk id="3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9:47.690" v="2296" actId="478"/>
          <ac:spMkLst>
            <pc:docMk/>
            <pc:sldMk cId="0" sldId="276"/>
            <ac:spMk id="3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39:47.690" v="2296" actId="478"/>
          <ac:spMkLst>
            <pc:docMk/>
            <pc:sldMk cId="0" sldId="276"/>
            <ac:spMk id="42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43:39.565" v="2362" actId="14100"/>
          <ac:spMkLst>
            <pc:docMk/>
            <pc:sldMk cId="0" sldId="276"/>
            <ac:spMk id="43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0:40:10.692" v="2300" actId="478"/>
          <ac:spMkLst>
            <pc:docMk/>
            <pc:sldMk cId="0" sldId="276"/>
            <ac:spMk id="48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0:40:10.692" v="2300" actId="478"/>
          <ac:spMkLst>
            <pc:docMk/>
            <pc:sldMk cId="0" sldId="276"/>
            <ac:spMk id="49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0:40:10.692" v="2300" actId="478"/>
          <ac:spMkLst>
            <pc:docMk/>
            <pc:sldMk cId="0" sldId="276"/>
            <ac:spMk id="50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0:40:10.692" v="2300" actId="478"/>
          <ac:spMkLst>
            <pc:docMk/>
            <pc:sldMk cId="0" sldId="276"/>
            <ac:spMk id="54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0:40:10.692" v="2300" actId="478"/>
          <ac:spMkLst>
            <pc:docMk/>
            <pc:sldMk cId="0" sldId="276"/>
            <ac:spMk id="55" creationId="{00000000-0000-0000-0000-000000000000}"/>
          </ac:spMkLst>
        </pc:spChg>
        <pc:spChg chg="add del mod">
          <ac:chgData name="Shuan Cheng" userId="b14087c0-bac9-44dd-b3f8-5d50e1ee75e5" providerId="ADAL" clId="{75A9BF88-81BC-4677-82BB-DF96F3D360A6}" dt="2025-11-23T00:44:14.183" v="2376" actId="478"/>
          <ac:spMkLst>
            <pc:docMk/>
            <pc:sldMk cId="0" sldId="276"/>
            <ac:spMk id="56" creationId="{00000000-0000-0000-0000-000000000000}"/>
          </ac:spMkLst>
        </pc:spChg>
        <pc:spChg chg="add del mod">
          <ac:chgData name="Shuan Cheng" userId="b14087c0-bac9-44dd-b3f8-5d50e1ee75e5" providerId="ADAL" clId="{75A9BF88-81BC-4677-82BB-DF96F3D360A6}" dt="2025-11-23T00:44:14.183" v="2376" actId="478"/>
          <ac:spMkLst>
            <pc:docMk/>
            <pc:sldMk cId="0" sldId="276"/>
            <ac:spMk id="57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44:47.320" v="2407" actId="1076"/>
          <ac:spMkLst>
            <pc:docMk/>
            <pc:sldMk cId="0" sldId="276"/>
            <ac:spMk id="58" creationId="{00000000-0000-0000-0000-000000000000}"/>
          </ac:spMkLst>
        </pc:spChg>
        <pc:spChg chg="add del mod">
          <ac:chgData name="Shuan Cheng" userId="b14087c0-bac9-44dd-b3f8-5d50e1ee75e5" providerId="ADAL" clId="{75A9BF88-81BC-4677-82BB-DF96F3D360A6}" dt="2025-11-23T00:44:14.183" v="2376" actId="478"/>
          <ac:spMkLst>
            <pc:docMk/>
            <pc:sldMk cId="0" sldId="276"/>
            <ac:spMk id="59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0:44:11.909" v="2375" actId="478"/>
          <ac:spMkLst>
            <pc:docMk/>
            <pc:sldMk cId="0" sldId="276"/>
            <ac:spMk id="62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0:44:11.909" v="2375" actId="478"/>
          <ac:spMkLst>
            <pc:docMk/>
            <pc:sldMk cId="0" sldId="276"/>
            <ac:spMk id="63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0:39:42.313" v="2295" actId="1076"/>
          <ac:spMkLst>
            <pc:docMk/>
            <pc:sldMk cId="0" sldId="276"/>
            <ac:spMk id="64" creationId="{B65F2077-BEBA-2013-CE8F-44175C33064F}"/>
          </ac:spMkLst>
        </pc:spChg>
        <pc:spChg chg="add mod">
          <ac:chgData name="Shuan Cheng" userId="b14087c0-bac9-44dd-b3f8-5d50e1ee75e5" providerId="ADAL" clId="{75A9BF88-81BC-4677-82BB-DF96F3D360A6}" dt="2025-11-23T00:51:17.873" v="2542" actId="115"/>
          <ac:spMkLst>
            <pc:docMk/>
            <pc:sldMk cId="0" sldId="276"/>
            <ac:spMk id="65" creationId="{FBB47EAC-5E59-B36F-59C9-2A8865780D80}"/>
          </ac:spMkLst>
        </pc:spChg>
        <pc:spChg chg="add mod">
          <ac:chgData name="Shuan Cheng" userId="b14087c0-bac9-44dd-b3f8-5d50e1ee75e5" providerId="ADAL" clId="{75A9BF88-81BC-4677-82BB-DF96F3D360A6}" dt="2025-11-23T00:49:13.578" v="2514" actId="1076"/>
          <ac:spMkLst>
            <pc:docMk/>
            <pc:sldMk cId="0" sldId="276"/>
            <ac:spMk id="66" creationId="{FF304E4D-B724-435D-4F21-374DF0B70645}"/>
          </ac:spMkLst>
        </pc:spChg>
        <pc:spChg chg="add">
          <ac:chgData name="Shuan Cheng" userId="b14087c0-bac9-44dd-b3f8-5d50e1ee75e5" providerId="ADAL" clId="{75A9BF88-81BC-4677-82BB-DF96F3D360A6}" dt="2025-11-23T00:54:56.783" v="2543"/>
          <ac:spMkLst>
            <pc:docMk/>
            <pc:sldMk cId="0" sldId="276"/>
            <ac:spMk id="89" creationId="{F86C9483-24AD-745D-7370-26B779C35C89}"/>
          </ac:spMkLst>
        </pc:spChg>
        <pc:spChg chg="add">
          <ac:chgData name="Shuan Cheng" userId="b14087c0-bac9-44dd-b3f8-5d50e1ee75e5" providerId="ADAL" clId="{75A9BF88-81BC-4677-82BB-DF96F3D360A6}" dt="2025-11-23T00:54:56.783" v="2543"/>
          <ac:spMkLst>
            <pc:docMk/>
            <pc:sldMk cId="0" sldId="276"/>
            <ac:spMk id="90" creationId="{AC11737E-845C-7E9E-D7D1-FA0D50AF4FD8}"/>
          </ac:spMkLst>
        </pc:spChg>
        <pc:spChg chg="add del mod">
          <ac:chgData name="Shuan Cheng" userId="b14087c0-bac9-44dd-b3f8-5d50e1ee75e5" providerId="ADAL" clId="{75A9BF88-81BC-4677-82BB-DF96F3D360A6}" dt="2025-11-23T00:55:07.466" v="2546" actId="478"/>
          <ac:spMkLst>
            <pc:docMk/>
            <pc:sldMk cId="0" sldId="276"/>
            <ac:spMk id="94" creationId="{1FE15E9C-2254-7069-9EB1-BBD729C14D94}"/>
          </ac:spMkLst>
        </pc:spChg>
        <pc:spChg chg="add mod">
          <ac:chgData name="Shuan Cheng" userId="b14087c0-bac9-44dd-b3f8-5d50e1ee75e5" providerId="ADAL" clId="{75A9BF88-81BC-4677-82BB-DF96F3D360A6}" dt="2025-11-23T00:55:04.799" v="2545" actId="1076"/>
          <ac:spMkLst>
            <pc:docMk/>
            <pc:sldMk cId="0" sldId="276"/>
            <ac:spMk id="95" creationId="{CF59965D-8068-5700-CF93-AC2D1BD47D01}"/>
          </ac:spMkLst>
        </pc:spChg>
        <pc:grpChg chg="add del">
          <ac:chgData name="Shuan Cheng" userId="b14087c0-bac9-44dd-b3f8-5d50e1ee75e5" providerId="ADAL" clId="{75A9BF88-81BC-4677-82BB-DF96F3D360A6}" dt="2025-11-23T00:40:04.100" v="2299" actId="478"/>
          <ac:grpSpMkLst>
            <pc:docMk/>
            <pc:sldMk cId="0" sldId="276"/>
            <ac:grpSpMk id="44" creationId="{00000000-0000-0000-0000-000000000000}"/>
          </ac:grpSpMkLst>
        </pc:grpChg>
        <pc:grpChg chg="add del">
          <ac:chgData name="Shuan Cheng" userId="b14087c0-bac9-44dd-b3f8-5d50e1ee75e5" providerId="ADAL" clId="{75A9BF88-81BC-4677-82BB-DF96F3D360A6}" dt="2025-11-23T00:40:10.692" v="2300" actId="478"/>
          <ac:grpSpMkLst>
            <pc:docMk/>
            <pc:sldMk cId="0" sldId="276"/>
            <ac:grpSpMk id="51" creationId="{00000000-0000-0000-0000-000000000000}"/>
          </ac:grpSpMkLst>
        </pc:grpChg>
        <pc:grpChg chg="add mod">
          <ac:chgData name="Shuan Cheng" userId="b14087c0-bac9-44dd-b3f8-5d50e1ee75e5" providerId="ADAL" clId="{75A9BF88-81BC-4677-82BB-DF96F3D360A6}" dt="2025-11-23T00:56:43.581" v="2576" actId="1076"/>
          <ac:grpSpMkLst>
            <pc:docMk/>
            <pc:sldMk cId="0" sldId="276"/>
            <ac:grpSpMk id="96" creationId="{8D38FB10-006A-E9C4-9793-BF3BFEAD267C}"/>
          </ac:grpSpMkLst>
        </pc:grpChg>
        <pc:grpChg chg="add mod">
          <ac:chgData name="Shuan Cheng" userId="b14087c0-bac9-44dd-b3f8-5d50e1ee75e5" providerId="ADAL" clId="{75A9BF88-81BC-4677-82BB-DF96F3D360A6}" dt="2025-11-23T00:55:56.190" v="2567" actId="1076"/>
          <ac:grpSpMkLst>
            <pc:docMk/>
            <pc:sldMk cId="0" sldId="276"/>
            <ac:grpSpMk id="97" creationId="{EB703C29-F171-CE6A-7DB6-01A293195AEC}"/>
          </ac:grpSpMkLst>
        </pc:grpChg>
        <pc:grpChg chg="add mod">
          <ac:chgData name="Shuan Cheng" userId="b14087c0-bac9-44dd-b3f8-5d50e1ee75e5" providerId="ADAL" clId="{75A9BF88-81BC-4677-82BB-DF96F3D360A6}" dt="2025-11-23T00:56:10.437" v="2569" actId="1076"/>
          <ac:grpSpMkLst>
            <pc:docMk/>
            <pc:sldMk cId="0" sldId="276"/>
            <ac:grpSpMk id="101" creationId="{7D016214-D557-8C00-856A-A5FAEE793E03}"/>
          </ac:grpSpMkLst>
        </pc:grpChg>
        <pc:grpChg chg="add mod">
          <ac:chgData name="Shuan Cheng" userId="b14087c0-bac9-44dd-b3f8-5d50e1ee75e5" providerId="ADAL" clId="{75A9BF88-81BC-4677-82BB-DF96F3D360A6}" dt="2025-11-23T00:56:54.126" v="2580" actId="1076"/>
          <ac:grpSpMkLst>
            <pc:docMk/>
            <pc:sldMk cId="0" sldId="276"/>
            <ac:grpSpMk id="106" creationId="{3382B7CF-D2F0-F92C-E958-422FFA374FA5}"/>
          </ac:grpSpMkLst>
        </pc:grpChg>
        <pc:cxnChg chg="add mod">
          <ac:chgData name="Shuan Cheng" userId="b14087c0-bac9-44dd-b3f8-5d50e1ee75e5" providerId="ADAL" clId="{75A9BF88-81BC-4677-82BB-DF96F3D360A6}" dt="2025-11-23T00:49:08.042" v="2513" actId="1076"/>
          <ac:cxnSpMkLst>
            <pc:docMk/>
            <pc:sldMk cId="0" sldId="276"/>
            <ac:cxnSpMk id="68" creationId="{AEA57ED3-2C66-6B18-7066-9123F53F8C4D}"/>
          </ac:cxnSpMkLst>
        </pc:cxnChg>
        <pc:cxnChg chg="add mod">
          <ac:chgData name="Shuan Cheng" userId="b14087c0-bac9-44dd-b3f8-5d50e1ee75e5" providerId="ADAL" clId="{75A9BF88-81BC-4677-82BB-DF96F3D360A6}" dt="2025-11-23T00:47:56.402" v="2506" actId="14100"/>
          <ac:cxnSpMkLst>
            <pc:docMk/>
            <pc:sldMk cId="0" sldId="276"/>
            <ac:cxnSpMk id="69" creationId="{2B7527FE-B945-4635-D902-CA8B8B199075}"/>
          </ac:cxnSpMkLst>
        </pc:cxnChg>
        <pc:cxnChg chg="add del mod">
          <ac:chgData name="Shuan Cheng" userId="b14087c0-bac9-44dd-b3f8-5d50e1ee75e5" providerId="ADAL" clId="{75A9BF88-81BC-4677-82BB-DF96F3D360A6}" dt="2025-11-23T00:55:37.190" v="2560" actId="478"/>
          <ac:cxnSpMkLst>
            <pc:docMk/>
            <pc:sldMk cId="0" sldId="276"/>
            <ac:cxnSpMk id="72" creationId="{1FAF1A12-4A15-FE95-942D-B220431D8DD7}"/>
          </ac:cxnSpMkLst>
        </pc:cxnChg>
        <pc:cxnChg chg="add del mod">
          <ac:chgData name="Shuan Cheng" userId="b14087c0-bac9-44dd-b3f8-5d50e1ee75e5" providerId="ADAL" clId="{75A9BF88-81BC-4677-82BB-DF96F3D360A6}" dt="2025-11-23T00:55:37.190" v="2560" actId="478"/>
          <ac:cxnSpMkLst>
            <pc:docMk/>
            <pc:sldMk cId="0" sldId="276"/>
            <ac:cxnSpMk id="74" creationId="{03ADD12C-732B-A4F5-2DF3-8AEA14F66BB0}"/>
          </ac:cxnSpMkLst>
        </pc:cxnChg>
        <pc:cxnChg chg="add del mod">
          <ac:chgData name="Shuan Cheng" userId="b14087c0-bac9-44dd-b3f8-5d50e1ee75e5" providerId="ADAL" clId="{75A9BF88-81BC-4677-82BB-DF96F3D360A6}" dt="2025-11-23T00:49:56.837" v="2524" actId="478"/>
          <ac:cxnSpMkLst>
            <pc:docMk/>
            <pc:sldMk cId="0" sldId="276"/>
            <ac:cxnSpMk id="75" creationId="{DD8982C2-A4AC-20C7-B475-DD415FA8FE28}"/>
          </ac:cxnSpMkLst>
        </pc:cxnChg>
        <pc:cxnChg chg="add del mod">
          <ac:chgData name="Shuan Cheng" userId="b14087c0-bac9-44dd-b3f8-5d50e1ee75e5" providerId="ADAL" clId="{75A9BF88-81BC-4677-82BB-DF96F3D360A6}" dt="2025-11-23T00:49:56.837" v="2524" actId="478"/>
          <ac:cxnSpMkLst>
            <pc:docMk/>
            <pc:sldMk cId="0" sldId="276"/>
            <ac:cxnSpMk id="76" creationId="{93EB8B25-E8FE-5959-14BE-84A0250D5FC7}"/>
          </ac:cxnSpMkLst>
        </pc:cxnChg>
        <pc:cxnChg chg="add del mod">
          <ac:chgData name="Shuan Cheng" userId="b14087c0-bac9-44dd-b3f8-5d50e1ee75e5" providerId="ADAL" clId="{75A9BF88-81BC-4677-82BB-DF96F3D360A6}" dt="2025-11-23T00:55:15.775" v="2551" actId="478"/>
          <ac:cxnSpMkLst>
            <pc:docMk/>
            <pc:sldMk cId="0" sldId="276"/>
            <ac:cxnSpMk id="81" creationId="{154EFBDB-0B77-592B-2BB5-710A0D6282A5}"/>
          </ac:cxnSpMkLst>
        </pc:cxnChg>
        <pc:cxnChg chg="add del mod">
          <ac:chgData name="Shuan Cheng" userId="b14087c0-bac9-44dd-b3f8-5d50e1ee75e5" providerId="ADAL" clId="{75A9BF88-81BC-4677-82BB-DF96F3D360A6}" dt="2025-11-23T00:55:15.024" v="2550" actId="478"/>
          <ac:cxnSpMkLst>
            <pc:docMk/>
            <pc:sldMk cId="0" sldId="276"/>
            <ac:cxnSpMk id="83" creationId="{DD4D1BFA-8EE6-A312-1CE6-38EBC27CE6F8}"/>
          </ac:cxnSpMkLst>
        </pc:cxnChg>
        <pc:cxnChg chg="add del mod">
          <ac:chgData name="Shuan Cheng" userId="b14087c0-bac9-44dd-b3f8-5d50e1ee75e5" providerId="ADAL" clId="{75A9BF88-81BC-4677-82BB-DF96F3D360A6}" dt="2025-11-23T00:55:14.446" v="2549" actId="478"/>
          <ac:cxnSpMkLst>
            <pc:docMk/>
            <pc:sldMk cId="0" sldId="276"/>
            <ac:cxnSpMk id="84" creationId="{06E12EC4-EB28-549C-398B-DD2D7CC707D4}"/>
          </ac:cxnSpMkLst>
        </pc:cxnChg>
        <pc:cxnChg chg="add">
          <ac:chgData name="Shuan Cheng" userId="b14087c0-bac9-44dd-b3f8-5d50e1ee75e5" providerId="ADAL" clId="{75A9BF88-81BC-4677-82BB-DF96F3D360A6}" dt="2025-11-23T00:54:56.783" v="2543"/>
          <ac:cxnSpMkLst>
            <pc:docMk/>
            <pc:sldMk cId="0" sldId="276"/>
            <ac:cxnSpMk id="86" creationId="{154EFBDB-0B77-592B-2BB5-710A0D6282A5}"/>
          </ac:cxnSpMkLst>
        </pc:cxnChg>
        <pc:cxnChg chg="add">
          <ac:chgData name="Shuan Cheng" userId="b14087c0-bac9-44dd-b3f8-5d50e1ee75e5" providerId="ADAL" clId="{75A9BF88-81BC-4677-82BB-DF96F3D360A6}" dt="2025-11-23T00:54:56.783" v="2543"/>
          <ac:cxnSpMkLst>
            <pc:docMk/>
            <pc:sldMk cId="0" sldId="276"/>
            <ac:cxnSpMk id="87" creationId="{DD4D1BFA-8EE6-A312-1CE6-38EBC27CE6F8}"/>
          </ac:cxnSpMkLst>
        </pc:cxnChg>
        <pc:cxnChg chg="add">
          <ac:chgData name="Shuan Cheng" userId="b14087c0-bac9-44dd-b3f8-5d50e1ee75e5" providerId="ADAL" clId="{75A9BF88-81BC-4677-82BB-DF96F3D360A6}" dt="2025-11-23T00:54:56.783" v="2543"/>
          <ac:cxnSpMkLst>
            <pc:docMk/>
            <pc:sldMk cId="0" sldId="276"/>
            <ac:cxnSpMk id="88" creationId="{06E12EC4-EB28-549C-398B-DD2D7CC707D4}"/>
          </ac:cxnSpMkLst>
        </pc:cxnChg>
        <pc:cxnChg chg="add mod">
          <ac:chgData name="Shuan Cheng" userId="b14087c0-bac9-44dd-b3f8-5d50e1ee75e5" providerId="ADAL" clId="{75A9BF88-81BC-4677-82BB-DF96F3D360A6}" dt="2025-11-23T00:55:11.670" v="2547" actId="164"/>
          <ac:cxnSpMkLst>
            <pc:docMk/>
            <pc:sldMk cId="0" sldId="276"/>
            <ac:cxnSpMk id="91" creationId="{154EFBDB-0B77-592B-2BB5-710A0D6282A5}"/>
          </ac:cxnSpMkLst>
        </pc:cxnChg>
        <pc:cxnChg chg="add mod">
          <ac:chgData name="Shuan Cheng" userId="b14087c0-bac9-44dd-b3f8-5d50e1ee75e5" providerId="ADAL" clId="{75A9BF88-81BC-4677-82BB-DF96F3D360A6}" dt="2025-11-23T00:55:11.670" v="2547" actId="164"/>
          <ac:cxnSpMkLst>
            <pc:docMk/>
            <pc:sldMk cId="0" sldId="276"/>
            <ac:cxnSpMk id="92" creationId="{DD4D1BFA-8EE6-A312-1CE6-38EBC27CE6F8}"/>
          </ac:cxnSpMkLst>
        </pc:cxnChg>
        <pc:cxnChg chg="add mod">
          <ac:chgData name="Shuan Cheng" userId="b14087c0-bac9-44dd-b3f8-5d50e1ee75e5" providerId="ADAL" clId="{75A9BF88-81BC-4677-82BB-DF96F3D360A6}" dt="2025-11-23T00:55:11.670" v="2547" actId="164"/>
          <ac:cxnSpMkLst>
            <pc:docMk/>
            <pc:sldMk cId="0" sldId="276"/>
            <ac:cxnSpMk id="93" creationId="{06E12EC4-EB28-549C-398B-DD2D7CC707D4}"/>
          </ac:cxnSpMkLst>
        </pc:cxnChg>
        <pc:cxnChg chg="mod">
          <ac:chgData name="Shuan Cheng" userId="b14087c0-bac9-44dd-b3f8-5d50e1ee75e5" providerId="ADAL" clId="{75A9BF88-81BC-4677-82BB-DF96F3D360A6}" dt="2025-11-23T00:55:27.764" v="2556"/>
          <ac:cxnSpMkLst>
            <pc:docMk/>
            <pc:sldMk cId="0" sldId="276"/>
            <ac:cxnSpMk id="98" creationId="{9A91A748-D3A2-3C4B-6ECC-64B52F9ECB0A}"/>
          </ac:cxnSpMkLst>
        </pc:cxnChg>
        <pc:cxnChg chg="mod">
          <ac:chgData name="Shuan Cheng" userId="b14087c0-bac9-44dd-b3f8-5d50e1ee75e5" providerId="ADAL" clId="{75A9BF88-81BC-4677-82BB-DF96F3D360A6}" dt="2025-11-23T00:55:27.764" v="2556"/>
          <ac:cxnSpMkLst>
            <pc:docMk/>
            <pc:sldMk cId="0" sldId="276"/>
            <ac:cxnSpMk id="99" creationId="{F78AF856-ADBE-A003-8B4F-9A4B0BA3CCA3}"/>
          </ac:cxnSpMkLst>
        </pc:cxnChg>
        <pc:cxnChg chg="del mod">
          <ac:chgData name="Shuan Cheng" userId="b14087c0-bac9-44dd-b3f8-5d50e1ee75e5" providerId="ADAL" clId="{75A9BF88-81BC-4677-82BB-DF96F3D360A6}" dt="2025-11-23T00:55:34.067" v="2558" actId="478"/>
          <ac:cxnSpMkLst>
            <pc:docMk/>
            <pc:sldMk cId="0" sldId="276"/>
            <ac:cxnSpMk id="100" creationId="{A37D4100-EC91-ED2B-CEC7-546B9F949E6A}"/>
          </ac:cxnSpMkLst>
        </pc:cxnChg>
        <pc:cxnChg chg="mod">
          <ac:chgData name="Shuan Cheng" userId="b14087c0-bac9-44dd-b3f8-5d50e1ee75e5" providerId="ADAL" clId="{75A9BF88-81BC-4677-82BB-DF96F3D360A6}" dt="2025-11-23T00:56:04.768" v="2568"/>
          <ac:cxnSpMkLst>
            <pc:docMk/>
            <pc:sldMk cId="0" sldId="276"/>
            <ac:cxnSpMk id="102" creationId="{975AA805-D170-9300-A180-756E4409F499}"/>
          </ac:cxnSpMkLst>
        </pc:cxnChg>
        <pc:cxnChg chg="mod">
          <ac:chgData name="Shuan Cheng" userId="b14087c0-bac9-44dd-b3f8-5d50e1ee75e5" providerId="ADAL" clId="{75A9BF88-81BC-4677-82BB-DF96F3D360A6}" dt="2025-11-23T00:56:04.768" v="2568"/>
          <ac:cxnSpMkLst>
            <pc:docMk/>
            <pc:sldMk cId="0" sldId="276"/>
            <ac:cxnSpMk id="103" creationId="{3569EDE0-EB43-D25E-A036-3C050BC72F27}"/>
          </ac:cxnSpMkLst>
        </pc:cxnChg>
        <pc:cxnChg chg="add mod">
          <ac:chgData name="Shuan Cheng" userId="b14087c0-bac9-44dd-b3f8-5d50e1ee75e5" providerId="ADAL" clId="{75A9BF88-81BC-4677-82BB-DF96F3D360A6}" dt="2025-11-23T00:56:21.361" v="2572" actId="14100"/>
          <ac:cxnSpMkLst>
            <pc:docMk/>
            <pc:sldMk cId="0" sldId="276"/>
            <ac:cxnSpMk id="104" creationId="{7912BDA6-04D9-BD24-96EE-DA04805F232A}"/>
          </ac:cxnSpMkLst>
        </pc:cxnChg>
        <pc:cxnChg chg="mod">
          <ac:chgData name="Shuan Cheng" userId="b14087c0-bac9-44dd-b3f8-5d50e1ee75e5" providerId="ADAL" clId="{75A9BF88-81BC-4677-82BB-DF96F3D360A6}" dt="2025-11-23T00:56:44.613" v="2577"/>
          <ac:cxnSpMkLst>
            <pc:docMk/>
            <pc:sldMk cId="0" sldId="276"/>
            <ac:cxnSpMk id="107" creationId="{6C594377-5880-9D89-D23F-BBAA0A9A347B}"/>
          </ac:cxnSpMkLst>
        </pc:cxnChg>
        <pc:cxnChg chg="mod">
          <ac:chgData name="Shuan Cheng" userId="b14087c0-bac9-44dd-b3f8-5d50e1ee75e5" providerId="ADAL" clId="{75A9BF88-81BC-4677-82BB-DF96F3D360A6}" dt="2025-11-23T00:56:44.613" v="2577"/>
          <ac:cxnSpMkLst>
            <pc:docMk/>
            <pc:sldMk cId="0" sldId="276"/>
            <ac:cxnSpMk id="108" creationId="{0370714E-2C58-A5FF-5E56-C7FC9BE47B23}"/>
          </ac:cxnSpMkLst>
        </pc:cxnChg>
        <pc:cxnChg chg="mod">
          <ac:chgData name="Shuan Cheng" userId="b14087c0-bac9-44dd-b3f8-5d50e1ee75e5" providerId="ADAL" clId="{75A9BF88-81BC-4677-82BB-DF96F3D360A6}" dt="2025-11-23T00:56:44.613" v="2577"/>
          <ac:cxnSpMkLst>
            <pc:docMk/>
            <pc:sldMk cId="0" sldId="276"/>
            <ac:cxnSpMk id="109" creationId="{53685376-B925-4114-4BEE-42946624EF2C}"/>
          </ac:cxnSpMkLst>
        </pc:cxnChg>
      </pc:sldChg>
      <pc:sldChg chg="addSp delSp modSp mod">
        <pc:chgData name="Shuan Cheng" userId="b14087c0-bac9-44dd-b3f8-5d50e1ee75e5" providerId="ADAL" clId="{75A9BF88-81BC-4677-82BB-DF96F3D360A6}" dt="2025-11-23T00:59:56.010" v="2624" actId="1076"/>
        <pc:sldMkLst>
          <pc:docMk/>
          <pc:sldMk cId="0" sldId="277"/>
        </pc:sldMkLst>
        <pc:spChg chg="del">
          <ac:chgData name="Shuan Cheng" userId="b14087c0-bac9-44dd-b3f8-5d50e1ee75e5" providerId="ADAL" clId="{75A9BF88-81BC-4677-82BB-DF96F3D360A6}" dt="2025-11-23T00:57:43.444" v="2581" actId="478"/>
          <ac:spMkLst>
            <pc:docMk/>
            <pc:sldMk cId="0" sldId="277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57:43.444" v="2581" actId="478"/>
          <ac:spMkLst>
            <pc:docMk/>
            <pc:sldMk cId="0" sldId="277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57:43.444" v="2581" actId="478"/>
          <ac:spMkLst>
            <pc:docMk/>
            <pc:sldMk cId="0" sldId="277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57:43.444" v="2581" actId="478"/>
          <ac:spMkLst>
            <pc:docMk/>
            <pc:sldMk cId="0" sldId="277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57:43.444" v="2581" actId="478"/>
          <ac:spMkLst>
            <pc:docMk/>
            <pc:sldMk cId="0" sldId="277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57:43.444" v="2581" actId="478"/>
          <ac:spMkLst>
            <pc:docMk/>
            <pc:sldMk cId="0" sldId="277"/>
            <ac:spMk id="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57:43.444" v="2581" actId="478"/>
          <ac:spMkLst>
            <pc:docMk/>
            <pc:sldMk cId="0" sldId="277"/>
            <ac:spMk id="10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58:43.012" v="2592" actId="14100"/>
          <ac:spMkLst>
            <pc:docMk/>
            <pc:sldMk cId="0" sldId="277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58:47.198" v="2593" actId="478"/>
          <ac:spMkLst>
            <pc:docMk/>
            <pc:sldMk cId="0" sldId="277"/>
            <ac:spMk id="13" creationId="{00000000-0000-0000-0000-000000000000}"/>
          </ac:spMkLst>
        </pc:spChg>
        <pc:spChg chg="del mod">
          <ac:chgData name="Shuan Cheng" userId="b14087c0-bac9-44dd-b3f8-5d50e1ee75e5" providerId="ADAL" clId="{75A9BF88-81BC-4677-82BB-DF96F3D360A6}" dt="2025-11-23T00:58:49.954" v="2594" actId="478"/>
          <ac:spMkLst>
            <pc:docMk/>
            <pc:sldMk cId="0" sldId="277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59:23.084" v="2614" actId="478"/>
          <ac:spMkLst>
            <pc:docMk/>
            <pc:sldMk cId="0" sldId="277"/>
            <ac:spMk id="1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59:23.084" v="2614" actId="478"/>
          <ac:spMkLst>
            <pc:docMk/>
            <pc:sldMk cId="0" sldId="277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59:23.084" v="2614" actId="478"/>
          <ac:spMkLst>
            <pc:docMk/>
            <pc:sldMk cId="0" sldId="277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0:59:23.084" v="2614" actId="478"/>
          <ac:spMkLst>
            <pc:docMk/>
            <pc:sldMk cId="0" sldId="277"/>
            <ac:spMk id="22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0:59:50.678" v="2623" actId="14100"/>
          <ac:spMkLst>
            <pc:docMk/>
            <pc:sldMk cId="0" sldId="277"/>
            <ac:spMk id="24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0:58:07.296" v="2587" actId="1076"/>
          <ac:spMkLst>
            <pc:docMk/>
            <pc:sldMk cId="0" sldId="277"/>
            <ac:spMk id="29" creationId="{BB37C614-6EF7-74E7-77C3-3C49F96EFD5D}"/>
          </ac:spMkLst>
        </pc:spChg>
        <pc:spChg chg="add mod">
          <ac:chgData name="Shuan Cheng" userId="b14087c0-bac9-44dd-b3f8-5d50e1ee75e5" providerId="ADAL" clId="{75A9BF88-81BC-4677-82BB-DF96F3D360A6}" dt="2025-11-23T00:59:09.574" v="2613" actId="1076"/>
          <ac:spMkLst>
            <pc:docMk/>
            <pc:sldMk cId="0" sldId="277"/>
            <ac:spMk id="30" creationId="{313D0448-BA89-F059-93AA-4B3CC6E42338}"/>
          </ac:spMkLst>
        </pc:spChg>
        <pc:spChg chg="add mod">
          <ac:chgData name="Shuan Cheng" userId="b14087c0-bac9-44dd-b3f8-5d50e1ee75e5" providerId="ADAL" clId="{75A9BF88-81BC-4677-82BB-DF96F3D360A6}" dt="2025-11-23T00:59:56.010" v="2624" actId="1076"/>
          <ac:spMkLst>
            <pc:docMk/>
            <pc:sldMk cId="0" sldId="277"/>
            <ac:spMk id="31" creationId="{05AA038F-536C-6EDA-5429-824D67C71530}"/>
          </ac:spMkLst>
        </pc:spChg>
      </pc:sldChg>
      <pc:sldChg chg="addSp delSp modSp mod">
        <pc:chgData name="Shuan Cheng" userId="b14087c0-bac9-44dd-b3f8-5d50e1ee75e5" providerId="ADAL" clId="{75A9BF88-81BC-4677-82BB-DF96F3D360A6}" dt="2025-11-23T01:02:18.746" v="2663" actId="14100"/>
        <pc:sldMkLst>
          <pc:docMk/>
          <pc:sldMk cId="0" sldId="278"/>
        </pc:sldMkLst>
        <pc:spChg chg="del">
          <ac:chgData name="Shuan Cheng" userId="b14087c0-bac9-44dd-b3f8-5d50e1ee75e5" providerId="ADAL" clId="{75A9BF88-81BC-4677-82BB-DF96F3D360A6}" dt="2025-11-23T01:00:57.080" v="2625" actId="478"/>
          <ac:spMkLst>
            <pc:docMk/>
            <pc:sldMk cId="0" sldId="278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57.080" v="2625" actId="478"/>
          <ac:spMkLst>
            <pc:docMk/>
            <pc:sldMk cId="0" sldId="278"/>
            <ac:spMk id="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57.080" v="2625" actId="478"/>
          <ac:spMkLst>
            <pc:docMk/>
            <pc:sldMk cId="0" sldId="278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57.080" v="2625" actId="478"/>
          <ac:spMkLst>
            <pc:docMk/>
            <pc:sldMk cId="0" sldId="278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57.080" v="2625" actId="478"/>
          <ac:spMkLst>
            <pc:docMk/>
            <pc:sldMk cId="0" sldId="278"/>
            <ac:spMk id="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57.080" v="2625" actId="478"/>
          <ac:spMkLst>
            <pc:docMk/>
            <pc:sldMk cId="0" sldId="278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57.080" v="2625" actId="478"/>
          <ac:spMkLst>
            <pc:docMk/>
            <pc:sldMk cId="0" sldId="278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57.080" v="2625" actId="478"/>
          <ac:spMkLst>
            <pc:docMk/>
            <pc:sldMk cId="0" sldId="278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57.080" v="2625" actId="478"/>
          <ac:spMkLst>
            <pc:docMk/>
            <pc:sldMk cId="0" sldId="278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0:57.080" v="2625" actId="478"/>
          <ac:spMkLst>
            <pc:docMk/>
            <pc:sldMk cId="0" sldId="278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1:01.145" v="2626" actId="478"/>
          <ac:spMkLst>
            <pc:docMk/>
            <pc:sldMk cId="0" sldId="278"/>
            <ac:spMk id="1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1:01.145" v="2626" actId="478"/>
          <ac:spMkLst>
            <pc:docMk/>
            <pc:sldMk cId="0" sldId="278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1:01.145" v="2626" actId="478"/>
          <ac:spMkLst>
            <pc:docMk/>
            <pc:sldMk cId="0" sldId="278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1:01.145" v="2626" actId="478"/>
          <ac:spMkLst>
            <pc:docMk/>
            <pc:sldMk cId="0" sldId="278"/>
            <ac:spMk id="1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1:01.145" v="2626" actId="478"/>
          <ac:spMkLst>
            <pc:docMk/>
            <pc:sldMk cId="0" sldId="278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1:01.145" v="2626" actId="478"/>
          <ac:spMkLst>
            <pc:docMk/>
            <pc:sldMk cId="0" sldId="278"/>
            <ac:spMk id="21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02:18.746" v="2663" actId="14100"/>
          <ac:spMkLst>
            <pc:docMk/>
            <pc:sldMk cId="0" sldId="278"/>
            <ac:spMk id="22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01:48.149" v="2662" actId="14100"/>
          <ac:spMkLst>
            <pc:docMk/>
            <pc:sldMk cId="0" sldId="278"/>
            <ac:spMk id="23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1:01:39.634" v="2661" actId="1076"/>
          <ac:spMkLst>
            <pc:docMk/>
            <pc:sldMk cId="0" sldId="278"/>
            <ac:spMk id="29" creationId="{9E360F94-CB00-AF30-481C-4EC52C170F41}"/>
          </ac:spMkLst>
        </pc:spChg>
      </pc:sldChg>
      <pc:sldChg chg="addSp delSp modSp mod">
        <pc:chgData name="Shuan Cheng" userId="b14087c0-bac9-44dd-b3f8-5d50e1ee75e5" providerId="ADAL" clId="{75A9BF88-81BC-4677-82BB-DF96F3D360A6}" dt="2025-11-23T01:13:23.204" v="3203" actId="1076"/>
        <pc:sldMkLst>
          <pc:docMk/>
          <pc:sldMk cId="0" sldId="279"/>
        </pc:sldMkLst>
        <pc:spChg chg="del">
          <ac:chgData name="Shuan Cheng" userId="b14087c0-bac9-44dd-b3f8-5d50e1ee75e5" providerId="ADAL" clId="{75A9BF88-81BC-4677-82BB-DF96F3D360A6}" dt="2025-11-23T01:02:42.056" v="2665" actId="478"/>
          <ac:spMkLst>
            <pc:docMk/>
            <pc:sldMk cId="0" sldId="279"/>
            <ac:spMk id="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39.539" v="2664" actId="478"/>
          <ac:spMkLst>
            <pc:docMk/>
            <pc:sldMk cId="0" sldId="279"/>
            <ac:spMk id="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39.539" v="2664" actId="478"/>
          <ac:spMkLst>
            <pc:docMk/>
            <pc:sldMk cId="0" sldId="279"/>
            <ac:spMk id="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39.539" v="2664" actId="478"/>
          <ac:spMkLst>
            <pc:docMk/>
            <pc:sldMk cId="0" sldId="279"/>
            <ac:spMk id="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39.539" v="2664" actId="478"/>
          <ac:spMkLst>
            <pc:docMk/>
            <pc:sldMk cId="0" sldId="279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42.056" v="2665" actId="478"/>
          <ac:spMkLst>
            <pc:docMk/>
            <pc:sldMk cId="0" sldId="279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39.539" v="2664" actId="478"/>
          <ac:spMkLst>
            <pc:docMk/>
            <pc:sldMk cId="0" sldId="279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39.539" v="2664" actId="478"/>
          <ac:spMkLst>
            <pc:docMk/>
            <pc:sldMk cId="0" sldId="279"/>
            <ac:spMk id="1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39.539" v="2664" actId="478"/>
          <ac:spMkLst>
            <pc:docMk/>
            <pc:sldMk cId="0" sldId="279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39.539" v="2664" actId="478"/>
          <ac:spMkLst>
            <pc:docMk/>
            <pc:sldMk cId="0" sldId="279"/>
            <ac:spMk id="2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39.539" v="2664" actId="478"/>
          <ac:spMkLst>
            <pc:docMk/>
            <pc:sldMk cId="0" sldId="279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39.539" v="2664" actId="478"/>
          <ac:spMkLst>
            <pc:docMk/>
            <pc:sldMk cId="0" sldId="279"/>
            <ac:spMk id="2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55.881" v="2666" actId="478"/>
          <ac:spMkLst>
            <pc:docMk/>
            <pc:sldMk cId="0" sldId="279"/>
            <ac:spMk id="3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55.881" v="2666" actId="478"/>
          <ac:spMkLst>
            <pc:docMk/>
            <pc:sldMk cId="0" sldId="279"/>
            <ac:spMk id="3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55.881" v="2666" actId="478"/>
          <ac:spMkLst>
            <pc:docMk/>
            <pc:sldMk cId="0" sldId="279"/>
            <ac:spMk id="4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55.881" v="2666" actId="478"/>
          <ac:spMkLst>
            <pc:docMk/>
            <pc:sldMk cId="0" sldId="279"/>
            <ac:spMk id="4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55.881" v="2666" actId="478"/>
          <ac:spMkLst>
            <pc:docMk/>
            <pc:sldMk cId="0" sldId="279"/>
            <ac:spMk id="4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55.881" v="2666" actId="478"/>
          <ac:spMkLst>
            <pc:docMk/>
            <pc:sldMk cId="0" sldId="279"/>
            <ac:spMk id="4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55.881" v="2666" actId="478"/>
          <ac:spMkLst>
            <pc:docMk/>
            <pc:sldMk cId="0" sldId="279"/>
            <ac:spMk id="5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55.881" v="2666" actId="478"/>
          <ac:spMkLst>
            <pc:docMk/>
            <pc:sldMk cId="0" sldId="279"/>
            <ac:spMk id="5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55.881" v="2666" actId="478"/>
          <ac:spMkLst>
            <pc:docMk/>
            <pc:sldMk cId="0" sldId="279"/>
            <ac:spMk id="5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2:55.881" v="2666" actId="478"/>
          <ac:spMkLst>
            <pc:docMk/>
            <pc:sldMk cId="0" sldId="279"/>
            <ac:spMk id="5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04.761" v="2667" actId="478"/>
          <ac:spMkLst>
            <pc:docMk/>
            <pc:sldMk cId="0" sldId="279"/>
            <ac:spMk id="5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04.761" v="2667" actId="478"/>
          <ac:spMkLst>
            <pc:docMk/>
            <pc:sldMk cId="0" sldId="279"/>
            <ac:spMk id="6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04.761" v="2667" actId="478"/>
          <ac:spMkLst>
            <pc:docMk/>
            <pc:sldMk cId="0" sldId="279"/>
            <ac:spMk id="6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04.761" v="2667" actId="478"/>
          <ac:spMkLst>
            <pc:docMk/>
            <pc:sldMk cId="0" sldId="279"/>
            <ac:spMk id="7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04.761" v="2667" actId="478"/>
          <ac:spMkLst>
            <pc:docMk/>
            <pc:sldMk cId="0" sldId="279"/>
            <ac:spMk id="7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04.761" v="2667" actId="478"/>
          <ac:spMkLst>
            <pc:docMk/>
            <pc:sldMk cId="0" sldId="279"/>
            <ac:spMk id="8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07.583" v="2668" actId="478"/>
          <ac:spMkLst>
            <pc:docMk/>
            <pc:sldMk cId="0" sldId="279"/>
            <ac:spMk id="8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04.761" v="2667" actId="478"/>
          <ac:spMkLst>
            <pc:docMk/>
            <pc:sldMk cId="0" sldId="279"/>
            <ac:spMk id="9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04.761" v="2667" actId="478"/>
          <ac:spMkLst>
            <pc:docMk/>
            <pc:sldMk cId="0" sldId="279"/>
            <ac:spMk id="9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07.583" v="2668" actId="478"/>
          <ac:spMkLst>
            <pc:docMk/>
            <pc:sldMk cId="0" sldId="279"/>
            <ac:spMk id="9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04.761" v="2667" actId="478"/>
          <ac:spMkLst>
            <pc:docMk/>
            <pc:sldMk cId="0" sldId="279"/>
            <ac:spMk id="9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04.761" v="2667" actId="478"/>
          <ac:spMkLst>
            <pc:docMk/>
            <pc:sldMk cId="0" sldId="279"/>
            <ac:spMk id="10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03:10.678" v="2669" actId="478"/>
          <ac:spMkLst>
            <pc:docMk/>
            <pc:sldMk cId="0" sldId="279"/>
            <ac:spMk id="105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1:06:33.105" v="2810" actId="20577"/>
          <ac:spMkLst>
            <pc:docMk/>
            <pc:sldMk cId="0" sldId="279"/>
            <ac:spMk id="109" creationId="{7D4EF347-45EC-FA96-0886-541151FCEF21}"/>
          </ac:spMkLst>
        </pc:spChg>
        <pc:spChg chg="add mod">
          <ac:chgData name="Shuan Cheng" userId="b14087c0-bac9-44dd-b3f8-5d50e1ee75e5" providerId="ADAL" clId="{75A9BF88-81BC-4677-82BB-DF96F3D360A6}" dt="2025-11-23T01:13:19.732" v="3202" actId="1076"/>
          <ac:spMkLst>
            <pc:docMk/>
            <pc:sldMk cId="0" sldId="279"/>
            <ac:spMk id="110" creationId="{BB81A45C-91C5-B4F4-B823-741000E370EB}"/>
          </ac:spMkLst>
        </pc:spChg>
        <pc:spChg chg="add mod">
          <ac:chgData name="Shuan Cheng" userId="b14087c0-bac9-44dd-b3f8-5d50e1ee75e5" providerId="ADAL" clId="{75A9BF88-81BC-4677-82BB-DF96F3D360A6}" dt="2025-11-23T01:13:23.204" v="3203" actId="1076"/>
          <ac:spMkLst>
            <pc:docMk/>
            <pc:sldMk cId="0" sldId="279"/>
            <ac:spMk id="111" creationId="{C4305206-D635-457D-7FA8-4166E467BB49}"/>
          </ac:spMkLst>
        </pc:spChg>
        <pc:spChg chg="add del mod">
          <ac:chgData name="Shuan Cheng" userId="b14087c0-bac9-44dd-b3f8-5d50e1ee75e5" providerId="ADAL" clId="{75A9BF88-81BC-4677-82BB-DF96F3D360A6}" dt="2025-11-23T01:11:59.829" v="3086" actId="478"/>
          <ac:spMkLst>
            <pc:docMk/>
            <pc:sldMk cId="0" sldId="279"/>
            <ac:spMk id="112" creationId="{FD0A77AC-30DA-191D-6E73-46D3A461128E}"/>
          </ac:spMkLst>
        </pc:spChg>
      </pc:sldChg>
      <pc:sldChg chg="addSp delSp modSp mod">
        <pc:chgData name="Shuan Cheng" userId="b14087c0-bac9-44dd-b3f8-5d50e1ee75e5" providerId="ADAL" clId="{75A9BF88-81BC-4677-82BB-DF96F3D360A6}" dt="2025-11-23T01:15:10.898" v="3206" actId="207"/>
        <pc:sldMkLst>
          <pc:docMk/>
          <pc:sldMk cId="0" sldId="281"/>
        </pc:sldMkLst>
        <pc:spChg chg="del">
          <ac:chgData name="Shuan Cheng" userId="b14087c0-bac9-44dd-b3f8-5d50e1ee75e5" providerId="ADAL" clId="{75A9BF88-81BC-4677-82BB-DF96F3D360A6}" dt="2025-11-23T01:15:07.906" v="3204" actId="478"/>
          <ac:spMkLst>
            <pc:docMk/>
            <pc:sldMk cId="0" sldId="281"/>
            <ac:spMk id="6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15:07.906" v="3204" actId="478"/>
          <ac:spMkLst>
            <pc:docMk/>
            <pc:sldMk cId="0" sldId="281"/>
            <ac:spMk id="62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1:15:10.898" v="3206" actId="207"/>
          <ac:spMkLst>
            <pc:docMk/>
            <pc:sldMk cId="0" sldId="281"/>
            <ac:spMk id="71" creationId="{ED6207BB-5C66-BE3D-CB57-8DDB19D39C68}"/>
          </ac:spMkLst>
        </pc:spChg>
      </pc:sldChg>
      <pc:sldChg chg="addSp delSp modSp mod">
        <pc:chgData name="Shuan Cheng" userId="b14087c0-bac9-44dd-b3f8-5d50e1ee75e5" providerId="ADAL" clId="{75A9BF88-81BC-4677-82BB-DF96F3D360A6}" dt="2025-11-23T01:15:32.582" v="3212" actId="1076"/>
        <pc:sldMkLst>
          <pc:docMk/>
          <pc:sldMk cId="0" sldId="282"/>
        </pc:sldMkLst>
        <pc:spChg chg="del">
          <ac:chgData name="Shuan Cheng" userId="b14087c0-bac9-44dd-b3f8-5d50e1ee75e5" providerId="ADAL" clId="{75A9BF88-81BC-4677-82BB-DF96F3D360A6}" dt="2025-11-23T01:15:21.247" v="3207" actId="478"/>
          <ac:spMkLst>
            <pc:docMk/>
            <pc:sldMk cId="0" sldId="282"/>
            <ac:spMk id="13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15:21.247" v="3207" actId="478"/>
          <ac:spMkLst>
            <pc:docMk/>
            <pc:sldMk cId="0" sldId="282"/>
            <ac:spMk id="131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1:15:32.582" v="3212" actId="1076"/>
          <ac:spMkLst>
            <pc:docMk/>
            <pc:sldMk cId="0" sldId="282"/>
            <ac:spMk id="137" creationId="{3870A1B9-93D6-33A1-ED2A-5C3692C00A6D}"/>
          </ac:spMkLst>
        </pc:spChg>
      </pc:sldChg>
      <pc:sldChg chg="addSp delSp modSp mod">
        <pc:chgData name="Shuan Cheng" userId="b14087c0-bac9-44dd-b3f8-5d50e1ee75e5" providerId="ADAL" clId="{75A9BF88-81BC-4677-82BB-DF96F3D360A6}" dt="2025-11-23T01:17:47.584" v="3236" actId="1035"/>
        <pc:sldMkLst>
          <pc:docMk/>
          <pc:sldMk cId="0" sldId="283"/>
        </pc:sldMkLst>
        <pc:spChg chg="mod">
          <ac:chgData name="Shuan Cheng" userId="b14087c0-bac9-44dd-b3f8-5d50e1ee75e5" providerId="ADAL" clId="{75A9BF88-81BC-4677-82BB-DF96F3D360A6}" dt="2025-11-23T01:17:42.288" v="3234" actId="1035"/>
          <ac:spMkLst>
            <pc:docMk/>
            <pc:sldMk cId="0" sldId="283"/>
            <ac:spMk id="6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7:42.288" v="3234" actId="1035"/>
          <ac:spMkLst>
            <pc:docMk/>
            <pc:sldMk cId="0" sldId="283"/>
            <ac:spMk id="28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7:42.288" v="3234" actId="1035"/>
          <ac:spMkLst>
            <pc:docMk/>
            <pc:sldMk cId="0" sldId="283"/>
            <ac:spMk id="29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7:42.288" v="3234" actId="1035"/>
          <ac:spMkLst>
            <pc:docMk/>
            <pc:sldMk cId="0" sldId="283"/>
            <ac:spMk id="50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7:47.584" v="3236" actId="1035"/>
          <ac:spMkLst>
            <pc:docMk/>
            <pc:sldMk cId="0" sldId="283"/>
            <ac:spMk id="51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7:47.584" v="3236" actId="1035"/>
          <ac:spMkLst>
            <pc:docMk/>
            <pc:sldMk cId="0" sldId="283"/>
            <ac:spMk id="52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7:47.584" v="3236" actId="1035"/>
          <ac:spMkLst>
            <pc:docMk/>
            <pc:sldMk cId="0" sldId="283"/>
            <ac:spMk id="58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7:42.288" v="3234" actId="1035"/>
          <ac:spMkLst>
            <pc:docMk/>
            <pc:sldMk cId="0" sldId="283"/>
            <ac:spMk id="59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7:47.584" v="3236" actId="1035"/>
          <ac:spMkLst>
            <pc:docMk/>
            <pc:sldMk cId="0" sldId="283"/>
            <ac:spMk id="61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7:42.288" v="3234" actId="1035"/>
          <ac:spMkLst>
            <pc:docMk/>
            <pc:sldMk cId="0" sldId="283"/>
            <ac:spMk id="6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16:19.119" v="3213" actId="478"/>
          <ac:spMkLst>
            <pc:docMk/>
            <pc:sldMk cId="0" sldId="283"/>
            <ac:spMk id="6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16:19.119" v="3213" actId="478"/>
          <ac:spMkLst>
            <pc:docMk/>
            <pc:sldMk cId="0" sldId="283"/>
            <ac:spMk id="6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16:19.119" v="3213" actId="478"/>
          <ac:spMkLst>
            <pc:docMk/>
            <pc:sldMk cId="0" sldId="283"/>
            <ac:spMk id="66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7:47.584" v="3236" actId="1035"/>
          <ac:spMkLst>
            <pc:docMk/>
            <pc:sldMk cId="0" sldId="283"/>
            <ac:spMk id="95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7:47.584" v="3236" actId="1035"/>
          <ac:spMkLst>
            <pc:docMk/>
            <pc:sldMk cId="0" sldId="283"/>
            <ac:spMk id="124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7:47.584" v="3236" actId="1035"/>
          <ac:spMkLst>
            <pc:docMk/>
            <pc:sldMk cId="0" sldId="283"/>
            <ac:spMk id="125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7:47.584" v="3236" actId="1035"/>
          <ac:spMkLst>
            <pc:docMk/>
            <pc:sldMk cId="0" sldId="283"/>
            <ac:spMk id="130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7:47.584" v="3236" actId="1035"/>
          <ac:spMkLst>
            <pc:docMk/>
            <pc:sldMk cId="0" sldId="283"/>
            <ac:spMk id="132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7:42.288" v="3234" actId="1035"/>
          <ac:spMkLst>
            <pc:docMk/>
            <pc:sldMk cId="0" sldId="283"/>
            <ac:spMk id="13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16:22.112" v="3214" actId="478"/>
          <ac:spMkLst>
            <pc:docMk/>
            <pc:sldMk cId="0" sldId="283"/>
            <ac:spMk id="13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16:22.112" v="3214" actId="478"/>
          <ac:spMkLst>
            <pc:docMk/>
            <pc:sldMk cId="0" sldId="283"/>
            <ac:spMk id="13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16:22.112" v="3214" actId="478"/>
          <ac:spMkLst>
            <pc:docMk/>
            <pc:sldMk cId="0" sldId="283"/>
            <ac:spMk id="138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17:42.288" v="3234" actId="1035"/>
          <ac:spMkLst>
            <pc:docMk/>
            <pc:sldMk cId="0" sldId="283"/>
            <ac:spMk id="141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1:16:54.628" v="3221" actId="1076"/>
          <ac:spMkLst>
            <pc:docMk/>
            <pc:sldMk cId="0" sldId="283"/>
            <ac:spMk id="145" creationId="{7A8265D9-6E61-05E9-959E-670E634D594E}"/>
          </ac:spMkLst>
        </pc:spChg>
        <pc:spChg chg="add mod">
          <ac:chgData name="Shuan Cheng" userId="b14087c0-bac9-44dd-b3f8-5d50e1ee75e5" providerId="ADAL" clId="{75A9BF88-81BC-4677-82BB-DF96F3D360A6}" dt="2025-11-23T01:17:47.584" v="3236" actId="1035"/>
          <ac:spMkLst>
            <pc:docMk/>
            <pc:sldMk cId="0" sldId="283"/>
            <ac:spMk id="146" creationId="{48663F9A-57A5-BA0C-029B-7CA4F86E973B}"/>
          </ac:spMkLst>
        </pc:spChg>
      </pc:sldChg>
      <pc:sldChg chg="addSp delSp modSp mod">
        <pc:chgData name="Shuan Cheng" userId="b14087c0-bac9-44dd-b3f8-5d50e1ee75e5" providerId="ADAL" clId="{75A9BF88-81BC-4677-82BB-DF96F3D360A6}" dt="2025-11-23T01:33:16.789" v="3421" actId="948"/>
        <pc:sldMkLst>
          <pc:docMk/>
          <pc:sldMk cId="0" sldId="285"/>
        </pc:sldMkLst>
        <pc:spChg chg="mod">
          <ac:chgData name="Shuan Cheng" userId="b14087c0-bac9-44dd-b3f8-5d50e1ee75e5" providerId="ADAL" clId="{75A9BF88-81BC-4677-82BB-DF96F3D360A6}" dt="2025-11-23T01:33:16.789" v="3421" actId="948"/>
          <ac:spMkLst>
            <pc:docMk/>
            <pc:sldMk cId="0" sldId="285"/>
            <ac:spMk id="3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23:40.928" v="3246" actId="20577"/>
          <ac:spMkLst>
            <pc:docMk/>
            <pc:sldMk cId="0" sldId="285"/>
            <ac:spMk id="4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1:23:36.962" v="3245" actId="478"/>
          <ac:spMkLst>
            <pc:docMk/>
            <pc:sldMk cId="0" sldId="285"/>
            <ac:spMk id="5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1:23:36.962" v="3245" actId="478"/>
          <ac:spMkLst>
            <pc:docMk/>
            <pc:sldMk cId="0" sldId="285"/>
            <ac:spMk id="6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1:23:43.779" v="3249" actId="478"/>
          <ac:spMkLst>
            <pc:docMk/>
            <pc:sldMk cId="0" sldId="285"/>
            <ac:spMk id="7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1:23:36.962" v="3245" actId="478"/>
          <ac:spMkLst>
            <pc:docMk/>
            <pc:sldMk cId="0" sldId="285"/>
            <ac:spMk id="8" creationId="{00000000-0000-0000-0000-000000000000}"/>
          </ac:spMkLst>
        </pc:spChg>
        <pc:spChg chg="del mod">
          <ac:chgData name="Shuan Cheng" userId="b14087c0-bac9-44dd-b3f8-5d50e1ee75e5" providerId="ADAL" clId="{75A9BF88-81BC-4677-82BB-DF96F3D360A6}" dt="2025-11-23T01:23:42.912" v="3248" actId="478"/>
          <ac:spMkLst>
            <pc:docMk/>
            <pc:sldMk cId="0" sldId="285"/>
            <ac:spMk id="9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1:23:36.962" v="3245" actId="478"/>
          <ac:spMkLst>
            <pc:docMk/>
            <pc:sldMk cId="0" sldId="285"/>
            <ac:spMk id="1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26:35.405" v="3294" actId="478"/>
          <ac:spMkLst>
            <pc:docMk/>
            <pc:sldMk cId="0" sldId="285"/>
            <ac:spMk id="1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26:35.405" v="3294" actId="478"/>
          <ac:spMkLst>
            <pc:docMk/>
            <pc:sldMk cId="0" sldId="285"/>
            <ac:spMk id="1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26:35.405" v="3294" actId="478"/>
          <ac:spMkLst>
            <pc:docMk/>
            <pc:sldMk cId="0" sldId="285"/>
            <ac:spMk id="1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26:35.405" v="3294" actId="478"/>
          <ac:spMkLst>
            <pc:docMk/>
            <pc:sldMk cId="0" sldId="285"/>
            <ac:spMk id="1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26:35.405" v="3294" actId="478"/>
          <ac:spMkLst>
            <pc:docMk/>
            <pc:sldMk cId="0" sldId="285"/>
            <ac:spMk id="1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26:35.405" v="3294" actId="478"/>
          <ac:spMkLst>
            <pc:docMk/>
            <pc:sldMk cId="0" sldId="285"/>
            <ac:spMk id="1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26:35.405" v="3294" actId="478"/>
          <ac:spMkLst>
            <pc:docMk/>
            <pc:sldMk cId="0" sldId="285"/>
            <ac:spMk id="1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26:35.405" v="3294" actId="478"/>
          <ac:spMkLst>
            <pc:docMk/>
            <pc:sldMk cId="0" sldId="285"/>
            <ac:spMk id="19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26:35.405" v="3294" actId="478"/>
          <ac:spMkLst>
            <pc:docMk/>
            <pc:sldMk cId="0" sldId="285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26:35.405" v="3294" actId="478"/>
          <ac:spMkLst>
            <pc:docMk/>
            <pc:sldMk cId="0" sldId="285"/>
            <ac:spMk id="21" creationId="{00000000-0000-0000-0000-000000000000}"/>
          </ac:spMkLst>
        </pc:spChg>
        <pc:spChg chg="add del mod">
          <ac:chgData name="Shuan Cheng" userId="b14087c0-bac9-44dd-b3f8-5d50e1ee75e5" providerId="ADAL" clId="{75A9BF88-81BC-4677-82BB-DF96F3D360A6}" dt="2025-11-23T01:24:17.625" v="3267" actId="20577"/>
          <ac:spMkLst>
            <pc:docMk/>
            <pc:sldMk cId="0" sldId="285"/>
            <ac:spMk id="23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1:23:07.911" v="3238" actId="478"/>
          <ac:spMkLst>
            <pc:docMk/>
            <pc:sldMk cId="0" sldId="285"/>
            <ac:spMk id="24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26:46.980" v="3305" actId="20577"/>
          <ac:spMkLst>
            <pc:docMk/>
            <pc:sldMk cId="0" sldId="285"/>
            <ac:spMk id="2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26:11.970" v="3290" actId="478"/>
          <ac:spMkLst>
            <pc:docMk/>
            <pc:sldMk cId="0" sldId="285"/>
            <ac:spMk id="2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26:31.905" v="3293" actId="478"/>
          <ac:spMkLst>
            <pc:docMk/>
            <pc:sldMk cId="0" sldId="285"/>
            <ac:spMk id="29" creationId="{00000000-0000-0000-0000-000000000000}"/>
          </ac:spMkLst>
        </pc:spChg>
        <pc:spChg chg="del mod">
          <ac:chgData name="Shuan Cheng" userId="b14087c0-bac9-44dd-b3f8-5d50e1ee75e5" providerId="ADAL" clId="{75A9BF88-81BC-4677-82BB-DF96F3D360A6}" dt="2025-11-23T01:26:31.905" v="3293" actId="478"/>
          <ac:spMkLst>
            <pc:docMk/>
            <pc:sldMk cId="0" sldId="285"/>
            <ac:spMk id="30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1:23:26.713" v="3242" actId="478"/>
          <ac:spMkLst>
            <pc:docMk/>
            <pc:sldMk cId="0" sldId="285"/>
            <ac:spMk id="33" creationId="{00000000-0000-0000-0000-000000000000}"/>
          </ac:spMkLst>
        </pc:spChg>
        <pc:spChg chg="del mod">
          <ac:chgData name="Shuan Cheng" userId="b14087c0-bac9-44dd-b3f8-5d50e1ee75e5" providerId="ADAL" clId="{75A9BF88-81BC-4677-82BB-DF96F3D360A6}" dt="2025-11-23T01:25:57.591" v="3286" actId="478"/>
          <ac:spMkLst>
            <pc:docMk/>
            <pc:sldMk cId="0" sldId="285"/>
            <ac:spMk id="34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1:23:25.023" v="3241" actId="478"/>
          <ac:spMkLst>
            <pc:docMk/>
            <pc:sldMk cId="0" sldId="285"/>
            <ac:spMk id="35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1:23:25.023" v="3241" actId="478"/>
          <ac:spMkLst>
            <pc:docMk/>
            <pc:sldMk cId="0" sldId="285"/>
            <ac:spMk id="3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0:13.205" v="3408" actId="478"/>
          <ac:spMkLst>
            <pc:docMk/>
            <pc:sldMk cId="0" sldId="285"/>
            <ac:spMk id="37" creationId="{00000000-0000-0000-0000-000000000000}"/>
          </ac:spMkLst>
        </pc:spChg>
        <pc:spChg chg="del mod">
          <ac:chgData name="Shuan Cheng" userId="b14087c0-bac9-44dd-b3f8-5d50e1ee75e5" providerId="ADAL" clId="{75A9BF88-81BC-4677-82BB-DF96F3D360A6}" dt="2025-11-23T01:30:17.321" v="3410" actId="478"/>
          <ac:spMkLst>
            <pc:docMk/>
            <pc:sldMk cId="0" sldId="285"/>
            <ac:spMk id="38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0:10.874" v="3407" actId="478"/>
          <ac:spMkLst>
            <pc:docMk/>
            <pc:sldMk cId="0" sldId="285"/>
            <ac:spMk id="39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33:14.306" v="3419" actId="14100"/>
          <ac:spMkLst>
            <pc:docMk/>
            <pc:sldMk cId="0" sldId="285"/>
            <ac:spMk id="41" creationId="{00000000-0000-0000-0000-000000000000}"/>
          </ac:spMkLst>
        </pc:spChg>
        <pc:spChg chg="add del mod">
          <ac:chgData name="Shuan Cheng" userId="b14087c0-bac9-44dd-b3f8-5d50e1ee75e5" providerId="ADAL" clId="{75A9BF88-81BC-4677-82BB-DF96F3D360A6}" dt="2025-11-23T01:25:41.902" v="3282" actId="478"/>
          <ac:spMkLst>
            <pc:docMk/>
            <pc:sldMk cId="0" sldId="285"/>
            <ac:spMk id="46" creationId="{D7D9D664-27E1-EE79-77F4-DA9BD008F213}"/>
          </ac:spMkLst>
        </pc:spChg>
        <pc:spChg chg="add del mod">
          <ac:chgData name="Shuan Cheng" userId="b14087c0-bac9-44dd-b3f8-5d50e1ee75e5" providerId="ADAL" clId="{75A9BF88-81BC-4677-82BB-DF96F3D360A6}" dt="2025-11-23T01:25:41.902" v="3282" actId="478"/>
          <ac:spMkLst>
            <pc:docMk/>
            <pc:sldMk cId="0" sldId="285"/>
            <ac:spMk id="47" creationId="{4E661711-D594-E8E0-CCD0-47D3486173E2}"/>
          </ac:spMkLst>
        </pc:spChg>
        <pc:spChg chg="add del mod">
          <ac:chgData name="Shuan Cheng" userId="b14087c0-bac9-44dd-b3f8-5d50e1ee75e5" providerId="ADAL" clId="{75A9BF88-81BC-4677-82BB-DF96F3D360A6}" dt="2025-11-23T01:25:43.099" v="3283" actId="478"/>
          <ac:spMkLst>
            <pc:docMk/>
            <pc:sldMk cId="0" sldId="285"/>
            <ac:spMk id="48" creationId="{FA334996-8050-DA31-251D-9A40127E1C3F}"/>
          </ac:spMkLst>
        </pc:spChg>
        <pc:spChg chg="add mod">
          <ac:chgData name="Shuan Cheng" userId="b14087c0-bac9-44dd-b3f8-5d50e1ee75e5" providerId="ADAL" clId="{75A9BF88-81BC-4677-82BB-DF96F3D360A6}" dt="2025-11-23T01:24:56.186" v="3269" actId="1076"/>
          <ac:spMkLst>
            <pc:docMk/>
            <pc:sldMk cId="0" sldId="285"/>
            <ac:spMk id="49" creationId="{B4C496CB-D299-3ED2-802D-D799608E6EF4}"/>
          </ac:spMkLst>
        </pc:spChg>
        <pc:spChg chg="add mod">
          <ac:chgData name="Shuan Cheng" userId="b14087c0-bac9-44dd-b3f8-5d50e1ee75e5" providerId="ADAL" clId="{75A9BF88-81BC-4677-82BB-DF96F3D360A6}" dt="2025-11-23T01:23:59.095" v="3255" actId="20577"/>
          <ac:spMkLst>
            <pc:docMk/>
            <pc:sldMk cId="0" sldId="285"/>
            <ac:spMk id="50" creationId="{6C17C5C8-FA0D-00BB-9009-3D689417C870}"/>
          </ac:spMkLst>
        </pc:spChg>
        <pc:spChg chg="add mod">
          <ac:chgData name="Shuan Cheng" userId="b14087c0-bac9-44dd-b3f8-5d50e1ee75e5" providerId="ADAL" clId="{75A9BF88-81BC-4677-82BB-DF96F3D360A6}" dt="2025-11-23T01:30:23.170" v="3412" actId="1076"/>
          <ac:spMkLst>
            <pc:docMk/>
            <pc:sldMk cId="0" sldId="285"/>
            <ac:spMk id="51" creationId="{3EF6EB7D-233D-A45D-769B-8689D38FBCB9}"/>
          </ac:spMkLst>
        </pc:spChg>
        <pc:spChg chg="add del mod">
          <ac:chgData name="Shuan Cheng" userId="b14087c0-bac9-44dd-b3f8-5d50e1ee75e5" providerId="ADAL" clId="{75A9BF88-81BC-4677-82BB-DF96F3D360A6}" dt="2025-11-23T01:27:09.750" v="3308" actId="478"/>
          <ac:spMkLst>
            <pc:docMk/>
            <pc:sldMk cId="0" sldId="285"/>
            <ac:spMk id="52" creationId="{87A242CC-C9A8-D88B-5E6A-B87DF5B0FA99}"/>
          </ac:spMkLst>
        </pc:spChg>
        <pc:spChg chg="add mod">
          <ac:chgData name="Shuan Cheng" userId="b14087c0-bac9-44dd-b3f8-5d50e1ee75e5" providerId="ADAL" clId="{75A9BF88-81BC-4677-82BB-DF96F3D360A6}" dt="2025-11-23T01:28:23.982" v="3324" actId="1076"/>
          <ac:spMkLst>
            <pc:docMk/>
            <pc:sldMk cId="0" sldId="285"/>
            <ac:spMk id="54" creationId="{1B68DE9F-3577-F780-5C38-6568D02BBC2A}"/>
          </ac:spMkLst>
        </pc:spChg>
        <pc:spChg chg="add mod">
          <ac:chgData name="Shuan Cheng" userId="b14087c0-bac9-44dd-b3f8-5d50e1ee75e5" providerId="ADAL" clId="{75A9BF88-81BC-4677-82BB-DF96F3D360A6}" dt="2025-11-23T01:29:13.022" v="3367" actId="1076"/>
          <ac:spMkLst>
            <pc:docMk/>
            <pc:sldMk cId="0" sldId="285"/>
            <ac:spMk id="55" creationId="{658BFB08-FBFD-5831-B346-29AD72C127E3}"/>
          </ac:spMkLst>
        </pc:spChg>
        <pc:spChg chg="add mod">
          <ac:chgData name="Shuan Cheng" userId="b14087c0-bac9-44dd-b3f8-5d50e1ee75e5" providerId="ADAL" clId="{75A9BF88-81BC-4677-82BB-DF96F3D360A6}" dt="2025-11-23T01:29:46.592" v="3396" actId="1076"/>
          <ac:spMkLst>
            <pc:docMk/>
            <pc:sldMk cId="0" sldId="285"/>
            <ac:spMk id="56" creationId="{810EDC3B-7D03-33BF-6573-E7C216B731D5}"/>
          </ac:spMkLst>
        </pc:spChg>
        <pc:spChg chg="add mod">
          <ac:chgData name="Shuan Cheng" userId="b14087c0-bac9-44dd-b3f8-5d50e1ee75e5" providerId="ADAL" clId="{75A9BF88-81BC-4677-82BB-DF96F3D360A6}" dt="2025-11-23T01:30:21.101" v="3411" actId="1076"/>
          <ac:spMkLst>
            <pc:docMk/>
            <pc:sldMk cId="0" sldId="285"/>
            <ac:spMk id="57" creationId="{E7CC9AFE-BFB7-803E-CCEA-512F5ECE67FA}"/>
          </ac:spMkLst>
        </pc:spChg>
      </pc:sldChg>
      <pc:sldChg chg="addSp delSp modSp mod">
        <pc:chgData name="Shuan Cheng" userId="b14087c0-bac9-44dd-b3f8-5d50e1ee75e5" providerId="ADAL" clId="{75A9BF88-81BC-4677-82BB-DF96F3D360A6}" dt="2025-11-23T01:38:52.416" v="3542" actId="20577"/>
        <pc:sldMkLst>
          <pc:docMk/>
          <pc:sldMk cId="0" sldId="286"/>
        </pc:sldMkLst>
        <pc:spChg chg="mod">
          <ac:chgData name="Shuan Cheng" userId="b14087c0-bac9-44dd-b3f8-5d50e1ee75e5" providerId="ADAL" clId="{75A9BF88-81BC-4677-82BB-DF96F3D360A6}" dt="2025-11-23T01:34:40.357" v="3432" actId="20577"/>
          <ac:spMkLst>
            <pc:docMk/>
            <pc:sldMk cId="0" sldId="286"/>
            <ac:spMk id="9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1:35:12.934" v="3439" actId="478"/>
          <ac:spMkLst>
            <pc:docMk/>
            <pc:sldMk cId="0" sldId="286"/>
            <ac:spMk id="12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1:35:12.934" v="3439" actId="478"/>
          <ac:spMkLst>
            <pc:docMk/>
            <pc:sldMk cId="0" sldId="286"/>
            <ac:spMk id="13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1:35:12.934" v="3439" actId="478"/>
          <ac:spMkLst>
            <pc:docMk/>
            <pc:sldMk cId="0" sldId="286"/>
            <ac:spMk id="14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1:35:12.934" v="3439" actId="478"/>
          <ac:spMkLst>
            <pc:docMk/>
            <pc:sldMk cId="0" sldId="286"/>
            <ac:spMk id="15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1:35:12.934" v="3439" actId="478"/>
          <ac:spMkLst>
            <pc:docMk/>
            <pc:sldMk cId="0" sldId="286"/>
            <ac:spMk id="16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1:35:12.934" v="3439" actId="478"/>
          <ac:spMkLst>
            <pc:docMk/>
            <pc:sldMk cId="0" sldId="286"/>
            <ac:spMk id="17" creationId="{00000000-0000-0000-0000-000000000000}"/>
          </ac:spMkLst>
        </pc:spChg>
        <pc:spChg chg="add del">
          <ac:chgData name="Shuan Cheng" userId="b14087c0-bac9-44dd-b3f8-5d50e1ee75e5" providerId="ADAL" clId="{75A9BF88-81BC-4677-82BB-DF96F3D360A6}" dt="2025-11-23T01:35:12.934" v="3439" actId="478"/>
          <ac:spMkLst>
            <pc:docMk/>
            <pc:sldMk cId="0" sldId="286"/>
            <ac:spMk id="18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38:52.416" v="3542" actId="20577"/>
          <ac:spMkLst>
            <pc:docMk/>
            <pc:sldMk cId="0" sldId="286"/>
            <ac:spMk id="19" creationId="{00000000-0000-0000-0000-000000000000}"/>
          </ac:spMkLst>
        </pc:spChg>
        <pc:spChg chg="mod">
          <ac:chgData name="Shuan Cheng" userId="b14087c0-bac9-44dd-b3f8-5d50e1ee75e5" providerId="ADAL" clId="{75A9BF88-81BC-4677-82BB-DF96F3D360A6}" dt="2025-11-23T01:36:17.290" v="3487" actId="1076"/>
          <ac:spMkLst>
            <pc:docMk/>
            <pc:sldMk cId="0" sldId="286"/>
            <ac:spMk id="20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6:43.840" v="3488" actId="478"/>
          <ac:spMkLst>
            <pc:docMk/>
            <pc:sldMk cId="0" sldId="286"/>
            <ac:spMk id="21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6:43.840" v="3488" actId="478"/>
          <ac:spMkLst>
            <pc:docMk/>
            <pc:sldMk cId="0" sldId="286"/>
            <ac:spMk id="22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6:43.840" v="3488" actId="478"/>
          <ac:spMkLst>
            <pc:docMk/>
            <pc:sldMk cId="0" sldId="286"/>
            <ac:spMk id="23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6:43.840" v="3488" actId="478"/>
          <ac:spMkLst>
            <pc:docMk/>
            <pc:sldMk cId="0" sldId="286"/>
            <ac:spMk id="24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6:43.840" v="3488" actId="478"/>
          <ac:spMkLst>
            <pc:docMk/>
            <pc:sldMk cId="0" sldId="286"/>
            <ac:spMk id="25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6:43.840" v="3488" actId="478"/>
          <ac:spMkLst>
            <pc:docMk/>
            <pc:sldMk cId="0" sldId="286"/>
            <ac:spMk id="26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6:43.840" v="3488" actId="478"/>
          <ac:spMkLst>
            <pc:docMk/>
            <pc:sldMk cId="0" sldId="286"/>
            <ac:spMk id="27" creationId="{00000000-0000-0000-0000-000000000000}"/>
          </ac:spMkLst>
        </pc:spChg>
        <pc:spChg chg="del">
          <ac:chgData name="Shuan Cheng" userId="b14087c0-bac9-44dd-b3f8-5d50e1ee75e5" providerId="ADAL" clId="{75A9BF88-81BC-4677-82BB-DF96F3D360A6}" dt="2025-11-23T01:36:43.840" v="3488" actId="478"/>
          <ac:spMkLst>
            <pc:docMk/>
            <pc:sldMk cId="0" sldId="286"/>
            <ac:spMk id="28" creationId="{00000000-0000-0000-0000-000000000000}"/>
          </ac:spMkLst>
        </pc:spChg>
        <pc:spChg chg="add mod">
          <ac:chgData name="Shuan Cheng" userId="b14087c0-bac9-44dd-b3f8-5d50e1ee75e5" providerId="ADAL" clId="{75A9BF88-81BC-4677-82BB-DF96F3D360A6}" dt="2025-11-23T01:37:31.026" v="3530" actId="1076"/>
          <ac:spMkLst>
            <pc:docMk/>
            <pc:sldMk cId="0" sldId="286"/>
            <ac:spMk id="34" creationId="{98B3510B-FBBA-31EB-4A2A-41DCFB69F8F2}"/>
          </ac:spMkLst>
        </pc:spChg>
      </pc:sldChg>
      <pc:sldChg chg="modSp mod">
        <pc:chgData name="Shuan Cheng" userId="b14087c0-bac9-44dd-b3f8-5d50e1ee75e5" providerId="ADAL" clId="{75A9BF88-81BC-4677-82BB-DF96F3D360A6}" dt="2025-11-23T01:41:23.535" v="3589" actId="20577"/>
        <pc:sldMkLst>
          <pc:docMk/>
          <pc:sldMk cId="0" sldId="289"/>
        </pc:sldMkLst>
        <pc:spChg chg="mod">
          <ac:chgData name="Shuan Cheng" userId="b14087c0-bac9-44dd-b3f8-5d50e1ee75e5" providerId="ADAL" clId="{75A9BF88-81BC-4677-82BB-DF96F3D360A6}" dt="2025-11-23T01:41:23.535" v="3589" actId="20577"/>
          <ac:spMkLst>
            <pc:docMk/>
            <pc:sldMk cId="0" sldId="289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3BD3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3BD3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3BD3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3BD3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83BD3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89890"/>
          </a:xfrm>
          <a:custGeom>
            <a:avLst/>
            <a:gdLst/>
            <a:ahLst/>
            <a:cxnLst/>
            <a:rect l="l" t="t" r="r" b="b"/>
            <a:pathLst>
              <a:path w="4608195" h="389890">
                <a:moveTo>
                  <a:pt x="4608004" y="0"/>
                </a:moveTo>
                <a:lnTo>
                  <a:pt x="0" y="0"/>
                </a:lnTo>
                <a:lnTo>
                  <a:pt x="0" y="389674"/>
                </a:lnTo>
                <a:lnTo>
                  <a:pt x="4608004" y="389674"/>
                </a:lnTo>
                <a:lnTo>
                  <a:pt x="4608004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60916"/>
            <a:ext cx="4335780" cy="288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5128" y="640550"/>
            <a:ext cx="4382770" cy="2309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094" y="3338410"/>
            <a:ext cx="1447800" cy="122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83BD3F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49763" y="3338410"/>
            <a:ext cx="303529" cy="122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91919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‹#›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4.xml"/><Relationship Id="rId5" Type="http://schemas.openxmlformats.org/officeDocument/2006/relationships/slide" Target="slide29.xml"/><Relationship Id="rId4" Type="http://schemas.openxmlformats.org/officeDocument/2006/relationships/slide" Target="slide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4.xml"/><Relationship Id="rId5" Type="http://schemas.openxmlformats.org/officeDocument/2006/relationships/slide" Target="slide29.xml"/><Relationship Id="rId4" Type="http://schemas.openxmlformats.org/officeDocument/2006/relationships/slide" Target="slide1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slide" Target="slide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slide" Target="slide3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Relationship Id="rId4" Type="http://schemas.openxmlformats.org/officeDocument/2006/relationships/slide" Target="slide3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34.xml"/><Relationship Id="rId5" Type="http://schemas.openxmlformats.org/officeDocument/2006/relationships/slide" Target="slide29.xml"/><Relationship Id="rId4" Type="http://schemas.openxmlformats.org/officeDocument/2006/relationships/slide" Target="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2" Type="http://schemas.openxmlformats.org/officeDocument/2006/relationships/slide" Target="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slide" Target="slide3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Relationship Id="rId5" Type="http://schemas.openxmlformats.org/officeDocument/2006/relationships/slide" Target="slide1.xml"/><Relationship Id="rId4" Type="http://schemas.openxmlformats.org/officeDocument/2006/relationships/image" Target="../media/image5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3.xml"/><Relationship Id="rId1" Type="http://schemas.openxmlformats.org/officeDocument/2006/relationships/slideLayout" Target="../slideLayouts/slideLayout5.xml"/><Relationship Id="rId6" Type="http://schemas.openxmlformats.org/officeDocument/2006/relationships/slide" Target="slide1.xml"/><Relationship Id="rId5" Type="http://schemas.openxmlformats.org/officeDocument/2006/relationships/slide" Target="slide29.xml"/><Relationship Id="rId4" Type="http://schemas.openxmlformats.org/officeDocument/2006/relationships/slide" Target="slide1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4.png"/><Relationship Id="rId7" Type="http://schemas.openxmlformats.org/officeDocument/2006/relationships/image" Target="../media/image61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slide" Target="slide1.xml"/><Relationship Id="rId9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7.png"/><Relationship Id="rId4" Type="http://schemas.openxmlformats.org/officeDocument/2006/relationships/slide" Target="slide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49818" y="215336"/>
            <a:ext cx="130937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110" dirty="0">
                <a:latin typeface="Arial"/>
                <a:cs typeface="Arial"/>
              </a:rPr>
              <a:t>Linear</a:t>
            </a:r>
            <a:r>
              <a:rPr sz="1700" spc="10" dirty="0">
                <a:latin typeface="Arial"/>
                <a:cs typeface="Arial"/>
              </a:rPr>
              <a:t> </a:t>
            </a:r>
            <a:r>
              <a:rPr sz="1700" spc="-140" dirty="0">
                <a:latin typeface="Arial"/>
                <a:cs typeface="Arial"/>
              </a:rPr>
              <a:t>Systems</a:t>
            </a:r>
            <a:endParaRPr sz="17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9818" y="539261"/>
            <a:ext cx="3447415" cy="34036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050" spc="-140" dirty="0">
                <a:solidFill>
                  <a:srgbClr val="000000"/>
                </a:solidFill>
              </a:rPr>
              <a:t>Linear</a:t>
            </a:r>
            <a:r>
              <a:rPr sz="2050" spc="10" dirty="0">
                <a:solidFill>
                  <a:srgbClr val="000000"/>
                </a:solidFill>
              </a:rPr>
              <a:t> </a:t>
            </a:r>
            <a:r>
              <a:rPr sz="2050" spc="-120" dirty="0">
                <a:solidFill>
                  <a:srgbClr val="000000"/>
                </a:solidFill>
              </a:rPr>
              <a:t>Quadratic</a:t>
            </a:r>
            <a:r>
              <a:rPr sz="2050" spc="15" dirty="0">
                <a:solidFill>
                  <a:srgbClr val="000000"/>
                </a:solidFill>
              </a:rPr>
              <a:t> </a:t>
            </a:r>
            <a:r>
              <a:rPr sz="2050" spc="-90" dirty="0">
                <a:solidFill>
                  <a:srgbClr val="000000"/>
                </a:solidFill>
              </a:rPr>
              <a:t>Optimal</a:t>
            </a:r>
            <a:r>
              <a:rPr sz="2050" spc="10" dirty="0">
                <a:solidFill>
                  <a:srgbClr val="000000"/>
                </a:solidFill>
              </a:rPr>
              <a:t> </a:t>
            </a:r>
            <a:r>
              <a:rPr sz="2050" spc="-70" dirty="0">
                <a:solidFill>
                  <a:srgbClr val="000000"/>
                </a:solidFill>
              </a:rPr>
              <a:t>Control</a:t>
            </a:r>
            <a:endParaRPr sz="2050"/>
          </a:p>
        </p:txBody>
      </p:sp>
      <p:sp>
        <p:nvSpPr>
          <p:cNvPr id="4" name="object 4"/>
          <p:cNvSpPr txBox="1"/>
          <p:nvPr/>
        </p:nvSpPr>
        <p:spPr>
          <a:xfrm>
            <a:off x="2022538" y="1175280"/>
            <a:ext cx="5632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Arial"/>
                <a:cs typeface="Arial"/>
              </a:rPr>
              <a:t>Xu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Chen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1958145"/>
            <a:ext cx="4608195" cy="1497965"/>
            <a:chOff x="0" y="1958145"/>
            <a:chExt cx="4608195" cy="149796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1210" y="1958145"/>
              <a:ext cx="3225235" cy="1497855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3346272"/>
              <a:ext cx="4608195" cy="109855"/>
            </a:xfrm>
            <a:custGeom>
              <a:avLst/>
              <a:gdLst/>
              <a:ahLst/>
              <a:cxnLst/>
              <a:rect l="l" t="t" r="r" b="b"/>
              <a:pathLst>
                <a:path w="4608195" h="109854">
                  <a:moveTo>
                    <a:pt x="4607928" y="0"/>
                  </a:moveTo>
                  <a:lnTo>
                    <a:pt x="3071952" y="0"/>
                  </a:lnTo>
                  <a:lnTo>
                    <a:pt x="1535976" y="0"/>
                  </a:ln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3071952" y="109728"/>
                  </a:lnTo>
                  <a:lnTo>
                    <a:pt x="4607928" y="109728"/>
                  </a:lnTo>
                  <a:lnTo>
                    <a:pt x="4607928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45" dirty="0"/>
              <a:t>Motivation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05"/>
              </a:spcBef>
            </a:pPr>
            <a:r>
              <a:rPr b="0" spc="-25" dirty="0">
                <a:latin typeface="Arial"/>
                <a:cs typeface="Arial"/>
              </a:rPr>
              <a:t>state</a:t>
            </a:r>
            <a:r>
              <a:rPr b="0" spc="5" dirty="0">
                <a:latin typeface="Arial"/>
                <a:cs typeface="Arial"/>
              </a:rPr>
              <a:t> </a:t>
            </a:r>
            <a:r>
              <a:rPr b="0" spc="-80" dirty="0">
                <a:latin typeface="Arial"/>
                <a:cs typeface="Arial"/>
              </a:rPr>
              <a:t>feedback</a:t>
            </a:r>
            <a:r>
              <a:rPr b="0" spc="5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control:</a:t>
            </a:r>
          </a:p>
          <a:p>
            <a:pPr marL="360680" marR="321310" indent="-193040">
              <a:lnSpc>
                <a:spcPct val="100000"/>
              </a:lnSpc>
              <a:spcBef>
                <a:spcPts val="300"/>
              </a:spcBef>
            </a:pPr>
            <a:r>
              <a:rPr sz="1800" b="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b="0" spc="284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b="0" spc="-65" dirty="0">
                <a:latin typeface="Arial"/>
                <a:cs typeface="Arial"/>
              </a:rPr>
              <a:t>allows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to</a:t>
            </a:r>
            <a:r>
              <a:rPr sz="1200" b="0" spc="15" dirty="0">
                <a:latin typeface="Arial"/>
                <a:cs typeface="Arial"/>
              </a:rPr>
              <a:t> </a:t>
            </a:r>
            <a:r>
              <a:rPr sz="1200" b="0" spc="-25" dirty="0">
                <a:latin typeface="Arial"/>
                <a:cs typeface="Arial"/>
              </a:rPr>
              <a:t>arbitrarily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spc="-85" dirty="0">
                <a:latin typeface="Arial"/>
                <a:cs typeface="Arial"/>
              </a:rPr>
              <a:t>assign</a:t>
            </a:r>
            <a:r>
              <a:rPr sz="1200" b="0" spc="1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the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spc="-75" dirty="0">
                <a:latin typeface="Arial"/>
                <a:cs typeface="Arial"/>
              </a:rPr>
              <a:t>closed-</a:t>
            </a:r>
            <a:r>
              <a:rPr sz="1200" b="0" spc="-45" dirty="0">
                <a:latin typeface="Arial"/>
                <a:cs typeface="Arial"/>
              </a:rPr>
              <a:t>loop</a:t>
            </a:r>
            <a:r>
              <a:rPr sz="1200" b="0" spc="15" dirty="0">
                <a:latin typeface="Arial"/>
                <a:cs typeface="Arial"/>
              </a:rPr>
              <a:t> </a:t>
            </a:r>
            <a:r>
              <a:rPr sz="1200" b="0" spc="-90" dirty="0">
                <a:latin typeface="Arial"/>
                <a:cs typeface="Arial"/>
              </a:rPr>
              <a:t>eigenvalues</a:t>
            </a:r>
            <a:r>
              <a:rPr sz="1200" b="0" spc="1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for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spc="-50" dirty="0">
                <a:latin typeface="Arial"/>
                <a:cs typeface="Arial"/>
              </a:rPr>
              <a:t>a </a:t>
            </a:r>
            <a:r>
              <a:rPr sz="1200" b="0" spc="-35" dirty="0">
                <a:latin typeface="Arial"/>
                <a:cs typeface="Arial"/>
              </a:rPr>
              <a:t>controllable</a:t>
            </a:r>
            <a:r>
              <a:rPr sz="1200" b="0" spc="-15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  <a:p>
            <a:pPr marL="168275">
              <a:lnSpc>
                <a:spcPct val="100000"/>
              </a:lnSpc>
              <a:spcBef>
                <a:spcPts val="310"/>
              </a:spcBef>
            </a:pPr>
            <a:r>
              <a:rPr sz="1800" b="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b="0" spc="26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b="0" dirty="0">
                <a:latin typeface="Arial"/>
                <a:cs typeface="Arial"/>
              </a:rPr>
              <a:t>the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75" dirty="0">
                <a:latin typeface="Arial"/>
                <a:cs typeface="Arial"/>
              </a:rPr>
              <a:t>eigenvalue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80" dirty="0">
                <a:latin typeface="Arial"/>
                <a:cs typeface="Arial"/>
              </a:rPr>
              <a:t>assignment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100" dirty="0">
                <a:latin typeface="Arial"/>
                <a:cs typeface="Arial"/>
              </a:rPr>
              <a:t>has</a:t>
            </a:r>
            <a:r>
              <a:rPr sz="1200" b="0" spc="15" dirty="0">
                <a:latin typeface="Arial"/>
                <a:cs typeface="Arial"/>
              </a:rPr>
              <a:t> </a:t>
            </a:r>
            <a:r>
              <a:rPr sz="1200" b="0" spc="-85" dirty="0">
                <a:latin typeface="Arial"/>
                <a:cs typeface="Arial"/>
              </a:rPr>
              <a:t>been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60" dirty="0">
                <a:latin typeface="Arial"/>
                <a:cs typeface="Arial"/>
              </a:rPr>
              <a:t>manual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25" dirty="0">
                <a:latin typeface="Arial"/>
                <a:cs typeface="Arial"/>
              </a:rPr>
              <a:t>thus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25" dirty="0">
                <a:latin typeface="Arial"/>
                <a:cs typeface="Arial"/>
              </a:rPr>
              <a:t>far</a:t>
            </a:r>
            <a:endParaRPr sz="1200">
              <a:latin typeface="Arial"/>
              <a:cs typeface="Arial"/>
            </a:endParaRPr>
          </a:p>
          <a:p>
            <a:pPr marL="360680" marR="84455" indent="-193040">
              <a:lnSpc>
                <a:spcPct val="100000"/>
              </a:lnSpc>
              <a:spcBef>
                <a:spcPts val="305"/>
              </a:spcBef>
            </a:pPr>
            <a:r>
              <a:rPr sz="1800" b="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b="0" spc="27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b="0" spc="-65" dirty="0">
                <a:latin typeface="Arial"/>
                <a:cs typeface="Arial"/>
              </a:rPr>
              <a:t>performance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is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implicit:</a:t>
            </a:r>
            <a:r>
              <a:rPr sz="1200" b="0" spc="135" dirty="0">
                <a:latin typeface="Arial"/>
                <a:cs typeface="Arial"/>
              </a:rPr>
              <a:t> </a:t>
            </a:r>
            <a:r>
              <a:rPr sz="1200" b="0" spc="-114" dirty="0">
                <a:latin typeface="Arial"/>
                <a:cs typeface="Arial"/>
              </a:rPr>
              <a:t>we</a:t>
            </a:r>
            <a:r>
              <a:rPr sz="1200" b="0" spc="30" dirty="0">
                <a:latin typeface="Arial"/>
                <a:cs typeface="Arial"/>
              </a:rPr>
              <a:t> </a:t>
            </a:r>
            <a:r>
              <a:rPr sz="1200" b="0" spc="-90" dirty="0">
                <a:latin typeface="Arial"/>
                <a:cs typeface="Arial"/>
              </a:rPr>
              <a:t>assign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spc="-90" dirty="0">
                <a:latin typeface="Arial"/>
                <a:cs typeface="Arial"/>
              </a:rPr>
              <a:t>eigenvalues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to</a:t>
            </a:r>
            <a:r>
              <a:rPr sz="1200" b="0" spc="15" dirty="0">
                <a:latin typeface="Arial"/>
                <a:cs typeface="Arial"/>
              </a:rPr>
              <a:t> </a:t>
            </a:r>
            <a:r>
              <a:rPr sz="1200" b="0" spc="-65" dirty="0">
                <a:latin typeface="Arial"/>
                <a:cs typeface="Arial"/>
              </a:rPr>
              <a:t>induce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spc="-40" dirty="0">
                <a:latin typeface="Arial"/>
                <a:cs typeface="Arial"/>
              </a:rPr>
              <a:t>proper </a:t>
            </a:r>
            <a:r>
              <a:rPr sz="1200" b="0" spc="-35" dirty="0">
                <a:latin typeface="Arial"/>
                <a:cs typeface="Arial"/>
              </a:rPr>
              <a:t>error</a:t>
            </a:r>
            <a:r>
              <a:rPr sz="1200" b="0" spc="-45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convergence</a:t>
            </a:r>
            <a:endParaRPr sz="1200">
              <a:latin typeface="Arial"/>
              <a:cs typeface="Arial"/>
            </a:endParaRPr>
          </a:p>
          <a:p>
            <a:pPr marL="63500" marR="139700">
              <a:lnSpc>
                <a:spcPct val="100000"/>
              </a:lnSpc>
              <a:spcBef>
                <a:spcPts val="305"/>
              </a:spcBef>
            </a:pPr>
            <a:r>
              <a:rPr b="0" spc="-45" dirty="0">
                <a:latin typeface="Arial"/>
                <a:cs typeface="Arial"/>
              </a:rPr>
              <a:t>linear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spc="-35" dirty="0">
                <a:latin typeface="Arial"/>
                <a:cs typeface="Arial"/>
              </a:rPr>
              <a:t>quadratic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(LQ)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20" dirty="0">
                <a:latin typeface="Arial"/>
                <a:cs typeface="Arial"/>
              </a:rPr>
              <a:t>optimal </a:t>
            </a:r>
            <a:r>
              <a:rPr b="0" spc="-35" dirty="0">
                <a:latin typeface="Arial"/>
                <a:cs typeface="Arial"/>
              </a:rPr>
              <a:t>regulation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spc="-25" dirty="0">
                <a:latin typeface="Arial"/>
                <a:cs typeface="Arial"/>
              </a:rPr>
              <a:t>control,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60" dirty="0">
                <a:latin typeface="Arial"/>
                <a:cs typeface="Arial"/>
              </a:rPr>
              <a:t>aka,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dirty="0">
                <a:latin typeface="Arial"/>
                <a:cs typeface="Arial"/>
              </a:rPr>
              <a:t>LQ</a:t>
            </a:r>
            <a:r>
              <a:rPr b="0" spc="-15" dirty="0">
                <a:latin typeface="Arial"/>
                <a:cs typeface="Arial"/>
              </a:rPr>
              <a:t> </a:t>
            </a:r>
            <a:r>
              <a:rPr b="0" spc="-35" dirty="0">
                <a:latin typeface="Arial"/>
                <a:cs typeface="Arial"/>
              </a:rPr>
              <a:t>regulator </a:t>
            </a:r>
            <a:r>
              <a:rPr b="0" dirty="0">
                <a:latin typeface="Arial"/>
                <a:cs typeface="Arial"/>
              </a:rPr>
              <a:t>(or</a:t>
            </a:r>
            <a:r>
              <a:rPr b="0" spc="-20" dirty="0">
                <a:latin typeface="Arial"/>
                <a:cs typeface="Arial"/>
              </a:rPr>
              <a:t> </a:t>
            </a:r>
            <a:r>
              <a:rPr b="0" spc="-10" dirty="0">
                <a:latin typeface="Arial"/>
                <a:cs typeface="Arial"/>
              </a:rPr>
              <a:t>LQR):</a:t>
            </a:r>
          </a:p>
          <a:p>
            <a:pPr marL="168275">
              <a:lnSpc>
                <a:spcPct val="100000"/>
              </a:lnSpc>
              <a:spcBef>
                <a:spcPts val="310"/>
              </a:spcBef>
            </a:pPr>
            <a:r>
              <a:rPr sz="1800" b="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 </a:t>
            </a:r>
            <a:r>
              <a:rPr sz="1200" b="0" spc="-10" dirty="0">
                <a:latin typeface="Arial"/>
                <a:cs typeface="Arial"/>
              </a:rPr>
              <a:t>no</a:t>
            </a:r>
            <a:r>
              <a:rPr sz="1200" b="0" spc="25" dirty="0">
                <a:latin typeface="Arial"/>
                <a:cs typeface="Arial"/>
              </a:rPr>
              <a:t> </a:t>
            </a:r>
            <a:r>
              <a:rPr sz="1200" b="0" spc="-95" dirty="0">
                <a:latin typeface="Arial"/>
                <a:cs typeface="Arial"/>
              </a:rPr>
              <a:t>need</a:t>
            </a:r>
            <a:r>
              <a:rPr sz="1200" b="0" spc="2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to</a:t>
            </a:r>
            <a:r>
              <a:rPr sz="1200" b="0" spc="20" dirty="0">
                <a:latin typeface="Arial"/>
                <a:cs typeface="Arial"/>
              </a:rPr>
              <a:t> </a:t>
            </a:r>
            <a:r>
              <a:rPr sz="1200" b="0" spc="-65" dirty="0">
                <a:latin typeface="Arial"/>
                <a:cs typeface="Arial"/>
              </a:rPr>
              <a:t>specify</a:t>
            </a:r>
            <a:r>
              <a:rPr sz="1200" b="0" spc="25" dirty="0">
                <a:latin typeface="Arial"/>
                <a:cs typeface="Arial"/>
              </a:rPr>
              <a:t> </a:t>
            </a:r>
            <a:r>
              <a:rPr sz="1200" b="0" spc="-80" dirty="0">
                <a:latin typeface="Arial"/>
                <a:cs typeface="Arial"/>
              </a:rPr>
              <a:t>closed-</a:t>
            </a:r>
            <a:r>
              <a:rPr sz="1200" b="0" spc="-40" dirty="0">
                <a:latin typeface="Arial"/>
                <a:cs typeface="Arial"/>
              </a:rPr>
              <a:t>loop</a:t>
            </a:r>
            <a:r>
              <a:rPr sz="1200" b="0" spc="25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poles</a:t>
            </a:r>
            <a:endParaRPr sz="1200">
              <a:latin typeface="Arial"/>
              <a:cs typeface="Arial"/>
            </a:endParaRPr>
          </a:p>
          <a:p>
            <a:pPr marL="360680" marR="30480" indent="-193040">
              <a:lnSpc>
                <a:spcPct val="100000"/>
              </a:lnSpc>
              <a:spcBef>
                <a:spcPts val="300"/>
              </a:spcBef>
            </a:pPr>
            <a:r>
              <a:rPr sz="1800" b="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b="0" spc="21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b="0" spc="-65" dirty="0">
                <a:latin typeface="Arial"/>
                <a:cs typeface="Arial"/>
              </a:rPr>
              <a:t>performance</a:t>
            </a:r>
            <a:r>
              <a:rPr sz="1200" b="0" spc="-5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is</a:t>
            </a:r>
            <a:r>
              <a:rPr sz="1200" b="0" dirty="0">
                <a:latin typeface="Arial"/>
                <a:cs typeface="Arial"/>
              </a:rPr>
              <a:t> </a:t>
            </a:r>
            <a:r>
              <a:rPr sz="1200" b="0" spc="-20" dirty="0">
                <a:latin typeface="Arial"/>
                <a:cs typeface="Arial"/>
              </a:rPr>
              <a:t>explicit:</a:t>
            </a:r>
            <a:r>
              <a:rPr sz="1200" b="0" spc="10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a</a:t>
            </a:r>
            <a:r>
              <a:rPr sz="1200" b="0" spc="-5" dirty="0">
                <a:latin typeface="Arial"/>
                <a:cs typeface="Arial"/>
              </a:rPr>
              <a:t> </a:t>
            </a:r>
            <a:r>
              <a:rPr sz="1200" b="0" spc="-65" dirty="0">
                <a:latin typeface="Arial"/>
                <a:cs typeface="Arial"/>
              </a:rPr>
              <a:t>performance</a:t>
            </a:r>
            <a:r>
              <a:rPr sz="1200" b="0" spc="-5" dirty="0">
                <a:latin typeface="Arial"/>
                <a:cs typeface="Arial"/>
              </a:rPr>
              <a:t> </a:t>
            </a:r>
            <a:r>
              <a:rPr sz="1200" b="0" spc="-60" dirty="0">
                <a:latin typeface="Arial"/>
                <a:cs typeface="Arial"/>
              </a:rPr>
              <a:t>index</a:t>
            </a:r>
            <a:r>
              <a:rPr sz="1200" b="0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is</a:t>
            </a:r>
            <a:r>
              <a:rPr sz="1200" b="0" spc="-5" dirty="0">
                <a:latin typeface="Arial"/>
                <a:cs typeface="Arial"/>
              </a:rPr>
              <a:t> </a:t>
            </a:r>
            <a:r>
              <a:rPr sz="1200" b="0" spc="-65" dirty="0">
                <a:latin typeface="Arial"/>
                <a:cs typeface="Arial"/>
              </a:rPr>
              <a:t>defined</a:t>
            </a:r>
            <a:r>
              <a:rPr sz="1200" b="0" spc="-5" dirty="0">
                <a:latin typeface="Arial"/>
                <a:cs typeface="Arial"/>
              </a:rPr>
              <a:t> </a:t>
            </a:r>
            <a:r>
              <a:rPr sz="1200" b="0" spc="-95" dirty="0">
                <a:latin typeface="Arial"/>
                <a:cs typeface="Arial"/>
              </a:rPr>
              <a:t>ahead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25" dirty="0">
                <a:latin typeface="Arial"/>
                <a:cs typeface="Arial"/>
              </a:rPr>
              <a:t>of </a:t>
            </a:r>
            <a:r>
              <a:rPr sz="1200" b="0" spc="-20" dirty="0">
                <a:latin typeface="Arial"/>
                <a:cs typeface="Arial"/>
              </a:rPr>
              <a:t>time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928" y="639709"/>
            <a:ext cx="3566795" cy="1800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95"/>
              </a:spcBef>
              <a:buClr>
                <a:srgbClr val="7F7F7F"/>
              </a:buClr>
              <a:buFont typeface="Arial"/>
              <a:buAutoNum type="arabicPeriod"/>
              <a:tabLst>
                <a:tab pos="193675" algn="l"/>
              </a:tabLst>
            </a:pPr>
            <a:r>
              <a:rPr sz="1200" spc="-60" dirty="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Problem</a:t>
            </a:r>
            <a:r>
              <a:rPr sz="1200" spc="30" dirty="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200" spc="-10" dirty="0">
                <a:solidFill>
                  <a:srgbClr val="7F7F7F"/>
                </a:solidFill>
                <a:latin typeface="Arial"/>
                <a:cs typeface="Arial"/>
                <a:hlinkClick r:id="rId2" action="ppaction://hlinksldjump"/>
              </a:rPr>
              <a:t>formulation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buAutoNum type="arabicPeriod"/>
              <a:tabLst>
                <a:tab pos="193675" algn="l"/>
              </a:tabLst>
            </a:pPr>
            <a:r>
              <a:rPr sz="1200" spc="-35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Solution</a:t>
            </a:r>
            <a:r>
              <a:rPr sz="1200" spc="1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to</a:t>
            </a:r>
            <a:r>
              <a:rPr sz="1200" spc="1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sz="1200" spc="5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35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infinite-horizon/stationary</a:t>
            </a:r>
            <a:r>
              <a:rPr sz="1200" spc="1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r>
              <a:rPr sz="1200" spc="1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35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buAutoNum type="arabicPeriod"/>
              <a:tabLst>
                <a:tab pos="193675" algn="l"/>
              </a:tabLst>
            </a:pPr>
            <a:r>
              <a:rPr sz="1200" spc="-35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Solution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to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spc="-35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finite-</a:t>
            </a:r>
            <a:r>
              <a:rPr sz="1200" spc="-4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horizon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LQ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 problem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93675" algn="l"/>
              </a:tabLst>
            </a:pPr>
            <a:r>
              <a:rPr sz="1200" spc="-50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From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spc="-35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finite-</a:t>
            </a:r>
            <a:r>
              <a:rPr sz="1200" spc="-40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horizon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 LQ</a:t>
            </a:r>
            <a:r>
              <a:rPr sz="1200" spc="5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to </a:t>
            </a:r>
            <a:r>
              <a:rPr sz="1200" spc="-40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stationary</a:t>
            </a:r>
            <a:r>
              <a:rPr sz="1200" spc="5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spc="-25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LQ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6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41275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25" dirty="0"/>
              <a:t>Goal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928" y="434375"/>
            <a:ext cx="28568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latin typeface="Arial"/>
                <a:cs typeface="Arial"/>
              </a:rPr>
              <a:t>Consider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an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i="1" spc="-50" dirty="0">
                <a:latin typeface="Arial"/>
                <a:cs typeface="Arial"/>
              </a:rPr>
              <a:t>n</a:t>
            </a:r>
            <a:r>
              <a:rPr sz="1200" spc="-50" dirty="0">
                <a:latin typeface="Arial"/>
                <a:cs typeface="Arial"/>
              </a:rPr>
              <a:t>-</a:t>
            </a:r>
            <a:r>
              <a:rPr sz="1200" spc="-60" dirty="0">
                <a:latin typeface="Arial"/>
                <a:cs typeface="Arial"/>
              </a:rPr>
              <a:t>dimensional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state-</a:t>
            </a:r>
            <a:r>
              <a:rPr sz="1200" spc="-75" dirty="0">
                <a:latin typeface="Arial"/>
                <a:cs typeface="Arial"/>
              </a:rPr>
              <a:t>space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4"/>
              <p:cNvSpPr txBox="1"/>
              <p:nvPr/>
            </p:nvSpPr>
            <p:spPr>
              <a:xfrm>
                <a:off x="1215351" y="653450"/>
                <a:ext cx="2171065" cy="415242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38100" marR="30480" indent="25400">
                  <a:lnSpc>
                    <a:spcPct val="125299"/>
                  </a:lnSpc>
                  <a:spcBef>
                    <a:spcPts val="100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100" b="0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fr-FR" sz="1100" b="0" i="1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fr-FR" sz="1100" dirty="0">
                    <a:latin typeface="Arial"/>
                    <a:cs typeface="Arial"/>
                  </a:rPr>
                  <a:t>(</a:t>
                </a:r>
                <a:r>
                  <a:rPr lang="fr-FR" sz="1100" i="1" dirty="0">
                    <a:latin typeface="Arial"/>
                    <a:cs typeface="Arial"/>
                  </a:rPr>
                  <a:t>t</a:t>
                </a:r>
                <a:r>
                  <a:rPr lang="fr-FR" sz="1100" dirty="0">
                    <a:latin typeface="Arial"/>
                    <a:cs typeface="Arial"/>
                  </a:rPr>
                  <a:t>)</a:t>
                </a:r>
                <a:r>
                  <a:rPr lang="fr-FR" sz="1100" spc="-10" dirty="0">
                    <a:latin typeface="Arial"/>
                    <a:cs typeface="Arial"/>
                  </a:rPr>
                  <a:t> </a:t>
                </a:r>
                <a:r>
                  <a:rPr lang="fr-FR" sz="1100" spc="200" dirty="0">
                    <a:latin typeface="Arial"/>
                    <a:cs typeface="Arial"/>
                  </a:rPr>
                  <a:t>=</a:t>
                </a:r>
                <a:r>
                  <a:rPr lang="fr-FR" sz="1100" spc="-10" dirty="0">
                    <a:latin typeface="Arial"/>
                    <a:cs typeface="Arial"/>
                  </a:rPr>
                  <a:t> </a:t>
                </a:r>
                <a:r>
                  <a:rPr lang="fr-FR" sz="1100" i="1" spc="-20" dirty="0">
                    <a:latin typeface="Arial"/>
                    <a:cs typeface="Arial"/>
                  </a:rPr>
                  <a:t>Ax</a:t>
                </a:r>
                <a:r>
                  <a:rPr lang="fr-FR" sz="1100" i="1" spc="-25" dirty="0">
                    <a:latin typeface="Arial"/>
                    <a:cs typeface="Arial"/>
                  </a:rPr>
                  <a:t> </a:t>
                </a:r>
                <a:r>
                  <a:rPr lang="fr-FR" sz="1100" spc="90" dirty="0">
                    <a:latin typeface="Arial"/>
                    <a:cs typeface="Arial"/>
                  </a:rPr>
                  <a:t>(</a:t>
                </a:r>
                <a:r>
                  <a:rPr lang="fr-FR" sz="1100" i="1" spc="90" dirty="0">
                    <a:latin typeface="Arial"/>
                    <a:cs typeface="Arial"/>
                  </a:rPr>
                  <a:t>t</a:t>
                </a:r>
                <a:r>
                  <a:rPr lang="fr-FR" sz="1100" spc="90" dirty="0">
                    <a:latin typeface="Arial"/>
                    <a:cs typeface="Arial"/>
                  </a:rPr>
                  <a:t>)</a:t>
                </a:r>
                <a:r>
                  <a:rPr lang="fr-FR" sz="1100" spc="-70" dirty="0">
                    <a:latin typeface="Arial"/>
                    <a:cs typeface="Arial"/>
                  </a:rPr>
                  <a:t> </a:t>
                </a:r>
                <a:r>
                  <a:rPr lang="fr-FR" sz="1100" spc="200" dirty="0">
                    <a:latin typeface="Arial"/>
                    <a:cs typeface="Arial"/>
                  </a:rPr>
                  <a:t>+</a:t>
                </a:r>
                <a:r>
                  <a:rPr lang="fr-FR" sz="1100" spc="-65" dirty="0">
                    <a:latin typeface="Arial"/>
                    <a:cs typeface="Arial"/>
                  </a:rPr>
                  <a:t> </a:t>
                </a:r>
                <a:r>
                  <a:rPr lang="fr-FR" sz="1100" i="1" spc="-40" dirty="0">
                    <a:latin typeface="Arial"/>
                    <a:cs typeface="Arial"/>
                  </a:rPr>
                  <a:t>Bu</a:t>
                </a:r>
                <a:r>
                  <a:rPr lang="fr-FR" sz="1100" i="1" spc="-80" dirty="0">
                    <a:latin typeface="Arial"/>
                    <a:cs typeface="Arial"/>
                  </a:rPr>
                  <a:t> </a:t>
                </a:r>
                <a:r>
                  <a:rPr lang="fr-FR" sz="1100" spc="90" dirty="0">
                    <a:latin typeface="Arial"/>
                    <a:cs typeface="Arial"/>
                  </a:rPr>
                  <a:t>(</a:t>
                </a:r>
                <a:r>
                  <a:rPr lang="fr-FR" sz="1100" i="1" spc="90" dirty="0">
                    <a:latin typeface="Arial"/>
                    <a:cs typeface="Arial"/>
                  </a:rPr>
                  <a:t>t</a:t>
                </a:r>
                <a:r>
                  <a:rPr lang="fr-FR" sz="1100" spc="90" dirty="0">
                    <a:latin typeface="Arial"/>
                    <a:cs typeface="Arial"/>
                  </a:rPr>
                  <a:t>)</a:t>
                </a:r>
                <a:r>
                  <a:rPr lang="fr-FR" sz="1100" spc="-125" dirty="0">
                    <a:latin typeface="Arial"/>
                    <a:cs typeface="Arial"/>
                  </a:rPr>
                  <a:t> </a:t>
                </a:r>
                <a:r>
                  <a:rPr lang="fr-FR" sz="1100" i="1" dirty="0">
                    <a:latin typeface="Times New Roman"/>
                    <a:cs typeface="Times New Roman"/>
                  </a:rPr>
                  <a:t>,</a:t>
                </a:r>
                <a:r>
                  <a:rPr lang="fr-FR" sz="1100" i="1" spc="260" dirty="0">
                    <a:latin typeface="Times New Roman"/>
                    <a:cs typeface="Times New Roman"/>
                  </a:rPr>
                  <a:t> </a:t>
                </a:r>
                <a:r>
                  <a:rPr lang="fr-FR" sz="1100" i="1" dirty="0">
                    <a:latin typeface="Arial"/>
                    <a:cs typeface="Arial"/>
                  </a:rPr>
                  <a:t>x</a:t>
                </a:r>
                <a:r>
                  <a:rPr lang="fr-FR" sz="1100" i="1" spc="-25" dirty="0">
                    <a:latin typeface="Arial"/>
                    <a:cs typeface="Arial"/>
                  </a:rPr>
                  <a:t> </a:t>
                </a:r>
                <a:r>
                  <a:rPr lang="fr-FR" sz="1100" spc="55" dirty="0">
                    <a:latin typeface="Arial"/>
                    <a:cs typeface="Arial"/>
                  </a:rPr>
                  <a:t>(</a:t>
                </a:r>
                <a:r>
                  <a:rPr lang="fr-FR" sz="1100" i="1" spc="55" dirty="0">
                    <a:latin typeface="Arial"/>
                    <a:cs typeface="Arial"/>
                  </a:rPr>
                  <a:t>t</a:t>
                </a:r>
                <a:r>
                  <a:rPr lang="fr-FR" sz="1200" spc="82" baseline="-10416" dirty="0">
                    <a:latin typeface="Arial"/>
                    <a:cs typeface="Arial"/>
                  </a:rPr>
                  <a:t>0</a:t>
                </a:r>
                <a:r>
                  <a:rPr lang="fr-FR" sz="1100" spc="55" dirty="0">
                    <a:latin typeface="Arial"/>
                    <a:cs typeface="Arial"/>
                  </a:rPr>
                  <a:t>)</a:t>
                </a:r>
                <a:r>
                  <a:rPr lang="fr-FR" sz="1100" spc="-5" dirty="0">
                    <a:latin typeface="Arial"/>
                    <a:cs typeface="Arial"/>
                  </a:rPr>
                  <a:t> </a:t>
                </a:r>
                <a:r>
                  <a:rPr lang="fr-FR" sz="1100" spc="200" dirty="0">
                    <a:latin typeface="Arial"/>
                    <a:cs typeface="Arial"/>
                  </a:rPr>
                  <a:t>=</a:t>
                </a:r>
                <a:r>
                  <a:rPr lang="fr-FR" sz="1100" spc="-10" dirty="0">
                    <a:latin typeface="Arial"/>
                    <a:cs typeface="Arial"/>
                  </a:rPr>
                  <a:t> </a:t>
                </a:r>
                <a:r>
                  <a:rPr lang="fr-FR" sz="1100" i="1" spc="-25" dirty="0">
                    <a:latin typeface="Arial"/>
                    <a:cs typeface="Arial"/>
                  </a:rPr>
                  <a:t>x</a:t>
                </a:r>
                <a:r>
                  <a:rPr lang="fr-FR" sz="1200" spc="-37" baseline="-10416" dirty="0">
                    <a:latin typeface="Arial"/>
                    <a:cs typeface="Arial"/>
                  </a:rPr>
                  <a:t>0</a:t>
                </a:r>
                <a:r>
                  <a:rPr lang="fr-FR" sz="1200" baseline="-10416" dirty="0">
                    <a:latin typeface="Arial"/>
                    <a:cs typeface="Arial"/>
                  </a:rPr>
                  <a:t> </a:t>
                </a:r>
                <a:r>
                  <a:rPr lang="fr-FR" sz="1100" i="1" dirty="0">
                    <a:latin typeface="Arial"/>
                    <a:cs typeface="Arial"/>
                  </a:rPr>
                  <a:t>y</a:t>
                </a:r>
                <a:r>
                  <a:rPr lang="fr-FR" sz="1100" i="1" spc="-20" dirty="0">
                    <a:latin typeface="Arial"/>
                    <a:cs typeface="Arial"/>
                  </a:rPr>
                  <a:t> </a:t>
                </a:r>
                <a:r>
                  <a:rPr lang="fr-FR" sz="1100" spc="90" dirty="0">
                    <a:latin typeface="Arial"/>
                    <a:cs typeface="Arial"/>
                  </a:rPr>
                  <a:t>(</a:t>
                </a:r>
                <a:r>
                  <a:rPr lang="fr-FR" sz="1100" i="1" spc="90" dirty="0">
                    <a:latin typeface="Arial"/>
                    <a:cs typeface="Arial"/>
                  </a:rPr>
                  <a:t>t</a:t>
                </a:r>
                <a:r>
                  <a:rPr lang="fr-FR" sz="1100" spc="90" dirty="0">
                    <a:latin typeface="Arial"/>
                    <a:cs typeface="Arial"/>
                  </a:rPr>
                  <a:t>)</a:t>
                </a:r>
                <a:r>
                  <a:rPr lang="fr-FR" sz="1100" spc="-10" dirty="0">
                    <a:latin typeface="Arial"/>
                    <a:cs typeface="Arial"/>
                  </a:rPr>
                  <a:t> </a:t>
                </a:r>
                <a:r>
                  <a:rPr lang="fr-FR" sz="1100" spc="200" dirty="0">
                    <a:latin typeface="Arial"/>
                    <a:cs typeface="Arial"/>
                  </a:rPr>
                  <a:t>=</a:t>
                </a:r>
                <a:r>
                  <a:rPr lang="fr-FR" sz="1100" spc="-5" dirty="0">
                    <a:latin typeface="Arial"/>
                    <a:cs typeface="Arial"/>
                  </a:rPr>
                  <a:t> </a:t>
                </a:r>
                <a:r>
                  <a:rPr lang="fr-FR" sz="1100" i="1" spc="-90" dirty="0">
                    <a:latin typeface="Arial"/>
                    <a:cs typeface="Arial"/>
                  </a:rPr>
                  <a:t>Cx</a:t>
                </a:r>
                <a:r>
                  <a:rPr lang="fr-FR" sz="1100" i="1" spc="-25" dirty="0">
                    <a:latin typeface="Arial"/>
                    <a:cs typeface="Arial"/>
                  </a:rPr>
                  <a:t> </a:t>
                </a:r>
                <a:r>
                  <a:rPr lang="fr-FR" sz="1100" spc="65" dirty="0">
                    <a:latin typeface="Arial"/>
                    <a:cs typeface="Arial"/>
                  </a:rPr>
                  <a:t>(</a:t>
                </a:r>
                <a:r>
                  <a:rPr lang="fr-FR" sz="1100" i="1" spc="65" dirty="0">
                    <a:latin typeface="Arial"/>
                    <a:cs typeface="Arial"/>
                  </a:rPr>
                  <a:t>t</a:t>
                </a:r>
                <a:r>
                  <a:rPr lang="fr-FR" sz="1100" spc="65" dirty="0">
                    <a:latin typeface="Arial"/>
                    <a:cs typeface="Arial"/>
                  </a:rPr>
                  <a:t>)</a:t>
                </a:r>
                <a:endParaRPr sz="11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5351" y="653450"/>
                <a:ext cx="2171065" cy="415242"/>
              </a:xfrm>
              <a:prstGeom prst="rect">
                <a:avLst/>
              </a:prstGeom>
              <a:blipFill>
                <a:blip r:embed="rId2"/>
                <a:stretch>
                  <a:fillRect l="-2241" t="-2941" b="-205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bject 5"/>
          <p:cNvSpPr txBox="1"/>
          <p:nvPr/>
        </p:nvSpPr>
        <p:spPr>
          <a:xfrm>
            <a:off x="4270768" y="802460"/>
            <a:ext cx="2019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Arial"/>
                <a:cs typeface="Arial"/>
              </a:rPr>
              <a:t>(1)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7828" y="1155875"/>
            <a:ext cx="3906520" cy="379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ts val="1395"/>
              </a:lnSpc>
              <a:spcBef>
                <a:spcPts val="95"/>
              </a:spcBef>
            </a:pPr>
            <a:r>
              <a:rPr sz="1200" spc="-75" dirty="0">
                <a:latin typeface="Arial"/>
                <a:cs typeface="Arial"/>
              </a:rPr>
              <a:t>where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x</a:t>
            </a:r>
            <a:r>
              <a:rPr sz="1200" i="1" spc="90" dirty="0">
                <a:latin typeface="Arial"/>
                <a:cs typeface="Arial"/>
              </a:rPr>
              <a:t> </a:t>
            </a:r>
            <a:r>
              <a:rPr sz="1200" spc="100" dirty="0">
                <a:latin typeface="Apple Symbols"/>
                <a:cs typeface="Apple Symbols"/>
              </a:rPr>
              <a:t>∈</a:t>
            </a:r>
            <a:r>
              <a:rPr sz="1200" spc="-85" dirty="0">
                <a:latin typeface="Apple Symbols"/>
                <a:cs typeface="Apple Symbols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i="1" baseline="31250" dirty="0">
                <a:latin typeface="Arial"/>
                <a:cs typeface="Arial"/>
              </a:rPr>
              <a:t>n</a:t>
            </a:r>
            <a:r>
              <a:rPr sz="1200" dirty="0">
                <a:latin typeface="Arial"/>
                <a:cs typeface="Arial"/>
              </a:rPr>
              <a:t>,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u</a:t>
            </a:r>
            <a:r>
              <a:rPr sz="1200" i="1" spc="35" dirty="0">
                <a:latin typeface="Arial"/>
                <a:cs typeface="Arial"/>
              </a:rPr>
              <a:t> </a:t>
            </a:r>
            <a:r>
              <a:rPr sz="1200" spc="100" dirty="0">
                <a:latin typeface="Apple Symbols"/>
                <a:cs typeface="Apple Symbols"/>
              </a:rPr>
              <a:t>∈</a:t>
            </a:r>
            <a:r>
              <a:rPr sz="1200" spc="-85" dirty="0">
                <a:latin typeface="Apple Symbols"/>
                <a:cs typeface="Apple Symbols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</a:t>
            </a:r>
            <a:r>
              <a:rPr sz="1200" i="1" baseline="31250" dirty="0">
                <a:latin typeface="Arial"/>
                <a:cs typeface="Arial"/>
              </a:rPr>
              <a:t>r</a:t>
            </a:r>
            <a:r>
              <a:rPr sz="1200" i="1" spc="-127" baseline="312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,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and</a:t>
            </a:r>
            <a:r>
              <a:rPr sz="1200" spc="4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y</a:t>
            </a:r>
            <a:r>
              <a:rPr sz="1200" i="1" spc="105" dirty="0">
                <a:latin typeface="Arial"/>
                <a:cs typeface="Arial"/>
              </a:rPr>
              <a:t> </a:t>
            </a:r>
            <a:r>
              <a:rPr sz="1200" spc="100" dirty="0">
                <a:latin typeface="Apple Symbols"/>
                <a:cs typeface="Apple Symbols"/>
              </a:rPr>
              <a:t>∈</a:t>
            </a:r>
            <a:r>
              <a:rPr sz="1200" spc="-85" dirty="0">
                <a:latin typeface="Apple Symbols"/>
                <a:cs typeface="Apple Symbols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R</a:t>
            </a:r>
            <a:r>
              <a:rPr sz="1200" i="1" spc="-37" baseline="31250" dirty="0">
                <a:latin typeface="Arial"/>
                <a:cs typeface="Arial"/>
              </a:rPr>
              <a:t>m</a:t>
            </a:r>
            <a:r>
              <a:rPr sz="1200" spc="-25" dirty="0">
                <a:latin typeface="Arial"/>
                <a:cs typeface="Arial"/>
              </a:rPr>
              <a:t>.</a:t>
            </a:r>
            <a:endParaRPr sz="1200" dirty="0">
              <a:latin typeface="Arial"/>
              <a:cs typeface="Arial"/>
            </a:endParaRPr>
          </a:p>
          <a:p>
            <a:pPr marL="50800">
              <a:lnSpc>
                <a:spcPts val="1395"/>
              </a:lnSpc>
            </a:pPr>
            <a:r>
              <a:rPr sz="1200" dirty="0">
                <a:latin typeface="Arial"/>
                <a:cs typeface="Arial"/>
              </a:rPr>
              <a:t>LQ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optimal control </a:t>
            </a:r>
            <a:r>
              <a:rPr sz="1200" spc="-65" dirty="0">
                <a:latin typeface="Arial"/>
                <a:cs typeface="Arial"/>
              </a:rPr>
              <a:t>aims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at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minimizing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performance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index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02742" y="2030105"/>
            <a:ext cx="4166516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204" marR="43180" indent="-19304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89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dirty="0">
                <a:latin typeface="Arial"/>
                <a:cs typeface="Arial"/>
              </a:rPr>
              <a:t>S</a:t>
            </a:r>
            <a:r>
              <a:rPr sz="1200" i="1" spc="50" dirty="0">
                <a:latin typeface="Arial"/>
                <a:cs typeface="Arial"/>
              </a:rPr>
              <a:t> </a:t>
            </a:r>
            <a:r>
              <a:rPr sz="1200" spc="265" dirty="0">
                <a:latin typeface="Apple Symbols"/>
                <a:cs typeface="Apple Symbols"/>
              </a:rPr>
              <a:t>⪰</a:t>
            </a:r>
            <a:r>
              <a:rPr sz="1200" spc="-100" dirty="0">
                <a:latin typeface="Apple Symbols"/>
                <a:cs typeface="Apple Symbols"/>
              </a:rPr>
              <a:t> </a:t>
            </a:r>
            <a:r>
              <a:rPr sz="1200" spc="-55" dirty="0">
                <a:latin typeface="Arial"/>
                <a:cs typeface="Arial"/>
              </a:rPr>
              <a:t>0</a:t>
            </a:r>
            <a:r>
              <a:rPr sz="1200" i="1" spc="-55" dirty="0">
                <a:latin typeface="Arial"/>
                <a:cs typeface="Arial"/>
              </a:rPr>
              <a:t>,</a:t>
            </a:r>
            <a:r>
              <a:rPr sz="1200" i="1" spc="-1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Q</a:t>
            </a:r>
            <a:r>
              <a:rPr sz="1200" i="1" spc="30" dirty="0">
                <a:latin typeface="Arial"/>
                <a:cs typeface="Arial"/>
              </a:rPr>
              <a:t> </a:t>
            </a:r>
            <a:r>
              <a:rPr sz="1200" spc="265" dirty="0">
                <a:latin typeface="Apple Symbols"/>
                <a:cs typeface="Apple Symbols"/>
              </a:rPr>
              <a:t>⪰</a:t>
            </a:r>
            <a:r>
              <a:rPr sz="1200" spc="-100" dirty="0">
                <a:latin typeface="Apple Symbols"/>
                <a:cs typeface="Apple Symbols"/>
              </a:rPr>
              <a:t> </a:t>
            </a:r>
            <a:r>
              <a:rPr sz="1200" spc="-55" dirty="0">
                <a:latin typeface="Arial"/>
                <a:cs typeface="Arial"/>
              </a:rPr>
              <a:t>0</a:t>
            </a:r>
            <a:r>
              <a:rPr sz="1200" i="1" spc="-55" dirty="0">
                <a:latin typeface="Arial"/>
                <a:cs typeface="Arial"/>
              </a:rPr>
              <a:t>,</a:t>
            </a:r>
            <a:r>
              <a:rPr sz="1200" i="1" spc="-1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R</a:t>
            </a:r>
            <a:r>
              <a:rPr sz="1200" i="1" spc="35" dirty="0">
                <a:latin typeface="Arial"/>
                <a:cs typeface="Arial"/>
              </a:rPr>
              <a:t> </a:t>
            </a:r>
            <a:r>
              <a:rPr sz="1200" spc="220" dirty="0">
                <a:latin typeface="Apple Symbols"/>
                <a:cs typeface="Apple Symbols"/>
              </a:rPr>
              <a:t>≻</a:t>
            </a:r>
            <a:r>
              <a:rPr sz="1200" spc="-100" dirty="0">
                <a:latin typeface="Apple Symbols"/>
                <a:cs typeface="Apple Symbols"/>
              </a:rPr>
              <a:t> </a:t>
            </a:r>
            <a:r>
              <a:rPr sz="1200" dirty="0">
                <a:latin typeface="Arial"/>
                <a:cs typeface="Arial"/>
              </a:rPr>
              <a:t>0:</a:t>
            </a:r>
            <a:r>
              <a:rPr sz="1200" spc="1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 a </a:t>
            </a:r>
            <a:r>
              <a:rPr sz="1200" spc="-60" dirty="0">
                <a:latin typeface="Arial"/>
                <a:cs typeface="Arial"/>
              </a:rPr>
              <a:t>nonnegative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cost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and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well-</a:t>
            </a:r>
            <a:r>
              <a:rPr sz="1200" spc="-85" dirty="0">
                <a:latin typeface="Arial"/>
                <a:cs typeface="Arial"/>
              </a:rPr>
              <a:t>posed </a:t>
            </a:r>
            <a:r>
              <a:rPr sz="1200" spc="-10" dirty="0">
                <a:latin typeface="Arial"/>
                <a:cs typeface="Arial"/>
              </a:rPr>
              <a:t>problem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0842" y="2413607"/>
            <a:ext cx="1435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150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8449" y="2532391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Arial"/>
                <a:cs typeface="Arial"/>
              </a:rPr>
              <a:t>2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3049" y="2429418"/>
            <a:ext cx="398335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u="sng" spc="-52" baseline="312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1200" spc="-157" baseline="31250" dirty="0">
                <a:latin typeface="Arial"/>
                <a:cs typeface="Arial"/>
              </a:rPr>
              <a:t> </a:t>
            </a:r>
            <a:r>
              <a:rPr sz="1200" i="1" spc="-75" dirty="0">
                <a:latin typeface="Arial"/>
                <a:cs typeface="Arial"/>
              </a:rPr>
              <a:t>x</a:t>
            </a:r>
            <a:r>
              <a:rPr sz="1200" i="1" spc="-225" dirty="0">
                <a:latin typeface="Arial"/>
                <a:cs typeface="Arial"/>
              </a:rPr>
              <a:t> 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104" baseline="31250" dirty="0">
                <a:latin typeface="Arial"/>
                <a:cs typeface="Arial"/>
              </a:rPr>
              <a:t> </a:t>
            </a:r>
            <a:r>
              <a:rPr sz="1200" spc="55" dirty="0">
                <a:latin typeface="Arial"/>
                <a:cs typeface="Arial"/>
              </a:rPr>
              <a:t>(</a:t>
            </a:r>
            <a:r>
              <a:rPr sz="1200" i="1" spc="55" dirty="0">
                <a:latin typeface="Arial"/>
                <a:cs typeface="Arial"/>
              </a:rPr>
              <a:t>t</a:t>
            </a:r>
            <a:r>
              <a:rPr sz="1200" i="1" spc="82" baseline="-13888" dirty="0">
                <a:latin typeface="Arial"/>
                <a:cs typeface="Arial"/>
              </a:rPr>
              <a:t>f</a:t>
            </a:r>
            <a:r>
              <a:rPr sz="1200" i="1" spc="-89" baseline="-13888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)</a:t>
            </a:r>
            <a:r>
              <a:rPr sz="1200" i="1" spc="-65" dirty="0">
                <a:latin typeface="Arial"/>
                <a:cs typeface="Arial"/>
              </a:rPr>
              <a:t>Sx</a:t>
            </a:r>
            <a:r>
              <a:rPr sz="1200" i="1" spc="-225" dirty="0">
                <a:latin typeface="Arial"/>
                <a:cs typeface="Arial"/>
              </a:rPr>
              <a:t> </a:t>
            </a:r>
            <a:r>
              <a:rPr sz="1200" spc="55" dirty="0">
                <a:latin typeface="Arial"/>
                <a:cs typeface="Arial"/>
              </a:rPr>
              <a:t>(</a:t>
            </a:r>
            <a:r>
              <a:rPr sz="1200" i="1" spc="55" dirty="0">
                <a:latin typeface="Arial"/>
                <a:cs typeface="Arial"/>
              </a:rPr>
              <a:t>t</a:t>
            </a:r>
            <a:r>
              <a:rPr sz="1200" i="1" spc="82" baseline="-13888" dirty="0">
                <a:latin typeface="Arial"/>
                <a:cs typeface="Arial"/>
              </a:rPr>
              <a:t>f</a:t>
            </a:r>
            <a:r>
              <a:rPr sz="1200" i="1" spc="-82" baseline="-13888" dirty="0">
                <a:latin typeface="Arial"/>
                <a:cs typeface="Arial"/>
              </a:rPr>
              <a:t> </a:t>
            </a:r>
            <a:r>
              <a:rPr sz="1200" spc="50" dirty="0">
                <a:latin typeface="Arial"/>
                <a:cs typeface="Arial"/>
              </a:rPr>
              <a:t>)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penalizes</a:t>
            </a:r>
            <a:r>
              <a:rPr sz="1200" dirty="0">
                <a:latin typeface="Arial"/>
                <a:cs typeface="Arial"/>
              </a:rPr>
              <a:t> the </a:t>
            </a:r>
            <a:r>
              <a:rPr sz="1200" spc="-40" dirty="0">
                <a:latin typeface="Arial"/>
                <a:cs typeface="Arial"/>
              </a:rPr>
              <a:t>deviation</a:t>
            </a:r>
            <a:r>
              <a:rPr sz="1200" dirty="0">
                <a:latin typeface="Arial"/>
                <a:cs typeface="Arial"/>
              </a:rPr>
              <a:t> of </a:t>
            </a:r>
            <a:r>
              <a:rPr sz="1200" i="1" dirty="0">
                <a:latin typeface="Arial"/>
                <a:cs typeface="Arial"/>
              </a:rPr>
              <a:t>x</a:t>
            </a:r>
            <a:r>
              <a:rPr sz="1200" i="1" spc="9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from</a:t>
            </a:r>
            <a:r>
              <a:rPr sz="1200" dirty="0">
                <a:latin typeface="Arial"/>
                <a:cs typeface="Arial"/>
              </a:rPr>
              <a:t> the </a:t>
            </a:r>
            <a:r>
              <a:rPr sz="1200" spc="-25" dirty="0">
                <a:latin typeface="Arial"/>
                <a:cs typeface="Arial"/>
              </a:rPr>
              <a:t>origin</a:t>
            </a:r>
            <a:r>
              <a:rPr sz="1200" dirty="0">
                <a:latin typeface="Arial"/>
                <a:cs typeface="Arial"/>
              </a:rPr>
              <a:t> at </a:t>
            </a:r>
            <a:r>
              <a:rPr sz="1200" i="1" spc="30" dirty="0">
                <a:latin typeface="Arial"/>
                <a:cs typeface="Arial"/>
              </a:rPr>
              <a:t>t</a:t>
            </a:r>
            <a:r>
              <a:rPr sz="1200" i="1" spc="44" baseline="-13888" dirty="0">
                <a:latin typeface="Arial"/>
                <a:cs typeface="Arial"/>
              </a:rPr>
              <a:t>f</a:t>
            </a:r>
            <a:endParaRPr sz="1200" baseline="-13888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90042" y="2611628"/>
            <a:ext cx="3236595" cy="67310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36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41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spc="-75" dirty="0">
                <a:latin typeface="Arial"/>
                <a:cs typeface="Arial"/>
              </a:rPr>
              <a:t>x</a:t>
            </a:r>
            <a:r>
              <a:rPr sz="1200" i="1" spc="-220" dirty="0">
                <a:latin typeface="Arial"/>
                <a:cs typeface="Arial"/>
              </a:rPr>
              <a:t> 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89" baseline="312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)</a:t>
            </a:r>
            <a:r>
              <a:rPr sz="1200" i="1" dirty="0">
                <a:latin typeface="Arial"/>
                <a:cs typeface="Arial"/>
              </a:rPr>
              <a:t>Qx</a:t>
            </a:r>
            <a:r>
              <a:rPr sz="1200" i="1" spc="-220" dirty="0">
                <a:latin typeface="Arial"/>
                <a:cs typeface="Arial"/>
              </a:rPr>
              <a:t> </a:t>
            </a:r>
            <a:r>
              <a:rPr sz="1200" spc="90" dirty="0">
                <a:latin typeface="Arial"/>
                <a:cs typeface="Arial"/>
              </a:rPr>
              <a:t>(</a:t>
            </a:r>
            <a:r>
              <a:rPr sz="1200" i="1" spc="90" dirty="0">
                <a:latin typeface="Arial"/>
                <a:cs typeface="Arial"/>
              </a:rPr>
              <a:t>t</a:t>
            </a:r>
            <a:r>
              <a:rPr sz="1200" spc="90" dirty="0">
                <a:latin typeface="Arial"/>
                <a:cs typeface="Arial"/>
              </a:rPr>
              <a:t>)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i="1" spc="80" dirty="0">
                <a:latin typeface="Arial"/>
                <a:cs typeface="Arial"/>
              </a:rPr>
              <a:t>t</a:t>
            </a:r>
            <a:r>
              <a:rPr sz="1200" i="1" spc="105" dirty="0">
                <a:latin typeface="Arial"/>
                <a:cs typeface="Arial"/>
              </a:rPr>
              <a:t> </a:t>
            </a:r>
            <a:r>
              <a:rPr sz="1200" spc="100" dirty="0">
                <a:latin typeface="Apple Symbols"/>
                <a:cs typeface="Apple Symbols"/>
              </a:rPr>
              <a:t>∈</a:t>
            </a:r>
            <a:r>
              <a:rPr sz="1200" spc="-50" dirty="0">
                <a:latin typeface="Apple Symbols"/>
                <a:cs typeface="Apple Symbols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t</a:t>
            </a:r>
            <a:r>
              <a:rPr sz="1200" baseline="-13888" dirty="0">
                <a:latin typeface="Arial"/>
                <a:cs typeface="Arial"/>
              </a:rPr>
              <a:t>0</a:t>
            </a:r>
            <a:r>
              <a:rPr sz="1200" i="1" dirty="0">
                <a:latin typeface="Arial"/>
                <a:cs typeface="Arial"/>
              </a:rPr>
              <a:t>,</a:t>
            </a:r>
            <a:r>
              <a:rPr sz="1200" i="1" spc="-130" dirty="0">
                <a:latin typeface="Arial"/>
                <a:cs typeface="Arial"/>
              </a:rPr>
              <a:t> </a:t>
            </a:r>
            <a:r>
              <a:rPr sz="1200" i="1" spc="55" dirty="0">
                <a:latin typeface="Arial"/>
                <a:cs typeface="Arial"/>
              </a:rPr>
              <a:t>t</a:t>
            </a:r>
            <a:r>
              <a:rPr sz="1200" i="1" spc="82" baseline="-13888" dirty="0">
                <a:latin typeface="Arial"/>
                <a:cs typeface="Arial"/>
              </a:rPr>
              <a:t>f</a:t>
            </a:r>
            <a:r>
              <a:rPr sz="1200" i="1" spc="22" baseline="-13888" dirty="0">
                <a:latin typeface="Arial"/>
                <a:cs typeface="Arial"/>
              </a:rPr>
              <a:t> </a:t>
            </a:r>
            <a:r>
              <a:rPr sz="1200" spc="50" dirty="0">
                <a:latin typeface="Arial"/>
                <a:cs typeface="Arial"/>
              </a:rPr>
              <a:t>)</a:t>
            </a:r>
            <a:r>
              <a:rPr sz="1200" spc="7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penalizes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7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transient</a:t>
            </a:r>
            <a:endParaRPr sz="12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26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7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5" dirty="0">
                <a:latin typeface="Arial"/>
                <a:cs typeface="Arial"/>
              </a:rPr>
              <a:t>often,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Q</a:t>
            </a:r>
            <a:r>
              <a:rPr sz="1200" i="1" spc="7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i="1" spc="50" dirty="0">
                <a:latin typeface="Arial"/>
                <a:cs typeface="Arial"/>
              </a:rPr>
              <a:t>C</a:t>
            </a:r>
            <a:r>
              <a:rPr sz="1200" i="1" spc="75" baseline="31250" dirty="0">
                <a:latin typeface="Arial"/>
                <a:cs typeface="Arial"/>
              </a:rPr>
              <a:t>T</a:t>
            </a:r>
            <a:r>
              <a:rPr sz="1200" i="1" spc="-104" baseline="312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C</a:t>
            </a:r>
            <a:r>
              <a:rPr sz="1200" i="1" spc="114" dirty="0">
                <a:latin typeface="Arial"/>
                <a:cs typeface="Arial"/>
              </a:rPr>
              <a:t> </a:t>
            </a:r>
            <a:r>
              <a:rPr sz="1200" spc="390" dirty="0">
                <a:latin typeface="Apple Symbols"/>
                <a:cs typeface="Apple Symbols"/>
              </a:rPr>
              <a:t>⇒</a:t>
            </a:r>
            <a:r>
              <a:rPr sz="1200" spc="-30" dirty="0">
                <a:latin typeface="Apple Symbols"/>
                <a:cs typeface="Apple Symbols"/>
              </a:rPr>
              <a:t> </a:t>
            </a:r>
            <a:r>
              <a:rPr sz="1200" i="1" spc="-75" dirty="0">
                <a:latin typeface="Arial"/>
                <a:cs typeface="Arial"/>
              </a:rPr>
              <a:t>x</a:t>
            </a:r>
            <a:r>
              <a:rPr sz="1200" i="1" spc="-225" dirty="0">
                <a:latin typeface="Arial"/>
                <a:cs typeface="Arial"/>
              </a:rPr>
              <a:t> 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104" baseline="3125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t</a:t>
            </a:r>
            <a:r>
              <a:rPr sz="1200" dirty="0">
                <a:latin typeface="Arial"/>
                <a:cs typeface="Arial"/>
              </a:rPr>
              <a:t>)</a:t>
            </a:r>
            <a:r>
              <a:rPr sz="1200" i="1" dirty="0">
                <a:latin typeface="Arial"/>
                <a:cs typeface="Arial"/>
              </a:rPr>
              <a:t>Qx</a:t>
            </a:r>
            <a:r>
              <a:rPr sz="1200" i="1" spc="-225" dirty="0">
                <a:latin typeface="Arial"/>
                <a:cs typeface="Arial"/>
              </a:rPr>
              <a:t> </a:t>
            </a:r>
            <a:r>
              <a:rPr sz="1200" spc="90" dirty="0">
                <a:latin typeface="Arial"/>
                <a:cs typeface="Arial"/>
              </a:rPr>
              <a:t>(</a:t>
            </a:r>
            <a:r>
              <a:rPr sz="1200" i="1" spc="90" dirty="0">
                <a:latin typeface="Arial"/>
                <a:cs typeface="Arial"/>
              </a:rPr>
              <a:t>t</a:t>
            </a:r>
            <a:r>
              <a:rPr sz="1200" spc="90" dirty="0">
                <a:latin typeface="Arial"/>
                <a:cs typeface="Arial"/>
              </a:rPr>
              <a:t>)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y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spc="90" dirty="0">
                <a:latin typeface="Arial"/>
                <a:cs typeface="Arial"/>
              </a:rPr>
              <a:t>(</a:t>
            </a:r>
            <a:r>
              <a:rPr sz="1200" i="1" spc="90" dirty="0">
                <a:latin typeface="Arial"/>
                <a:cs typeface="Arial"/>
              </a:rPr>
              <a:t>t</a:t>
            </a:r>
            <a:r>
              <a:rPr sz="1200" spc="90" dirty="0">
                <a:latin typeface="Arial"/>
                <a:cs typeface="Arial"/>
              </a:rPr>
              <a:t>)</a:t>
            </a:r>
            <a:r>
              <a:rPr sz="1200" i="1" spc="135" baseline="41666" dirty="0">
                <a:latin typeface="Arial"/>
                <a:cs typeface="Arial"/>
              </a:rPr>
              <a:t>T</a:t>
            </a:r>
            <a:r>
              <a:rPr sz="1200" i="1" spc="172" baseline="41666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y</a:t>
            </a:r>
            <a:r>
              <a:rPr sz="1200" i="1" spc="-20" dirty="0">
                <a:latin typeface="Arial"/>
                <a:cs typeface="Arial"/>
              </a:rPr>
              <a:t> </a:t>
            </a:r>
            <a:r>
              <a:rPr sz="1200" spc="65" dirty="0">
                <a:latin typeface="Arial"/>
                <a:cs typeface="Arial"/>
              </a:rPr>
              <a:t>(</a:t>
            </a:r>
            <a:r>
              <a:rPr sz="1200" i="1" spc="65" dirty="0">
                <a:latin typeface="Arial"/>
                <a:cs typeface="Arial"/>
              </a:rPr>
              <a:t>t</a:t>
            </a:r>
            <a:r>
              <a:rPr sz="1200" spc="65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  <a:p>
            <a:pPr marL="63500">
              <a:lnSpc>
                <a:spcPct val="100000"/>
              </a:lnSpc>
              <a:spcBef>
                <a:spcPts val="259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2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dirty="0">
                <a:latin typeface="Arial"/>
                <a:cs typeface="Arial"/>
              </a:rPr>
              <a:t>u</a:t>
            </a:r>
            <a:r>
              <a:rPr sz="1200" i="1" baseline="31250" dirty="0">
                <a:latin typeface="Arial"/>
                <a:cs typeface="Arial"/>
              </a:rPr>
              <a:t>T</a:t>
            </a:r>
            <a:r>
              <a:rPr sz="1200" i="1" spc="-104" baseline="31250" dirty="0">
                <a:latin typeface="Arial"/>
                <a:cs typeface="Arial"/>
              </a:rPr>
              <a:t> </a:t>
            </a:r>
            <a:r>
              <a:rPr sz="1200" spc="50" dirty="0">
                <a:latin typeface="Arial"/>
                <a:cs typeface="Arial"/>
              </a:rPr>
              <a:t>(</a:t>
            </a:r>
            <a:r>
              <a:rPr sz="1200" i="1" spc="50" dirty="0">
                <a:latin typeface="Arial"/>
                <a:cs typeface="Arial"/>
              </a:rPr>
              <a:t>t</a:t>
            </a:r>
            <a:r>
              <a:rPr sz="1200" spc="50" dirty="0">
                <a:latin typeface="Arial"/>
                <a:cs typeface="Arial"/>
              </a:rPr>
              <a:t>)</a:t>
            </a:r>
            <a:r>
              <a:rPr sz="1200" i="1" spc="50" dirty="0">
                <a:latin typeface="Arial"/>
                <a:cs typeface="Arial"/>
              </a:rPr>
              <a:t>Ru</a:t>
            </a:r>
            <a:r>
              <a:rPr sz="1200" spc="50" dirty="0">
                <a:latin typeface="Arial"/>
                <a:cs typeface="Arial"/>
              </a:rPr>
              <a:t>(</a:t>
            </a:r>
            <a:r>
              <a:rPr sz="1200" i="1" spc="50" dirty="0">
                <a:latin typeface="Arial"/>
                <a:cs typeface="Arial"/>
              </a:rPr>
              <a:t>t</a:t>
            </a:r>
            <a:r>
              <a:rPr sz="1200" spc="50" dirty="0">
                <a:latin typeface="Arial"/>
                <a:cs typeface="Arial"/>
              </a:rPr>
              <a:t>)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penalizes</a:t>
            </a:r>
            <a:r>
              <a:rPr sz="1200" spc="4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large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control</a:t>
            </a:r>
            <a:r>
              <a:rPr sz="1200" spc="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efforts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4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E2A54A4-3C9F-AAB7-78AE-BAE8DF884AE5}"/>
                  </a:ext>
                </a:extLst>
              </p:cNvPr>
              <p:cNvSpPr txBox="1"/>
              <p:nvPr/>
            </p:nvSpPr>
            <p:spPr>
              <a:xfrm>
                <a:off x="410045" y="1561287"/>
                <a:ext cx="3781676" cy="4358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𝑆𝑥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CE2A54A4-3C9F-AAB7-78AE-BAE8DF884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045" y="1561287"/>
                <a:ext cx="3781676" cy="435825"/>
              </a:xfrm>
              <a:prstGeom prst="rect">
                <a:avLst/>
              </a:prstGeom>
              <a:blipFill>
                <a:blip r:embed="rId4"/>
                <a:stretch>
                  <a:fillRect l="-805" t="-175000" r="-322" b="-25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14" dirty="0"/>
              <a:t>Observations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202742" y="1053094"/>
            <a:ext cx="4405453" cy="391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0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70" dirty="0">
                <a:latin typeface="Arial"/>
                <a:cs typeface="Arial"/>
              </a:rPr>
              <a:t>when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control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horizon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 </a:t>
            </a:r>
            <a:r>
              <a:rPr sz="1200" spc="-85" dirty="0">
                <a:latin typeface="Arial"/>
                <a:cs typeface="Arial"/>
              </a:rPr>
              <a:t>made</a:t>
            </a:r>
            <a:r>
              <a:rPr sz="1200" dirty="0">
                <a:latin typeface="Arial"/>
                <a:cs typeface="Arial"/>
              </a:rPr>
              <a:t> to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be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infinitely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long,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i.e.,</a:t>
            </a:r>
            <a:endParaRPr sz="1200" dirty="0">
              <a:latin typeface="Arial"/>
              <a:cs typeface="Arial"/>
            </a:endParaRPr>
          </a:p>
          <a:p>
            <a:pPr marL="243204">
              <a:lnSpc>
                <a:spcPct val="100000"/>
              </a:lnSpc>
              <a:spcBef>
                <a:spcPts val="5"/>
              </a:spcBef>
            </a:pPr>
            <a:r>
              <a:rPr sz="1200" i="1" spc="55" dirty="0">
                <a:latin typeface="Arial"/>
                <a:cs typeface="Arial"/>
              </a:rPr>
              <a:t>t</a:t>
            </a:r>
            <a:r>
              <a:rPr sz="1200" i="1" spc="82" baseline="-13888" dirty="0">
                <a:latin typeface="Arial"/>
                <a:cs typeface="Arial"/>
              </a:rPr>
              <a:t>f</a:t>
            </a:r>
            <a:r>
              <a:rPr sz="1200" i="1" spc="412" baseline="-13888" dirty="0">
                <a:latin typeface="Arial"/>
                <a:cs typeface="Arial"/>
              </a:rPr>
              <a:t> </a:t>
            </a:r>
            <a:r>
              <a:rPr sz="1200" spc="325" dirty="0">
                <a:latin typeface="Apple Symbols"/>
                <a:cs typeface="Apple Symbols"/>
              </a:rPr>
              <a:t>→</a:t>
            </a:r>
            <a:r>
              <a:rPr sz="1200" spc="-100" dirty="0">
                <a:latin typeface="Apple Symbols"/>
                <a:cs typeface="Apple Symbols"/>
              </a:rPr>
              <a:t> </a:t>
            </a:r>
            <a:r>
              <a:rPr sz="1200" spc="270" dirty="0">
                <a:latin typeface="Apple Symbols"/>
                <a:cs typeface="Apple Symbols"/>
              </a:rPr>
              <a:t>∞</a:t>
            </a:r>
            <a:r>
              <a:rPr sz="1200" spc="270" dirty="0">
                <a:latin typeface="Arial"/>
                <a:cs typeface="Arial"/>
              </a:rPr>
              <a:t>,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problem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reduces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infinite-</a:t>
            </a:r>
            <a:r>
              <a:rPr sz="1200" spc="-40" dirty="0">
                <a:latin typeface="Arial"/>
                <a:cs typeface="Arial"/>
              </a:rPr>
              <a:t>horizon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LQ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problem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23100" y="2024010"/>
            <a:ext cx="3892550" cy="7404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9710" marR="30480" indent="-182245">
              <a:lnSpc>
                <a:spcPct val="102600"/>
              </a:lnSpc>
              <a:spcBef>
                <a:spcPts val="55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284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spc="-25" dirty="0">
                <a:latin typeface="Arial"/>
                <a:cs typeface="Arial"/>
              </a:rPr>
              <a:t>terminal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cost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is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not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needed,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10" dirty="0">
                <a:latin typeface="Arial"/>
                <a:cs typeface="Arial"/>
              </a:rPr>
              <a:t>as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turn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out,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that</a:t>
            </a:r>
            <a:r>
              <a:rPr sz="1100" spc="2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control </a:t>
            </a:r>
            <a:r>
              <a:rPr sz="1100" dirty="0">
                <a:latin typeface="Arial"/>
                <a:cs typeface="Arial"/>
              </a:rPr>
              <a:t>will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75" dirty="0">
                <a:latin typeface="Arial"/>
                <a:cs typeface="Arial"/>
              </a:rPr>
              <a:t>have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drive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9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origin.</a:t>
            </a:r>
            <a:r>
              <a:rPr sz="1100" spc="11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Otherwise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J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go </a:t>
            </a:r>
            <a:r>
              <a:rPr sz="1100" spc="-10" dirty="0">
                <a:latin typeface="Arial"/>
                <a:cs typeface="Arial"/>
              </a:rPr>
              <a:t>unbounded.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90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330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spc="-10" dirty="0">
                <a:latin typeface="Arial"/>
                <a:cs typeface="Arial"/>
              </a:rPr>
              <a:t>often,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spc="-100" dirty="0">
                <a:latin typeface="Arial"/>
                <a:cs typeface="Arial"/>
              </a:rPr>
              <a:t>we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have</a:t>
            </a:r>
            <a:endParaRPr sz="1100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5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BDDEE4B9-C237-4266-A713-DB5EDD5605B0}"/>
                  </a:ext>
                </a:extLst>
              </p:cNvPr>
              <p:cNvSpPr txBox="1"/>
              <p:nvPr/>
            </p:nvSpPr>
            <p:spPr>
              <a:xfrm>
                <a:off x="413144" y="545327"/>
                <a:ext cx="3781676" cy="4358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𝑆𝑥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BDDEE4B9-C237-4266-A713-DB5EDD5605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44" y="545327"/>
                <a:ext cx="3781676" cy="435825"/>
              </a:xfrm>
              <a:prstGeom prst="rect">
                <a:avLst/>
              </a:prstGeom>
              <a:blipFill>
                <a:blip r:embed="rId3"/>
                <a:stretch>
                  <a:fillRect l="-806" t="-175000" r="-323" b="-25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C7564F6-0F16-0C1E-A88E-D683DDA0EE3F}"/>
                  </a:ext>
                </a:extLst>
              </p:cNvPr>
              <p:cNvSpPr txBox="1"/>
              <p:nvPr/>
            </p:nvSpPr>
            <p:spPr>
              <a:xfrm>
                <a:off x="1068819" y="1504241"/>
                <a:ext cx="2611932" cy="4224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4C7564F6-0F16-0C1E-A88E-D683DDA0EE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8819" y="1504241"/>
                <a:ext cx="2611932" cy="422423"/>
              </a:xfrm>
              <a:prstGeom prst="rect">
                <a:avLst/>
              </a:prstGeom>
              <a:blipFill>
                <a:blip r:embed="rId4"/>
                <a:stretch>
                  <a:fillRect l="-9790" t="-186957" r="-699" b="-2623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421586A7-CF54-AC8D-7DD6-62707F373340}"/>
                  </a:ext>
                </a:extLst>
              </p:cNvPr>
              <p:cNvSpPr txBox="1"/>
              <p:nvPr/>
            </p:nvSpPr>
            <p:spPr>
              <a:xfrm>
                <a:off x="1099501" y="2825708"/>
                <a:ext cx="2611933" cy="3995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421586A7-CF54-AC8D-7DD6-62707F3733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9501" y="2825708"/>
                <a:ext cx="2611933" cy="399597"/>
              </a:xfrm>
              <a:prstGeom prst="rect">
                <a:avLst/>
              </a:prstGeom>
              <a:blipFill>
                <a:blip r:embed="rId5"/>
                <a:stretch>
                  <a:fillRect l="-9790" t="-198462" r="-699" b="-2846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928" y="639709"/>
            <a:ext cx="3566795" cy="1800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95"/>
              </a:spcBef>
              <a:buClr>
                <a:srgbClr val="E5E5E5"/>
              </a:buClr>
              <a:buFont typeface="Arial"/>
              <a:buAutoNum type="arabicPeriod"/>
              <a:tabLst>
                <a:tab pos="193675" algn="l"/>
              </a:tabLst>
            </a:pPr>
            <a:r>
              <a:rPr sz="1200" spc="-60" dirty="0">
                <a:solidFill>
                  <a:srgbClr val="E5E5E5"/>
                </a:solidFill>
                <a:latin typeface="Arial"/>
                <a:cs typeface="Arial"/>
                <a:hlinkClick r:id="rId2" action="ppaction://hlinksldjump"/>
              </a:rPr>
              <a:t>Problem</a:t>
            </a:r>
            <a:r>
              <a:rPr sz="1200" spc="30" dirty="0">
                <a:solidFill>
                  <a:srgbClr val="E5E5E5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rId2" action="ppaction://hlinksldjump"/>
              </a:rPr>
              <a:t>formulation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buAutoNum type="arabicPeriod"/>
              <a:tabLst>
                <a:tab pos="193675" algn="l"/>
              </a:tabLst>
            </a:pPr>
            <a:r>
              <a:rPr sz="1200" spc="-35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Solution</a:t>
            </a:r>
            <a:r>
              <a:rPr sz="1200" spc="10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to</a:t>
            </a:r>
            <a:r>
              <a:rPr sz="1200" spc="10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sz="1200" spc="5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35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infinite-horizon/stationary</a:t>
            </a:r>
            <a:r>
              <a:rPr sz="1200" spc="10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r>
              <a:rPr sz="1200" spc="10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35" dirty="0">
                <a:solidFill>
                  <a:srgbClr val="7F7F7F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buAutoNum type="arabicPeriod"/>
              <a:tabLst>
                <a:tab pos="193675" algn="l"/>
              </a:tabLst>
            </a:pPr>
            <a:r>
              <a:rPr sz="1200" spc="-35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Solution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to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spc="-35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finite-</a:t>
            </a:r>
            <a:r>
              <a:rPr sz="1200" spc="-4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horizon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LQ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 problem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93675" algn="l"/>
              </a:tabLst>
            </a:pPr>
            <a:r>
              <a:rPr sz="1200" spc="-50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From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spc="-35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finite-</a:t>
            </a:r>
            <a:r>
              <a:rPr sz="1200" spc="-40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horizon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 LQ</a:t>
            </a:r>
            <a:r>
              <a:rPr sz="1200" spc="5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to </a:t>
            </a:r>
            <a:r>
              <a:rPr sz="1200" spc="-40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stationary</a:t>
            </a:r>
            <a:r>
              <a:rPr sz="1200" spc="5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spc="-25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LQ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6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6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5" dirty="0"/>
              <a:t>Solution</a:t>
            </a:r>
            <a:r>
              <a:rPr spc="-20" dirty="0"/>
              <a:t> </a:t>
            </a:r>
            <a:r>
              <a:rPr spc="-80" dirty="0"/>
              <a:t>concept:</a:t>
            </a:r>
            <a:r>
              <a:rPr spc="140" dirty="0"/>
              <a:t> </a:t>
            </a:r>
            <a:r>
              <a:rPr spc="-60" dirty="0"/>
              <a:t>infinite-horizon/stationary</a:t>
            </a:r>
            <a:r>
              <a:rPr spc="-20" dirty="0"/>
              <a:t> </a:t>
            </a:r>
            <a:r>
              <a:rPr spc="-25" dirty="0"/>
              <a:t>LQ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928" y="445754"/>
            <a:ext cx="19818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latin typeface="Arial"/>
                <a:cs typeface="Arial"/>
              </a:rPr>
              <a:t>Consider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performance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index</a:t>
            </a:r>
            <a:endParaRPr sz="12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/>
              <p:cNvSpPr txBox="1"/>
              <p:nvPr/>
            </p:nvSpPr>
            <p:spPr>
              <a:xfrm>
                <a:off x="110528" y="1232494"/>
                <a:ext cx="3365500" cy="19684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200" dirty="0">
                    <a:latin typeface="Arial"/>
                    <a:cs typeface="Arial"/>
                  </a:rPr>
                  <a:t>with</a:t>
                </a:r>
                <a:r>
                  <a:rPr lang="en-US" sz="1200" spc="-35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-10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-10" dirty="0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-10" dirty="0">
                    <a:latin typeface="Arial"/>
                    <a:cs typeface="Arial"/>
                  </a:rPr>
                  <a:t>(</a:t>
                </a:r>
                <a:r>
                  <a:rPr lang="en-US" sz="1200" i="1" spc="-10" dirty="0">
                    <a:latin typeface="Arial"/>
                    <a:cs typeface="Arial"/>
                  </a:rPr>
                  <a:t>t</a:t>
                </a:r>
                <a:r>
                  <a:rPr lang="en-US" sz="1200" spc="-10" dirty="0">
                    <a:latin typeface="Arial"/>
                    <a:cs typeface="Arial"/>
                  </a:rPr>
                  <a:t>)</a:t>
                </a:r>
                <a:r>
                  <a:rPr lang="en-US" sz="1200" spc="-2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latin typeface="Arial"/>
                    <a:cs typeface="Arial"/>
                  </a:rPr>
                  <a:t> </a:t>
                </a:r>
                <a:r>
                  <a:rPr lang="en-US" sz="1200" i="1" spc="-45" dirty="0">
                    <a:latin typeface="Arial"/>
                    <a:cs typeface="Arial"/>
                  </a:rPr>
                  <a:t>Ax</a:t>
                </a:r>
                <a:r>
                  <a:rPr lang="en-US" sz="1200" i="1" spc="-40" dirty="0">
                    <a:latin typeface="Arial"/>
                    <a:cs typeface="Arial"/>
                  </a:rPr>
                  <a:t> </a:t>
                </a:r>
                <a:r>
                  <a:rPr lang="en-US" sz="1200" spc="90" dirty="0">
                    <a:latin typeface="Arial"/>
                    <a:cs typeface="Arial"/>
                  </a:rPr>
                  <a:t>(</a:t>
                </a:r>
                <a:r>
                  <a:rPr lang="en-US" sz="1200" i="1" spc="90" dirty="0">
                    <a:latin typeface="Arial"/>
                    <a:cs typeface="Arial"/>
                  </a:rPr>
                  <a:t>t</a:t>
                </a:r>
                <a:r>
                  <a:rPr lang="en-US" sz="1200" spc="90" dirty="0">
                    <a:latin typeface="Arial"/>
                    <a:cs typeface="Arial"/>
                  </a:rPr>
                  <a:t>)</a:t>
                </a:r>
                <a:r>
                  <a:rPr lang="en-US" sz="1200" spc="-8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80" dirty="0">
                    <a:latin typeface="Arial"/>
                    <a:cs typeface="Arial"/>
                  </a:rPr>
                  <a:t> </a:t>
                </a:r>
                <a:r>
                  <a:rPr lang="en-US" sz="1200" i="1" spc="-50" dirty="0">
                    <a:latin typeface="Arial"/>
                    <a:cs typeface="Arial"/>
                  </a:rPr>
                  <a:t>Bu</a:t>
                </a:r>
                <a:r>
                  <a:rPr lang="en-US" sz="1200" i="1" spc="-85" dirty="0">
                    <a:latin typeface="Arial"/>
                    <a:cs typeface="Arial"/>
                  </a:rPr>
                  <a:t> </a:t>
                </a:r>
                <a:r>
                  <a:rPr lang="en-US" sz="1200" spc="90" dirty="0">
                    <a:latin typeface="Arial"/>
                    <a:cs typeface="Arial"/>
                  </a:rPr>
                  <a:t>(</a:t>
                </a:r>
                <a:r>
                  <a:rPr lang="en-US" sz="1200" i="1" spc="90" dirty="0">
                    <a:latin typeface="Arial"/>
                    <a:cs typeface="Arial"/>
                  </a:rPr>
                  <a:t>t</a:t>
                </a:r>
                <a:r>
                  <a:rPr lang="en-US" sz="1200" spc="90" dirty="0">
                    <a:latin typeface="Arial"/>
                    <a:cs typeface="Arial"/>
                  </a:rPr>
                  <a:t>)</a:t>
                </a:r>
                <a:r>
                  <a:rPr lang="en-US" sz="1200" spc="-13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,</a:t>
                </a:r>
                <a:r>
                  <a:rPr lang="en-US" sz="1200" i="1" spc="215" dirty="0">
                    <a:latin typeface="Arial"/>
                    <a:cs typeface="Arial"/>
                  </a:rPr>
                  <a:t> </a:t>
                </a:r>
                <a:r>
                  <a:rPr lang="en-US" sz="1200" i="1" spc="-70" dirty="0">
                    <a:latin typeface="Arial"/>
                    <a:cs typeface="Arial"/>
                  </a:rPr>
                  <a:t>x</a:t>
                </a:r>
                <a:r>
                  <a:rPr lang="en-US" sz="1200" i="1" spc="-25" dirty="0">
                    <a:latin typeface="Arial"/>
                    <a:cs typeface="Arial"/>
                  </a:rPr>
                  <a:t> </a:t>
                </a:r>
                <a:r>
                  <a:rPr lang="en-US" sz="1200" spc="50" dirty="0">
                    <a:latin typeface="Arial"/>
                    <a:cs typeface="Arial"/>
                  </a:rPr>
                  <a:t>(</a:t>
                </a:r>
                <a:r>
                  <a:rPr lang="en-US" sz="1200" i="1" spc="50" dirty="0">
                    <a:latin typeface="Arial"/>
                    <a:cs typeface="Arial"/>
                  </a:rPr>
                  <a:t>t</a:t>
                </a:r>
                <a:r>
                  <a:rPr lang="en-US" sz="1200" spc="75" baseline="-13888" dirty="0">
                    <a:latin typeface="Arial"/>
                    <a:cs typeface="Arial"/>
                  </a:rPr>
                  <a:t>0</a:t>
                </a:r>
                <a:r>
                  <a:rPr lang="en-US" sz="1200" spc="50" dirty="0">
                    <a:latin typeface="Arial"/>
                    <a:cs typeface="Arial"/>
                  </a:rPr>
                  <a:t>)</a:t>
                </a:r>
                <a:r>
                  <a:rPr lang="en-US" sz="1200" spc="-2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x</a:t>
                </a:r>
                <a:r>
                  <a:rPr lang="en-US" sz="1200" baseline="-13888" dirty="0">
                    <a:latin typeface="Arial"/>
                    <a:cs typeface="Arial"/>
                  </a:rPr>
                  <a:t>0</a:t>
                </a:r>
                <a:r>
                  <a:rPr lang="en-US" sz="1200" spc="284" baseline="-13888" dirty="0"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latin typeface="Arial"/>
                    <a:cs typeface="Arial"/>
                  </a:rPr>
                  <a:t>and</a:t>
                </a:r>
                <a:r>
                  <a:rPr lang="en-US" sz="1200" spc="3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R</a:t>
                </a:r>
                <a:r>
                  <a:rPr lang="en-US" sz="1200" i="1" spc="70" dirty="0">
                    <a:latin typeface="Arial"/>
                    <a:cs typeface="Arial"/>
                  </a:rPr>
                  <a:t> </a:t>
                </a:r>
                <a:r>
                  <a:rPr lang="en-US" sz="1200" spc="220" dirty="0">
                    <a:latin typeface="Apple Symbols"/>
                    <a:cs typeface="Apple Symbols"/>
                  </a:rPr>
                  <a:t>≻</a:t>
                </a:r>
                <a:r>
                  <a:rPr lang="en-US" sz="1200" spc="-95" dirty="0">
                    <a:latin typeface="Apple Symbols"/>
                    <a:cs typeface="Apple Symbols"/>
                  </a:rPr>
                  <a:t> </a:t>
                </a:r>
                <a:r>
                  <a:rPr lang="en-US" sz="1200" spc="-25" dirty="0">
                    <a:latin typeface="Arial"/>
                    <a:cs typeface="Arial"/>
                  </a:rPr>
                  <a:t>0.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28" y="1232494"/>
                <a:ext cx="3365500" cy="196849"/>
              </a:xfrm>
              <a:prstGeom prst="rect">
                <a:avLst/>
              </a:prstGeom>
              <a:blipFill>
                <a:blip r:embed="rId2"/>
                <a:stretch>
                  <a:fillRect l="-1630" t="-21875" r="-362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3"/>
          <p:cNvSpPr txBox="1"/>
          <p:nvPr/>
        </p:nvSpPr>
        <p:spPr>
          <a:xfrm>
            <a:off x="240842" y="1429623"/>
            <a:ext cx="1435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150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3260" y="1445448"/>
            <a:ext cx="1697355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5" dirty="0">
                <a:latin typeface="Arial"/>
                <a:cs typeface="Arial"/>
              </a:rPr>
              <a:t>recall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when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addressing</a:t>
            </a:r>
            <a:endParaRPr sz="1200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23"/>
              <p:cNvSpPr txBox="1"/>
              <p:nvPr/>
            </p:nvSpPr>
            <p:spPr>
              <a:xfrm>
                <a:off x="215442" y="1695803"/>
                <a:ext cx="3691890" cy="27296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 </a:t>
                </a:r>
                <a:r>
                  <a:rPr lang="en-US" sz="1200" spc="-114" dirty="0">
                    <a:latin typeface="Arial"/>
                    <a:cs typeface="Arial"/>
                  </a:rPr>
                  <a:t>we</a:t>
                </a:r>
                <a:r>
                  <a:rPr lang="en-US" sz="1200" spc="45" dirty="0">
                    <a:latin typeface="Arial"/>
                    <a:cs typeface="Arial"/>
                  </a:rPr>
                  <a:t> </a:t>
                </a:r>
                <a:r>
                  <a:rPr lang="en-US" sz="1200" spc="-65" dirty="0">
                    <a:latin typeface="Arial"/>
                    <a:cs typeface="Arial"/>
                  </a:rPr>
                  <a:t>defined</a:t>
                </a:r>
                <a:r>
                  <a:rPr lang="en-US" sz="1200" spc="45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sz="1200" b="0" i="1" spc="45" smtClean="0">
                        <a:latin typeface="Cambria Math" panose="02040503050406030204" pitchFamily="18" charset="0"/>
                        <a:cs typeface="Arial"/>
                      </a:rPr>
                      <m:t>𝑉</m:t>
                    </m:r>
                    <m:d>
                      <m:dPr>
                        <m:ctrlPr>
                          <a:rPr lang="en-US" altLang="zh-CN" sz="1200" b="0" i="1" spc="45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en-US" altLang="zh-CN" sz="1200" b="0" i="1" spc="45" smtClean="0">
                            <a:latin typeface="Cambria Math" panose="02040503050406030204" pitchFamily="18" charset="0"/>
                            <a:cs typeface="Arial"/>
                          </a:rPr>
                          <m:t>𝑡</m:t>
                        </m:r>
                      </m:e>
                    </m:d>
                    <m:r>
                      <a:rPr lang="en-US" altLang="zh-CN" sz="1200" b="0" i="1" spc="45" smtClean="0"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f>
                      <m:fPr>
                        <m:ctrlPr>
                          <a:rPr lang="en-US" altLang="zh-CN" sz="1200" b="0" i="1" spc="45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a:rPr lang="en-US" altLang="zh-CN" sz="1200" b="0" i="1" spc="45" smtClean="0"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num>
                      <m:den>
                        <m:r>
                          <a:rPr lang="en-US" altLang="zh-CN" sz="1200" b="0" i="1" spc="45" smtClean="0"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1200" b="0" i="1" spc="45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r>
                          <a:rPr lang="en-US" altLang="zh-CN" sz="1200" b="0" i="1" spc="45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  <m:sup>
                        <m:r>
                          <a:rPr lang="en-US" altLang="zh-CN" sz="1200" b="0" i="1" spc="45" smtClean="0">
                            <a:latin typeface="Cambria Math" panose="02040503050406030204" pitchFamily="18" charset="0"/>
                            <a:cs typeface="Arial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sz="1200" b="0" i="1" spc="45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r>
                          <a:rPr lang="en-US" altLang="zh-CN" sz="1200" b="0" i="1" spc="45" smtClean="0">
                            <a:latin typeface="Cambria Math" panose="02040503050406030204" pitchFamily="18" charset="0"/>
                            <a:cs typeface="Arial"/>
                          </a:rPr>
                          <m:t>𝑡</m:t>
                        </m:r>
                      </m:e>
                    </m:d>
                    <m:r>
                      <a:rPr lang="en-US" altLang="zh-CN" sz="1200" b="0" i="1" spc="45" smtClean="0">
                        <a:latin typeface="Cambria Math" panose="02040503050406030204" pitchFamily="18" charset="0"/>
                        <a:cs typeface="Arial"/>
                      </a:rPr>
                      <m:t>𝑃𝑥</m:t>
                    </m:r>
                    <m:r>
                      <a:rPr lang="en-US" altLang="zh-CN" sz="1200" b="0" i="1" spc="45" smtClean="0">
                        <a:latin typeface="Cambria Math" panose="02040503050406030204" pitchFamily="18" charset="0"/>
                        <a:cs typeface="Arial"/>
                      </a:rPr>
                      <m:t>(</m:t>
                    </m:r>
                    <m:r>
                      <a:rPr lang="en-US" altLang="zh-CN" sz="1200" b="0" i="1" spc="45" smtClean="0">
                        <a:latin typeface="Cambria Math" panose="02040503050406030204" pitchFamily="18" charset="0"/>
                        <a:cs typeface="Arial"/>
                      </a:rPr>
                      <m:t>𝑡</m:t>
                    </m:r>
                    <m:r>
                      <a:rPr lang="en-US" altLang="zh-CN" sz="1200" b="0" i="1" spc="45" smtClean="0">
                        <a:latin typeface="Cambria Math" panose="02040503050406030204" pitchFamily="18" charset="0"/>
                        <a:cs typeface="Arial"/>
                      </a:rPr>
                      <m:t>)</m:t>
                    </m:r>
                  </m:oMath>
                </a14:m>
                <a:r>
                  <a:rPr lang="en-US" sz="1200" dirty="0">
                    <a:latin typeface="Arial"/>
                    <a:cs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US" sz="1200" b="0" i="1" dirty="0" smtClean="0">
                        <a:latin typeface="Cambria Math" panose="02040503050406030204" pitchFamily="18" charset="0"/>
                        <a:cs typeface="Arial"/>
                      </a:rPr>
                      <m:t>𝑃</m:t>
                    </m:r>
                    <m:r>
                      <a:rPr lang="en-US" sz="1200" b="0" i="1" dirty="0" smtClean="0"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sSup>
                      <m:s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  <a:cs typeface="Arial"/>
                          </a:rPr>
                          <m:t>𝑃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  <a:cs typeface="Arial"/>
                          </a:rPr>
                          <m:t>𝑇</m:t>
                        </m:r>
                      </m:sup>
                    </m:sSup>
                  </m:oMath>
                </a14:m>
                <a:r>
                  <a:rPr lang="en-US" sz="1200" dirty="0">
                    <a:latin typeface="Arial"/>
                    <a:cs typeface="Arial"/>
                  </a:rPr>
                  <a:t>,</a:t>
                </a:r>
                <a:r>
                  <a:rPr lang="en-US" sz="1200" spc="45" dirty="0">
                    <a:latin typeface="Arial"/>
                    <a:cs typeface="Arial"/>
                  </a:rPr>
                  <a:t> </a:t>
                </a:r>
                <a:r>
                  <a:rPr lang="en-US" sz="1200" spc="-80" dirty="0">
                    <a:latin typeface="Arial"/>
                    <a:cs typeface="Arial"/>
                  </a:rPr>
                  <a:t>such</a:t>
                </a:r>
                <a:r>
                  <a:rPr lang="en-US" sz="1200" spc="45" dirty="0">
                    <a:latin typeface="Arial"/>
                    <a:cs typeface="Arial"/>
                  </a:rPr>
                  <a:t> </a:t>
                </a:r>
                <a:r>
                  <a:rPr lang="en-US" sz="1200" spc="-20" dirty="0">
                    <a:latin typeface="Arial"/>
                    <a:cs typeface="Arial"/>
                  </a:rPr>
                  <a:t>that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3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42" y="1695803"/>
                <a:ext cx="3691890" cy="272960"/>
              </a:xfrm>
              <a:prstGeom prst="rect">
                <a:avLst/>
              </a:prstGeom>
              <a:blipFill>
                <a:blip r:embed="rId3"/>
                <a:stretch>
                  <a:fillRect l="-1485" t="-4444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object 45"/>
          <p:cNvSpPr txBox="1"/>
          <p:nvPr/>
        </p:nvSpPr>
        <p:spPr>
          <a:xfrm>
            <a:off x="407860" y="3072140"/>
            <a:ext cx="388620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i="1" dirty="0">
                <a:latin typeface="Arial"/>
                <a:cs typeface="Arial"/>
              </a:rPr>
              <a:t>A</a:t>
            </a:r>
            <a:r>
              <a:rPr sz="1200" i="1" baseline="31250" dirty="0">
                <a:latin typeface="Arial"/>
                <a:cs typeface="Arial"/>
              </a:rPr>
              <a:t>T</a:t>
            </a:r>
            <a:r>
              <a:rPr sz="1200" i="1" spc="-104" baseline="312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</a:t>
            </a:r>
            <a:r>
              <a:rPr sz="1200" i="1" spc="-8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i="1" spc="-100" dirty="0">
                <a:latin typeface="Arial"/>
                <a:cs typeface="Arial"/>
              </a:rPr>
              <a:t>PA</a:t>
            </a:r>
            <a:r>
              <a:rPr sz="1200" i="1" spc="-7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Q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0, </a:t>
            </a:r>
            <a:r>
              <a:rPr sz="1200" spc="-70" dirty="0">
                <a:latin typeface="Arial"/>
                <a:cs typeface="Arial"/>
              </a:rPr>
              <a:t>when</a:t>
            </a:r>
            <a:r>
              <a:rPr sz="1200" dirty="0">
                <a:latin typeface="Arial"/>
                <a:cs typeface="Arial"/>
              </a:rPr>
              <a:t> the </a:t>
            </a:r>
            <a:r>
              <a:rPr sz="1200" spc="-25" dirty="0">
                <a:latin typeface="Arial"/>
                <a:cs typeface="Arial"/>
              </a:rPr>
              <a:t>origin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asymptotically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stable.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49" name="object 4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7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4424EBA2-B5AD-C2F2-66FE-8155B0E4286C}"/>
                  </a:ext>
                </a:extLst>
              </p:cNvPr>
              <p:cNvSpPr txBox="1"/>
              <p:nvPr/>
            </p:nvSpPr>
            <p:spPr>
              <a:xfrm>
                <a:off x="625285" y="702689"/>
                <a:ext cx="3564887" cy="4224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4424EBA2-B5AD-C2F2-66FE-8155B0E42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285" y="702689"/>
                <a:ext cx="3564887" cy="422423"/>
              </a:xfrm>
              <a:prstGeom prst="rect">
                <a:avLst/>
              </a:prstGeom>
              <a:blipFill>
                <a:blip r:embed="rId5"/>
                <a:stretch>
                  <a:fillRect l="-7192" t="-182857" r="-342" b="-2585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FFC70EA8-FC6E-FE3C-D076-378A491478AB}"/>
                  </a:ext>
                </a:extLst>
              </p:cNvPr>
              <p:cNvSpPr txBox="1"/>
              <p:nvPr/>
            </p:nvSpPr>
            <p:spPr>
              <a:xfrm>
                <a:off x="254812" y="2816482"/>
                <a:ext cx="3925913" cy="260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altLang="zh-CN" sz="1800" spc="33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altLang="zh-CN" sz="1200" spc="-40" dirty="0">
                    <a:latin typeface="Arial"/>
                    <a:cs typeface="Arial"/>
                  </a:rPr>
                  <a:t>yielding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</m:e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zh-CN" altLang="en-US" sz="1200" dirty="0"/>
                  <a:t> </a:t>
                </a:r>
                <a:r>
                  <a:rPr lang="en-US" altLang="zh-CN" sz="1200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</m:oMath>
                </a14:m>
                <a:r>
                  <a:rPr lang="zh-CN" altLang="en-US" sz="1200" dirty="0"/>
                  <a:t> </a:t>
                </a:r>
                <a:r>
                  <a:rPr lang="en-US" altLang="zh-CN" sz="1200" dirty="0"/>
                  <a:t>comes from</a:t>
                </a:r>
                <a:endParaRPr lang="zh-CN" altLang="en-US" sz="1200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FFC70EA8-FC6E-FE3C-D076-378A49147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4812" y="2816482"/>
                <a:ext cx="3925913" cy="260777"/>
              </a:xfrm>
              <a:prstGeom prst="rect">
                <a:avLst/>
              </a:prstGeom>
              <a:blipFill>
                <a:blip r:embed="rId6"/>
                <a:stretch>
                  <a:fillRect l="-2484" t="-9302" b="-186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42388D4A-57C5-921E-2BFD-FD4E4F2110DB}"/>
                  </a:ext>
                </a:extLst>
              </p:cNvPr>
              <p:cNvSpPr txBox="1"/>
              <p:nvPr/>
            </p:nvSpPr>
            <p:spPr>
              <a:xfrm>
                <a:off x="162533" y="1974755"/>
                <a:ext cx="4282897" cy="79919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𝑄𝑥</m:t>
                          </m:r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acc>
                            <m:accPr>
                              <m:chr m:val="̇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altLang="zh-CN" sz="12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                                     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𝑃𝐴</m:t>
                              </m:r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42388D4A-57C5-921E-2BFD-FD4E4F2110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33" y="1974755"/>
                <a:ext cx="4282897" cy="799193"/>
              </a:xfrm>
              <a:prstGeom prst="rect">
                <a:avLst/>
              </a:prstGeom>
              <a:blipFill>
                <a:blip r:embed="rId7"/>
                <a:stretch>
                  <a:fillRect t="-98473" b="-1404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34F17514-99E5-1698-95FF-0851890E5F16}"/>
                  </a:ext>
                </a:extLst>
              </p:cNvPr>
              <p:cNvSpPr txBox="1"/>
              <p:nvPr/>
            </p:nvSpPr>
            <p:spPr>
              <a:xfrm>
                <a:off x="1924050" y="1425199"/>
                <a:ext cx="2031775" cy="260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𝑄𝑥</m:t>
                        </m:r>
                        <m:d>
                          <m:d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en-US" altLang="zh-CN" sz="1200" dirty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3" name="文本框 52">
                <a:extLst>
                  <a:ext uri="{FF2B5EF4-FFF2-40B4-BE49-F238E27FC236}">
                    <a16:creationId xmlns:a16="http://schemas.microsoft.com/office/drawing/2014/main" id="{34F17514-99E5-1698-95FF-0851890E5F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4050" y="1425199"/>
                <a:ext cx="2031775" cy="260777"/>
              </a:xfrm>
              <a:prstGeom prst="rect">
                <a:avLst/>
              </a:prstGeom>
              <a:blipFill>
                <a:blip r:embed="rId8"/>
                <a:stretch>
                  <a:fillRect l="-3303" t="-134884" r="-1502" b="-20697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5" dirty="0"/>
              <a:t>Solution</a:t>
            </a:r>
            <a:r>
              <a:rPr spc="-10" dirty="0"/>
              <a:t> </a:t>
            </a:r>
            <a:r>
              <a:rPr dirty="0"/>
              <a:t>of</a:t>
            </a:r>
            <a:r>
              <a:rPr spc="-10" dirty="0"/>
              <a:t> </a:t>
            </a:r>
            <a:r>
              <a:rPr spc="-40" dirty="0"/>
              <a:t>the</a:t>
            </a:r>
            <a:r>
              <a:rPr spc="-5" dirty="0"/>
              <a:t> </a:t>
            </a:r>
            <a:r>
              <a:rPr spc="-60" dirty="0"/>
              <a:t>infinite-</a:t>
            </a:r>
            <a:r>
              <a:rPr spc="-90" dirty="0"/>
              <a:t>horizon</a:t>
            </a:r>
            <a:r>
              <a:rPr spc="-10" dirty="0"/>
              <a:t> </a:t>
            </a:r>
            <a:r>
              <a:rPr spc="-25" dirty="0"/>
              <a:t>LQ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928" y="445754"/>
            <a:ext cx="12566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Arial"/>
                <a:cs typeface="Arial"/>
              </a:rPr>
              <a:t>It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turns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out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that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for</a:t>
            </a:r>
            <a:endParaRPr sz="12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/>
              <p:cNvSpPr txBox="1"/>
              <p:nvPr/>
            </p:nvSpPr>
            <p:spPr>
              <a:xfrm>
                <a:off x="85128" y="1073287"/>
                <a:ext cx="4344670" cy="1047851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635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200" dirty="0">
                    <a:latin typeface="Arial"/>
                    <a:cs typeface="Arial"/>
                  </a:rPr>
                  <a:t>with</a:t>
                </a:r>
                <a:r>
                  <a:rPr lang="en-US" sz="1200" spc="-35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-35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-35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-10" dirty="0">
                    <a:latin typeface="Arial"/>
                    <a:cs typeface="Arial"/>
                  </a:rPr>
                  <a:t>(</a:t>
                </a:r>
                <a:r>
                  <a:rPr lang="en-US" sz="1200" i="1" spc="-10" dirty="0">
                    <a:latin typeface="Arial"/>
                    <a:cs typeface="Arial"/>
                  </a:rPr>
                  <a:t>t</a:t>
                </a:r>
                <a:r>
                  <a:rPr lang="en-US" sz="1200" spc="-10" dirty="0">
                    <a:latin typeface="Arial"/>
                    <a:cs typeface="Arial"/>
                  </a:rPr>
                  <a:t>)</a:t>
                </a:r>
                <a:r>
                  <a:rPr lang="en-US" sz="1200" spc="-2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latin typeface="Arial"/>
                    <a:cs typeface="Arial"/>
                  </a:rPr>
                  <a:t> </a:t>
                </a:r>
                <a:r>
                  <a:rPr lang="en-US" sz="1200" i="1" spc="-45" dirty="0">
                    <a:latin typeface="Arial"/>
                    <a:cs typeface="Arial"/>
                  </a:rPr>
                  <a:t>Ax</a:t>
                </a:r>
                <a:r>
                  <a:rPr lang="en-US" sz="1200" i="1" spc="-40" dirty="0">
                    <a:latin typeface="Arial"/>
                    <a:cs typeface="Arial"/>
                  </a:rPr>
                  <a:t> </a:t>
                </a:r>
                <a:r>
                  <a:rPr lang="en-US" sz="1200" spc="90" dirty="0">
                    <a:latin typeface="Arial"/>
                    <a:cs typeface="Arial"/>
                  </a:rPr>
                  <a:t>(</a:t>
                </a:r>
                <a:r>
                  <a:rPr lang="en-US" sz="1200" i="1" spc="90" dirty="0">
                    <a:latin typeface="Arial"/>
                    <a:cs typeface="Arial"/>
                  </a:rPr>
                  <a:t>t</a:t>
                </a:r>
                <a:r>
                  <a:rPr lang="en-US" sz="1200" spc="90" dirty="0">
                    <a:latin typeface="Arial"/>
                    <a:cs typeface="Arial"/>
                  </a:rPr>
                  <a:t>)</a:t>
                </a:r>
                <a:r>
                  <a:rPr lang="en-US" sz="1200" spc="-8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80" dirty="0">
                    <a:latin typeface="Arial"/>
                    <a:cs typeface="Arial"/>
                  </a:rPr>
                  <a:t> </a:t>
                </a:r>
                <a:r>
                  <a:rPr lang="en-US" sz="1200" i="1" spc="-50" dirty="0">
                    <a:latin typeface="Arial"/>
                    <a:cs typeface="Arial"/>
                  </a:rPr>
                  <a:t>Bu</a:t>
                </a:r>
                <a:r>
                  <a:rPr lang="en-US" sz="1200" i="1" spc="-85" dirty="0">
                    <a:latin typeface="Arial"/>
                    <a:cs typeface="Arial"/>
                  </a:rPr>
                  <a:t> </a:t>
                </a:r>
                <a:r>
                  <a:rPr lang="en-US" sz="1200" spc="90" dirty="0">
                    <a:latin typeface="Arial"/>
                    <a:cs typeface="Arial"/>
                  </a:rPr>
                  <a:t>(</a:t>
                </a:r>
                <a:r>
                  <a:rPr lang="en-US" sz="1200" i="1" spc="90" dirty="0">
                    <a:latin typeface="Arial"/>
                    <a:cs typeface="Arial"/>
                  </a:rPr>
                  <a:t>t</a:t>
                </a:r>
                <a:r>
                  <a:rPr lang="en-US" sz="1200" spc="90" dirty="0">
                    <a:latin typeface="Arial"/>
                    <a:cs typeface="Arial"/>
                  </a:rPr>
                  <a:t>)</a:t>
                </a:r>
                <a:r>
                  <a:rPr lang="en-US" sz="1200" spc="-13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,</a:t>
                </a:r>
                <a:r>
                  <a:rPr lang="en-US" sz="1200" i="1" spc="215" dirty="0">
                    <a:latin typeface="Arial"/>
                    <a:cs typeface="Arial"/>
                  </a:rPr>
                  <a:t> </a:t>
                </a:r>
                <a:r>
                  <a:rPr lang="en-US" sz="1200" i="1" spc="-70" dirty="0">
                    <a:latin typeface="Arial"/>
                    <a:cs typeface="Arial"/>
                  </a:rPr>
                  <a:t>x</a:t>
                </a:r>
                <a:r>
                  <a:rPr lang="en-US" sz="1200" i="1" spc="-25" dirty="0">
                    <a:latin typeface="Arial"/>
                    <a:cs typeface="Arial"/>
                  </a:rPr>
                  <a:t> </a:t>
                </a:r>
                <a:r>
                  <a:rPr lang="en-US" sz="1200" spc="50" dirty="0">
                    <a:latin typeface="Arial"/>
                    <a:cs typeface="Arial"/>
                  </a:rPr>
                  <a:t>(</a:t>
                </a:r>
                <a:r>
                  <a:rPr lang="en-US" sz="1200" i="1" spc="50" dirty="0">
                    <a:latin typeface="Arial"/>
                    <a:cs typeface="Arial"/>
                  </a:rPr>
                  <a:t>t</a:t>
                </a:r>
                <a:r>
                  <a:rPr lang="en-US" sz="1200" spc="75" baseline="-13888" dirty="0">
                    <a:latin typeface="Arial"/>
                    <a:cs typeface="Arial"/>
                  </a:rPr>
                  <a:t>0</a:t>
                </a:r>
                <a:r>
                  <a:rPr lang="en-US" sz="1200" spc="50" dirty="0">
                    <a:latin typeface="Arial"/>
                    <a:cs typeface="Arial"/>
                  </a:rPr>
                  <a:t>)</a:t>
                </a:r>
                <a:r>
                  <a:rPr lang="en-US" sz="1200" spc="-2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3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x</a:t>
                </a:r>
                <a:r>
                  <a:rPr lang="en-US" sz="1200" baseline="-13888" dirty="0">
                    <a:latin typeface="Arial"/>
                    <a:cs typeface="Arial"/>
                  </a:rPr>
                  <a:t>0</a:t>
                </a:r>
                <a:r>
                  <a:rPr lang="en-US" sz="1200" spc="284" baseline="-13888" dirty="0"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latin typeface="Arial"/>
                    <a:cs typeface="Arial"/>
                  </a:rPr>
                  <a:t>and</a:t>
                </a:r>
                <a:r>
                  <a:rPr lang="en-US" sz="1200" spc="3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R</a:t>
                </a:r>
                <a:r>
                  <a:rPr lang="en-US" sz="1200" i="1" spc="70" dirty="0">
                    <a:latin typeface="Arial"/>
                    <a:cs typeface="Arial"/>
                  </a:rPr>
                  <a:t> </a:t>
                </a:r>
                <a:r>
                  <a:rPr lang="en-US" sz="1200" spc="220" dirty="0">
                    <a:latin typeface="Apple Symbols"/>
                    <a:cs typeface="Apple Symbols"/>
                  </a:rPr>
                  <a:t>≻</a:t>
                </a:r>
                <a:r>
                  <a:rPr lang="en-US" sz="1200" spc="-95" dirty="0">
                    <a:latin typeface="Apple Symbols"/>
                    <a:cs typeface="Apple Symbols"/>
                  </a:rPr>
                  <a:t> </a:t>
                </a:r>
                <a:r>
                  <a:rPr lang="en-US" sz="1200" spc="-25" dirty="0">
                    <a:latin typeface="Arial"/>
                    <a:cs typeface="Arial"/>
                  </a:rPr>
                  <a:t>0: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168275">
                  <a:lnSpc>
                    <a:spcPct val="100000"/>
                  </a:lnSpc>
                  <a:spcBef>
                    <a:spcPts val="5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24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if</a:t>
                </a:r>
                <a:r>
                  <a:rPr lang="en-US" sz="1200" spc="20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latin typeface="Arial"/>
                    <a:cs typeface="Arial"/>
                  </a:rPr>
                  <a:t>A,</a:t>
                </a:r>
                <a:r>
                  <a:rPr lang="en-US" sz="1200" i="1" spc="-135" dirty="0">
                    <a:latin typeface="Arial"/>
                    <a:cs typeface="Arial"/>
                  </a:rPr>
                  <a:t> </a:t>
                </a:r>
                <a:r>
                  <a:rPr lang="en-US" sz="1200" i="1" spc="60" dirty="0">
                    <a:latin typeface="Arial"/>
                    <a:cs typeface="Arial"/>
                  </a:rPr>
                  <a:t>B</a:t>
                </a:r>
                <a:r>
                  <a:rPr lang="en-US" sz="1200" spc="60" dirty="0">
                    <a:latin typeface="Arial"/>
                    <a:cs typeface="Arial"/>
                  </a:rPr>
                  <a:t>)</a:t>
                </a:r>
                <a:r>
                  <a:rPr lang="en-US" sz="1200" spc="25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is</a:t>
                </a:r>
                <a:r>
                  <a:rPr lang="en-US" sz="1200" spc="25" dirty="0">
                    <a:latin typeface="Arial"/>
                    <a:cs typeface="Arial"/>
                  </a:rPr>
                  <a:t> </a:t>
                </a:r>
                <a:r>
                  <a:rPr lang="en-US" sz="1200" b="1" spc="-25" dirty="0">
                    <a:latin typeface="Arial"/>
                    <a:cs typeface="Arial"/>
                  </a:rPr>
                  <a:t>controllable</a:t>
                </a:r>
                <a:r>
                  <a:rPr lang="en-US" sz="1200" b="1" spc="75" dirty="0">
                    <a:latin typeface="Arial"/>
                    <a:cs typeface="Arial"/>
                  </a:rPr>
                  <a:t> </a:t>
                </a:r>
                <a:r>
                  <a:rPr lang="en-US" sz="1200" spc="-35" dirty="0">
                    <a:latin typeface="Arial"/>
                    <a:cs typeface="Arial"/>
                  </a:rPr>
                  <a:t>(stabilizable)</a:t>
                </a:r>
                <a:r>
                  <a:rPr lang="en-US" sz="1200" spc="25" dirty="0">
                    <a:latin typeface="Arial"/>
                    <a:cs typeface="Arial"/>
                  </a:rPr>
                  <a:t> </a:t>
                </a:r>
                <a:r>
                  <a:rPr lang="en-US" sz="1200" spc="80" dirty="0">
                    <a:latin typeface="Arial"/>
                    <a:cs typeface="Arial"/>
                  </a:rPr>
                  <a:t>&amp;</a:t>
                </a:r>
                <a:r>
                  <a:rPr lang="en-US" sz="1200" spc="20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latin typeface="Arial"/>
                    <a:cs typeface="Arial"/>
                  </a:rPr>
                  <a:t>A,</a:t>
                </a:r>
                <a:r>
                  <a:rPr lang="en-US" sz="1200" i="1" spc="-135" dirty="0">
                    <a:latin typeface="Arial"/>
                    <a:cs typeface="Arial"/>
                  </a:rPr>
                  <a:t> </a:t>
                </a:r>
                <a:r>
                  <a:rPr lang="en-US" sz="1200" i="1" spc="-130" dirty="0">
                    <a:latin typeface="Arial"/>
                    <a:cs typeface="Arial"/>
                  </a:rPr>
                  <a:t>C</a:t>
                </a:r>
                <a:r>
                  <a:rPr lang="en-US" sz="1200" i="1" spc="-195" dirty="0">
                    <a:latin typeface="Arial"/>
                    <a:cs typeface="Arial"/>
                  </a:rPr>
                  <a:t> </a:t>
                </a:r>
                <a:r>
                  <a:rPr lang="en-US" sz="1200" spc="50" dirty="0">
                    <a:latin typeface="Arial"/>
                    <a:cs typeface="Arial"/>
                  </a:rPr>
                  <a:t>)</a:t>
                </a:r>
                <a:r>
                  <a:rPr lang="en-US" sz="1200" spc="25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is</a:t>
                </a:r>
                <a:r>
                  <a:rPr lang="en-US" sz="1200" spc="25" dirty="0">
                    <a:latin typeface="Arial"/>
                    <a:cs typeface="Arial"/>
                  </a:rPr>
                  <a:t> </a:t>
                </a:r>
                <a:r>
                  <a:rPr lang="en-US" sz="1200" b="1" spc="-10" dirty="0">
                    <a:latin typeface="Arial"/>
                    <a:cs typeface="Arial"/>
                  </a:rPr>
                  <a:t>observable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360680">
                  <a:lnSpc>
                    <a:spcPct val="100000"/>
                  </a:lnSpc>
                  <a:spcBef>
                    <a:spcPts val="5"/>
                  </a:spcBef>
                </a:pPr>
                <a:r>
                  <a:rPr lang="en-US" sz="1200" spc="-10" dirty="0">
                    <a:latin typeface="Arial"/>
                    <a:cs typeface="Arial"/>
                  </a:rPr>
                  <a:t>(detectable)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168275">
                  <a:lnSpc>
                    <a:spcPct val="100000"/>
                  </a:lnSpc>
                  <a:spcBef>
                    <a:spcPts val="100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179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20" dirty="0">
                    <a:latin typeface="Arial"/>
                    <a:cs typeface="Arial"/>
                  </a:rPr>
                  <a:t>then</a:t>
                </a:r>
                <a:r>
                  <a:rPr lang="en-US" sz="1200" spc="-2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the</a:t>
                </a:r>
                <a:r>
                  <a:rPr lang="en-US" sz="1200" spc="-30" dirty="0">
                    <a:latin typeface="Arial"/>
                    <a:cs typeface="Arial"/>
                  </a:rPr>
                  <a:t> </a:t>
                </a:r>
                <a:r>
                  <a:rPr lang="en-US" sz="1200" spc="-20" dirty="0">
                    <a:latin typeface="Arial"/>
                    <a:cs typeface="Arial"/>
                  </a:rPr>
                  <a:t>optimal</a:t>
                </a:r>
                <a:r>
                  <a:rPr lang="en-US" sz="1200" spc="-25" dirty="0">
                    <a:latin typeface="Arial"/>
                    <a:cs typeface="Arial"/>
                  </a:rPr>
                  <a:t> </a:t>
                </a:r>
                <a:r>
                  <a:rPr lang="en-US" sz="1200" spc="-20" dirty="0">
                    <a:latin typeface="Arial"/>
                    <a:cs typeface="Arial"/>
                  </a:rPr>
                  <a:t>control</a:t>
                </a:r>
                <a:r>
                  <a:rPr lang="en-US" sz="1200" spc="-2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input</a:t>
                </a:r>
                <a:r>
                  <a:rPr lang="en-US" sz="1200" spc="-30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is</a:t>
                </a:r>
                <a:r>
                  <a:rPr lang="en-US" sz="1200" spc="-25" dirty="0">
                    <a:latin typeface="Arial"/>
                    <a:cs typeface="Arial"/>
                  </a:rPr>
                  <a:t> </a:t>
                </a:r>
                <a:r>
                  <a:rPr lang="en-US" sz="1200" spc="-60" dirty="0">
                    <a:latin typeface="Arial"/>
                    <a:cs typeface="Arial"/>
                  </a:rPr>
                  <a:t>given</a:t>
                </a:r>
                <a:r>
                  <a:rPr lang="en-US" sz="1200" spc="-25" dirty="0">
                    <a:latin typeface="Arial"/>
                    <a:cs typeface="Arial"/>
                  </a:rPr>
                  <a:t> by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390525" algn="ctr">
                  <a:lnSpc>
                    <a:spcPct val="100000"/>
                  </a:lnSpc>
                  <a:spcBef>
                    <a:spcPts val="505"/>
                  </a:spcBef>
                </a:pPr>
                <a:r>
                  <a:rPr lang="en-US" sz="1200" i="1" spc="60" dirty="0">
                    <a:latin typeface="Arial"/>
                    <a:cs typeface="Arial"/>
                  </a:rPr>
                  <a:t>u</a:t>
                </a:r>
                <a:r>
                  <a:rPr lang="en-US" sz="1200" spc="60" dirty="0">
                    <a:latin typeface="Arial"/>
                    <a:cs typeface="Arial"/>
                  </a:rPr>
                  <a:t>(</a:t>
                </a:r>
                <a:r>
                  <a:rPr lang="en-US" sz="1200" i="1" spc="60" dirty="0">
                    <a:latin typeface="Arial"/>
                    <a:cs typeface="Arial"/>
                  </a:rPr>
                  <a:t>t</a:t>
                </a:r>
                <a:r>
                  <a:rPr lang="en-US" sz="1200" spc="60" dirty="0">
                    <a:latin typeface="Arial"/>
                    <a:cs typeface="Arial"/>
                  </a:rPr>
                  <a:t>)</a:t>
                </a:r>
                <a:r>
                  <a:rPr lang="en-US" sz="1200" spc="3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35" dirty="0">
                    <a:latin typeface="Arial"/>
                    <a:cs typeface="Arial"/>
                  </a:rPr>
                  <a:t> </a:t>
                </a:r>
                <a:r>
                  <a:rPr lang="en-US" sz="1200" spc="90" dirty="0">
                    <a:latin typeface="Apple Symbols"/>
                    <a:cs typeface="Apple Symbols"/>
                  </a:rPr>
                  <a:t>−</a:t>
                </a:r>
                <a:r>
                  <a:rPr lang="en-US" sz="1200" i="1" spc="90" dirty="0">
                    <a:latin typeface="Arial"/>
                    <a:cs typeface="Arial"/>
                  </a:rPr>
                  <a:t>R</a:t>
                </a:r>
                <a:r>
                  <a:rPr lang="en-US" sz="1200" i="1" spc="135" baseline="34722" dirty="0">
                    <a:latin typeface="Hack"/>
                    <a:cs typeface="Hack"/>
                  </a:rPr>
                  <a:t>−</a:t>
                </a:r>
                <a:r>
                  <a:rPr lang="en-US" sz="1200" spc="135" baseline="34722" dirty="0">
                    <a:latin typeface="Arial"/>
                    <a:cs typeface="Arial"/>
                  </a:rPr>
                  <a:t>1</a:t>
                </a:r>
                <a:r>
                  <a:rPr lang="en-US" sz="1200" i="1" spc="90" dirty="0">
                    <a:latin typeface="Arial"/>
                    <a:cs typeface="Arial"/>
                  </a:rPr>
                  <a:t>B</a:t>
                </a:r>
                <a:r>
                  <a:rPr lang="en-US" sz="1200" i="1" spc="135" baseline="34722" dirty="0">
                    <a:latin typeface="Arial"/>
                    <a:cs typeface="Arial"/>
                  </a:rPr>
                  <a:t>T</a:t>
                </a:r>
                <a:r>
                  <a:rPr lang="en-US" sz="1200" i="1" spc="-82" baseline="34722" dirty="0">
                    <a:latin typeface="Arial"/>
                    <a:cs typeface="Arial"/>
                  </a:rPr>
                  <a:t> </a:t>
                </a:r>
                <a:r>
                  <a:rPr lang="en-US" sz="1200" i="1" spc="10" dirty="0">
                    <a:latin typeface="Arial"/>
                    <a:cs typeface="Arial"/>
                  </a:rPr>
                  <a:t>P</a:t>
                </a:r>
                <a:r>
                  <a:rPr lang="en-US" sz="1200" spc="15" baseline="-13888" dirty="0">
                    <a:latin typeface="Arial"/>
                    <a:cs typeface="Arial"/>
                  </a:rPr>
                  <a:t>+</a:t>
                </a:r>
                <a:r>
                  <a:rPr lang="en-US" sz="1200" i="1" spc="10" dirty="0">
                    <a:latin typeface="Arial"/>
                    <a:cs typeface="Arial"/>
                  </a:rPr>
                  <a:t>x</a:t>
                </a:r>
                <a:r>
                  <a:rPr lang="en-US" sz="1200" i="1" spc="-210" dirty="0">
                    <a:latin typeface="Arial"/>
                    <a:cs typeface="Arial"/>
                  </a:rPr>
                  <a:t> </a:t>
                </a:r>
                <a:r>
                  <a:rPr lang="en-US" sz="1200" spc="65" dirty="0">
                    <a:latin typeface="Arial"/>
                    <a:cs typeface="Arial"/>
                  </a:rPr>
                  <a:t>(</a:t>
                </a:r>
                <a:r>
                  <a:rPr lang="en-US" sz="1200" i="1" spc="65" dirty="0">
                    <a:latin typeface="Arial"/>
                    <a:cs typeface="Arial"/>
                  </a:rPr>
                  <a:t>t</a:t>
                </a:r>
                <a:r>
                  <a:rPr lang="en-US" sz="1200" spc="65" dirty="0">
                    <a:latin typeface="Arial"/>
                    <a:cs typeface="Arial"/>
                  </a:rPr>
                  <a:t>)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28" y="1073287"/>
                <a:ext cx="4344670" cy="1047851"/>
              </a:xfrm>
              <a:prstGeom prst="rect">
                <a:avLst/>
              </a:prstGeom>
              <a:blipFill>
                <a:blip r:embed="rId2"/>
                <a:stretch>
                  <a:fillRect l="-842" t="-4070" r="-2104" b="-6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object 13"/>
          <p:cNvSpPr txBox="1"/>
          <p:nvPr/>
        </p:nvSpPr>
        <p:spPr>
          <a:xfrm>
            <a:off x="240842" y="2126612"/>
            <a:ext cx="1435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150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7247" y="2215806"/>
            <a:ext cx="109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140" dirty="0">
                <a:latin typeface="Arial"/>
                <a:cs typeface="Arial"/>
              </a:rPr>
              <a:t>+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87132" y="2137942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74457" y="2230576"/>
            <a:ext cx="109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140" dirty="0">
                <a:latin typeface="Arial"/>
                <a:cs typeface="Arial"/>
              </a:rPr>
              <a:t>+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58964" y="2142147"/>
            <a:ext cx="52324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0055" algn="l"/>
              </a:tabLst>
            </a:pPr>
            <a:r>
              <a:rPr sz="1200" spc="90" dirty="0">
                <a:latin typeface="Arial"/>
                <a:cs typeface="Arial"/>
              </a:rPr>
              <a:t>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90" dirty="0">
                <a:latin typeface="Arial"/>
                <a:cs typeface="Arial"/>
              </a:rPr>
              <a:t>)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3260" y="2142424"/>
            <a:ext cx="38874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01040" algn="l"/>
                <a:tab pos="1178560" algn="l"/>
              </a:tabLst>
            </a:pPr>
            <a:r>
              <a:rPr sz="1200" spc="-75" dirty="0">
                <a:latin typeface="Arial"/>
                <a:cs typeface="Arial"/>
              </a:rPr>
              <a:t>where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i="1" spc="-50" dirty="0">
                <a:latin typeface="Arial"/>
                <a:cs typeface="Arial"/>
              </a:rPr>
              <a:t>P</a:t>
            </a:r>
            <a:r>
              <a:rPr sz="1200" i="1" dirty="0">
                <a:latin typeface="Arial"/>
                <a:cs typeface="Arial"/>
              </a:rPr>
              <a:t>	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i="1" spc="-50" dirty="0">
                <a:latin typeface="Arial"/>
                <a:cs typeface="Arial"/>
              </a:rPr>
              <a:t>P</a:t>
            </a:r>
            <a:r>
              <a:rPr sz="1200" i="1" dirty="0">
                <a:latin typeface="Arial"/>
                <a:cs typeface="Arial"/>
              </a:rPr>
              <a:t>	</a:t>
            </a:r>
            <a:r>
              <a:rPr sz="1200" spc="-10" dirty="0">
                <a:latin typeface="Arial"/>
                <a:cs typeface="Arial"/>
              </a:rPr>
              <a:t>is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positive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(semi)definite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solution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the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0560" y="2261362"/>
            <a:ext cx="3175000" cy="51943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1200" b="1" spc="-35" dirty="0">
                <a:latin typeface="Arial"/>
                <a:cs typeface="Arial"/>
              </a:rPr>
              <a:t>algebraic</a:t>
            </a:r>
            <a:r>
              <a:rPr sz="1200" b="1" dirty="0">
                <a:latin typeface="Arial"/>
                <a:cs typeface="Arial"/>
              </a:rPr>
              <a:t> Riccati</a:t>
            </a:r>
            <a:r>
              <a:rPr sz="1200" b="1" spc="5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equation</a:t>
            </a:r>
            <a:r>
              <a:rPr sz="1200" b="1" spc="-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(ARE)</a:t>
            </a:r>
            <a:endParaRPr sz="1200">
              <a:latin typeface="Arial"/>
              <a:cs typeface="Arial"/>
            </a:endParaRPr>
          </a:p>
          <a:p>
            <a:pPr marL="939800">
              <a:lnSpc>
                <a:spcPct val="100000"/>
              </a:lnSpc>
              <a:spcBef>
                <a:spcPts val="505"/>
              </a:spcBef>
            </a:pPr>
            <a:r>
              <a:rPr sz="1200" i="1" dirty="0">
                <a:latin typeface="Arial"/>
                <a:cs typeface="Arial"/>
              </a:rPr>
              <a:t>A</a:t>
            </a:r>
            <a:r>
              <a:rPr sz="1200" i="1" baseline="34722" dirty="0">
                <a:latin typeface="Arial"/>
                <a:cs typeface="Arial"/>
              </a:rPr>
              <a:t>T</a:t>
            </a:r>
            <a:r>
              <a:rPr sz="1200" i="1" spc="-97" baseline="34722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</a:t>
            </a:r>
            <a:r>
              <a:rPr sz="1200" i="1" spc="4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i="1" spc="-100" dirty="0">
                <a:latin typeface="Arial"/>
                <a:cs typeface="Arial"/>
              </a:rPr>
              <a:t>PA</a:t>
            </a:r>
            <a:r>
              <a:rPr sz="1200" i="1" spc="-60" dirty="0">
                <a:latin typeface="Arial"/>
                <a:cs typeface="Arial"/>
              </a:rPr>
              <a:t> </a:t>
            </a:r>
            <a:r>
              <a:rPr sz="1200" spc="210" dirty="0">
                <a:latin typeface="Apple Symbols"/>
                <a:cs typeface="Apple Symbols"/>
              </a:rPr>
              <a:t>−</a:t>
            </a:r>
            <a:r>
              <a:rPr sz="1200" spc="-125" dirty="0">
                <a:latin typeface="Apple Symbols"/>
                <a:cs typeface="Apple Symbols"/>
              </a:rPr>
              <a:t> </a:t>
            </a:r>
            <a:r>
              <a:rPr sz="1200" i="1" dirty="0">
                <a:latin typeface="Arial"/>
                <a:cs typeface="Arial"/>
              </a:rPr>
              <a:t>PBR</a:t>
            </a:r>
            <a:r>
              <a:rPr sz="1200" i="1" baseline="34722" dirty="0">
                <a:latin typeface="Hack"/>
                <a:cs typeface="Hack"/>
              </a:rPr>
              <a:t>−</a:t>
            </a:r>
            <a:r>
              <a:rPr sz="1200" baseline="34722" dirty="0">
                <a:latin typeface="Arial"/>
                <a:cs typeface="Arial"/>
              </a:rPr>
              <a:t>1</a:t>
            </a:r>
            <a:r>
              <a:rPr sz="1200" i="1" dirty="0">
                <a:latin typeface="Arial"/>
                <a:cs typeface="Arial"/>
              </a:rPr>
              <a:t>B</a:t>
            </a:r>
            <a:r>
              <a:rPr sz="1200" i="1" baseline="34722" dirty="0">
                <a:latin typeface="Arial"/>
                <a:cs typeface="Arial"/>
              </a:rPr>
              <a:t>T</a:t>
            </a:r>
            <a:r>
              <a:rPr sz="1200" i="1" spc="-89" baseline="34722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</a:t>
            </a:r>
            <a:r>
              <a:rPr sz="1200" i="1" spc="4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Q</a:t>
            </a:r>
            <a:r>
              <a:rPr sz="1200" i="1" spc="10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0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5442" y="2794035"/>
            <a:ext cx="39795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1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50" dirty="0">
                <a:latin typeface="Arial"/>
                <a:cs typeface="Arial"/>
              </a:rPr>
              <a:t>and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closed-</a:t>
            </a:r>
            <a:r>
              <a:rPr sz="1200" spc="-30" dirty="0">
                <a:latin typeface="Arial"/>
                <a:cs typeface="Arial"/>
              </a:rPr>
              <a:t>loop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system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 </a:t>
            </a:r>
            <a:r>
              <a:rPr sz="1200" b="1" spc="-25" dirty="0">
                <a:latin typeface="Arial"/>
                <a:cs typeface="Arial"/>
              </a:rPr>
              <a:t>asymptotically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stable</a:t>
            </a:r>
            <a:r>
              <a:rPr sz="1200" spc="-25" dirty="0">
                <a:latin typeface="Arial"/>
                <a:cs typeface="Arial"/>
              </a:rPr>
              <a:t>,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with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330334" y="3155772"/>
            <a:ext cx="8890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50" dirty="0">
                <a:latin typeface="Arial"/>
                <a:cs typeface="Arial"/>
              </a:rPr>
              <a:t>2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08035" y="3093585"/>
            <a:ext cx="168973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J</a:t>
            </a:r>
            <a:r>
              <a:rPr sz="1050" baseline="-11904" dirty="0">
                <a:latin typeface="Arial"/>
                <a:cs typeface="Arial"/>
              </a:rPr>
              <a:t>min</a:t>
            </a:r>
            <a:r>
              <a:rPr sz="1050" spc="240" baseline="-11904" dirty="0">
                <a:latin typeface="Arial"/>
                <a:cs typeface="Arial"/>
              </a:rPr>
              <a:t> </a:t>
            </a:r>
            <a:r>
              <a:rPr sz="1000" spc="180" dirty="0">
                <a:latin typeface="Arial"/>
                <a:cs typeface="Arial"/>
              </a:rPr>
              <a:t>=</a:t>
            </a:r>
            <a:r>
              <a:rPr sz="1000" spc="2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J</a:t>
            </a:r>
            <a:r>
              <a:rPr sz="1050" baseline="31746" dirty="0">
                <a:latin typeface="Arial"/>
                <a:cs typeface="Arial"/>
              </a:rPr>
              <a:t>0</a:t>
            </a:r>
            <a:r>
              <a:rPr sz="1050" spc="240" baseline="31746" dirty="0">
                <a:latin typeface="Arial"/>
                <a:cs typeface="Arial"/>
              </a:rPr>
              <a:t> </a:t>
            </a:r>
            <a:r>
              <a:rPr sz="1000" spc="180" dirty="0">
                <a:latin typeface="Arial"/>
                <a:cs typeface="Arial"/>
              </a:rPr>
              <a:t>=</a:t>
            </a:r>
            <a:r>
              <a:rPr sz="1000" spc="150" dirty="0">
                <a:latin typeface="Arial"/>
                <a:cs typeface="Arial"/>
              </a:rPr>
              <a:t> </a:t>
            </a:r>
            <a:r>
              <a:rPr sz="1500" u="sng" spc="-82" baseline="36111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1500" spc="-225" baseline="36111" dirty="0">
                <a:latin typeface="Arial"/>
                <a:cs typeface="Arial"/>
              </a:rPr>
              <a:t> </a:t>
            </a:r>
            <a:r>
              <a:rPr sz="1000" i="1" spc="-50" dirty="0">
                <a:latin typeface="Arial"/>
                <a:cs typeface="Arial"/>
              </a:rPr>
              <a:t>x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spc="55" dirty="0">
                <a:latin typeface="Arial"/>
                <a:cs typeface="Arial"/>
              </a:rPr>
              <a:t>(</a:t>
            </a:r>
            <a:r>
              <a:rPr sz="1000" i="1" spc="55" dirty="0">
                <a:latin typeface="Arial"/>
                <a:cs typeface="Arial"/>
              </a:rPr>
              <a:t>t</a:t>
            </a:r>
            <a:r>
              <a:rPr sz="1050" spc="82" baseline="-11904" dirty="0">
                <a:latin typeface="Arial"/>
                <a:cs typeface="Arial"/>
              </a:rPr>
              <a:t>0</a:t>
            </a:r>
            <a:r>
              <a:rPr sz="1000" spc="55" dirty="0">
                <a:latin typeface="Arial"/>
                <a:cs typeface="Arial"/>
              </a:rPr>
              <a:t>)</a:t>
            </a:r>
            <a:r>
              <a:rPr sz="1050" i="1" spc="82" baseline="39682" dirty="0">
                <a:latin typeface="Arial"/>
                <a:cs typeface="Arial"/>
              </a:rPr>
              <a:t>T</a:t>
            </a:r>
            <a:r>
              <a:rPr sz="1050" i="1" spc="217" baseline="39682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50" baseline="-11904" dirty="0">
                <a:latin typeface="Arial"/>
                <a:cs typeface="Arial"/>
              </a:rPr>
              <a:t>+</a:t>
            </a:r>
            <a:r>
              <a:rPr sz="1000" i="1" dirty="0">
                <a:latin typeface="Arial"/>
                <a:cs typeface="Arial"/>
              </a:rPr>
              <a:t>x</a:t>
            </a:r>
            <a:r>
              <a:rPr sz="1000" i="1" spc="-5" dirty="0">
                <a:latin typeface="Arial"/>
                <a:cs typeface="Arial"/>
              </a:rPr>
              <a:t> </a:t>
            </a:r>
            <a:r>
              <a:rPr sz="1000" spc="30" dirty="0">
                <a:latin typeface="Arial"/>
                <a:cs typeface="Arial"/>
              </a:rPr>
              <a:t>(</a:t>
            </a:r>
            <a:r>
              <a:rPr sz="1000" i="1" spc="30" dirty="0">
                <a:latin typeface="Arial"/>
                <a:cs typeface="Arial"/>
              </a:rPr>
              <a:t>t</a:t>
            </a:r>
            <a:r>
              <a:rPr sz="1050" spc="44" baseline="-11904" dirty="0">
                <a:latin typeface="Arial"/>
                <a:cs typeface="Arial"/>
              </a:rPr>
              <a:t>0</a:t>
            </a:r>
            <a:r>
              <a:rPr sz="1000" spc="30" dirty="0">
                <a:latin typeface="Arial"/>
                <a:cs typeface="Arial"/>
              </a:rPr>
              <a:t>)</a:t>
            </a:r>
            <a:endParaRPr sz="10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8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AD06CAA-AB97-6740-C256-32CA13F474E4}"/>
                  </a:ext>
                </a:extLst>
              </p:cNvPr>
              <p:cNvSpPr txBox="1"/>
              <p:nvPr/>
            </p:nvSpPr>
            <p:spPr>
              <a:xfrm>
                <a:off x="592341" y="674942"/>
                <a:ext cx="3564887" cy="42242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𝐶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BAD06CAA-AB97-6740-C256-32CA13F47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41" y="674942"/>
                <a:ext cx="3564887" cy="422423"/>
              </a:xfrm>
              <a:prstGeom prst="rect">
                <a:avLst/>
              </a:prstGeom>
              <a:blipFill>
                <a:blip r:embed="rId4"/>
                <a:stretch>
                  <a:fillRect l="-7009" t="-186957" r="-171" b="-2623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14" dirty="0"/>
              <a:t>Observations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02742" y="407378"/>
            <a:ext cx="3869054" cy="54102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9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09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control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i="1" spc="60" dirty="0">
                <a:latin typeface="Arial"/>
                <a:cs typeface="Arial"/>
              </a:rPr>
              <a:t>u</a:t>
            </a:r>
            <a:r>
              <a:rPr sz="1200" spc="60" dirty="0">
                <a:latin typeface="Arial"/>
                <a:cs typeface="Arial"/>
              </a:rPr>
              <a:t>(</a:t>
            </a:r>
            <a:r>
              <a:rPr sz="1200" i="1" spc="60" dirty="0">
                <a:latin typeface="Arial"/>
                <a:cs typeface="Arial"/>
              </a:rPr>
              <a:t>t</a:t>
            </a:r>
            <a:r>
              <a:rPr sz="1200" spc="60" dirty="0">
                <a:latin typeface="Arial"/>
                <a:cs typeface="Arial"/>
              </a:rPr>
              <a:t>)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90" dirty="0">
                <a:latin typeface="Apple Symbols"/>
                <a:cs typeface="Apple Symbols"/>
              </a:rPr>
              <a:t>−</a:t>
            </a:r>
            <a:r>
              <a:rPr sz="1200" i="1" spc="90" dirty="0">
                <a:latin typeface="Arial"/>
                <a:cs typeface="Arial"/>
              </a:rPr>
              <a:t>R</a:t>
            </a:r>
            <a:r>
              <a:rPr sz="1200" i="1" spc="135" baseline="31250" dirty="0">
                <a:latin typeface="Hack"/>
                <a:cs typeface="Hack"/>
              </a:rPr>
              <a:t>−</a:t>
            </a:r>
            <a:r>
              <a:rPr sz="1200" spc="135" baseline="31250" dirty="0">
                <a:latin typeface="Arial"/>
                <a:cs typeface="Arial"/>
              </a:rPr>
              <a:t>1</a:t>
            </a:r>
            <a:r>
              <a:rPr sz="1200" i="1" spc="90" dirty="0">
                <a:latin typeface="Arial"/>
                <a:cs typeface="Arial"/>
              </a:rPr>
              <a:t>B</a:t>
            </a:r>
            <a:r>
              <a:rPr sz="1200" i="1" spc="135" baseline="31250" dirty="0">
                <a:latin typeface="Arial"/>
                <a:cs typeface="Arial"/>
              </a:rPr>
              <a:t>T</a:t>
            </a:r>
            <a:r>
              <a:rPr sz="1200" i="1" spc="-104" baseline="31250" dirty="0">
                <a:latin typeface="Arial"/>
                <a:cs typeface="Arial"/>
              </a:rPr>
              <a:t> </a:t>
            </a:r>
            <a:r>
              <a:rPr sz="1200" i="1" spc="-70" dirty="0">
                <a:latin typeface="Arial"/>
                <a:cs typeface="Arial"/>
              </a:rPr>
              <a:t>Px</a:t>
            </a:r>
            <a:r>
              <a:rPr sz="1200" i="1" spc="-225" dirty="0">
                <a:latin typeface="Arial"/>
                <a:cs typeface="Arial"/>
              </a:rPr>
              <a:t> </a:t>
            </a:r>
            <a:r>
              <a:rPr sz="1200" spc="90" dirty="0">
                <a:latin typeface="Arial"/>
                <a:cs typeface="Arial"/>
              </a:rPr>
              <a:t>(</a:t>
            </a:r>
            <a:r>
              <a:rPr sz="1200" i="1" spc="90" dirty="0">
                <a:latin typeface="Arial"/>
                <a:cs typeface="Arial"/>
              </a:rPr>
              <a:t>t</a:t>
            </a:r>
            <a:r>
              <a:rPr sz="1200" spc="90" dirty="0">
                <a:latin typeface="Arial"/>
                <a:cs typeface="Arial"/>
              </a:rPr>
              <a:t>)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state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feedback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law</a:t>
            </a:r>
            <a:endParaRPr sz="120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58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8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60" dirty="0">
                <a:latin typeface="Arial"/>
                <a:cs typeface="Arial"/>
              </a:rPr>
              <a:t>under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optimal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control,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closed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loop </a:t>
            </a:r>
            <a:r>
              <a:rPr sz="1200" spc="-10" dirty="0">
                <a:latin typeface="Arial"/>
                <a:cs typeface="Arial"/>
              </a:rPr>
              <a:t>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given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by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5442" y="1808960"/>
            <a:ext cx="3632835" cy="41973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3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above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closed-</a:t>
            </a:r>
            <a:r>
              <a:rPr sz="1200" spc="-40" dirty="0">
                <a:latin typeface="Arial"/>
                <a:cs typeface="Arial"/>
              </a:rPr>
              <a:t>loop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system,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Lyapunov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Eq.</a:t>
            </a:r>
            <a:r>
              <a:rPr sz="1200" spc="10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is</a:t>
            </a:r>
            <a:endParaRPr sz="1200">
              <a:latin typeface="Arial"/>
              <a:cs typeface="Arial"/>
            </a:endParaRPr>
          </a:p>
          <a:p>
            <a:pPr marL="1136650" algn="ctr">
              <a:lnSpc>
                <a:spcPct val="100000"/>
              </a:lnSpc>
              <a:spcBef>
                <a:spcPts val="825"/>
              </a:spcBef>
            </a:pPr>
            <a:r>
              <a:rPr sz="700" i="1" spc="25" dirty="0"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471026" y="2110923"/>
            <a:ext cx="100901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A</a:t>
            </a:r>
            <a:r>
              <a:rPr sz="1000" i="1" spc="31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i="1" spc="5" dirty="0">
                <a:latin typeface="Arial"/>
                <a:cs typeface="Arial"/>
              </a:rPr>
              <a:t> </a:t>
            </a:r>
            <a:r>
              <a:rPr sz="1000" spc="180" dirty="0">
                <a:latin typeface="Arial"/>
                <a:cs typeface="Arial"/>
              </a:rPr>
              <a:t>+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PA</a:t>
            </a:r>
            <a:r>
              <a:rPr sz="1000" i="1" spc="380" dirty="0">
                <a:latin typeface="Arial"/>
                <a:cs typeface="Arial"/>
              </a:rPr>
              <a:t> </a:t>
            </a:r>
            <a:r>
              <a:rPr sz="1000" spc="180" dirty="0">
                <a:latin typeface="Arial"/>
                <a:cs typeface="Arial"/>
              </a:rPr>
              <a:t>=</a:t>
            </a:r>
            <a:r>
              <a:rPr sz="1000" spc="-25" dirty="0">
                <a:latin typeface="Arial"/>
                <a:cs typeface="Arial"/>
              </a:rPr>
              <a:t> </a:t>
            </a:r>
            <a:r>
              <a:rPr sz="1000" spc="40" dirty="0">
                <a:latin typeface="Apple Symbols"/>
                <a:cs typeface="Apple Symbols"/>
              </a:rPr>
              <a:t>−</a:t>
            </a:r>
            <a:r>
              <a:rPr sz="1000" i="1" spc="40" dirty="0">
                <a:latin typeface="Arial"/>
                <a:cs typeface="Arial"/>
              </a:rPr>
              <a:t>Q</a:t>
            </a:r>
            <a:endParaRPr sz="10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529979" y="2180160"/>
            <a:ext cx="1017269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520700" algn="l"/>
                <a:tab pos="936625" algn="l"/>
              </a:tabLst>
            </a:pPr>
            <a:r>
              <a:rPr sz="700" i="1" spc="-50" dirty="0">
                <a:latin typeface="Arial"/>
                <a:cs typeface="Arial"/>
              </a:rPr>
              <a:t>c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1050" i="1" spc="-75" baseline="7936" dirty="0">
                <a:latin typeface="Arial"/>
                <a:cs typeface="Arial"/>
              </a:rPr>
              <a:t>c</a:t>
            </a:r>
            <a:r>
              <a:rPr sz="1050" i="1" baseline="7936" dirty="0">
                <a:latin typeface="Arial"/>
                <a:cs typeface="Arial"/>
              </a:rPr>
              <a:t>	</a:t>
            </a:r>
            <a:r>
              <a:rPr sz="1050" i="1" spc="-75" baseline="7936" dirty="0">
                <a:latin typeface="Arial"/>
                <a:cs typeface="Arial"/>
              </a:rPr>
              <a:t>c</a:t>
            </a:r>
            <a:endParaRPr sz="1050" baseline="7936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697469" y="2306551"/>
            <a:ext cx="901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25" dirty="0"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62939" y="2339975"/>
            <a:ext cx="14801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89000" algn="l"/>
                <a:tab pos="1408430" algn="l"/>
              </a:tabLst>
            </a:pPr>
            <a:r>
              <a:rPr sz="1000" spc="65" dirty="0">
                <a:latin typeface="Arial"/>
                <a:cs typeface="Arial"/>
              </a:rPr>
              <a:t>(</a:t>
            </a:r>
            <a:r>
              <a:rPr sz="1000" dirty="0">
                <a:latin typeface="Arial"/>
                <a:cs typeface="Arial"/>
              </a:rPr>
              <a:t>	</a:t>
            </a:r>
            <a:r>
              <a:rPr sz="1000" spc="55" dirty="0">
                <a:latin typeface="Arial"/>
                <a:cs typeface="Arial"/>
              </a:rPr>
              <a:t>)</a:t>
            </a:r>
            <a:r>
              <a:rPr sz="1000" dirty="0">
                <a:latin typeface="Arial"/>
                <a:cs typeface="Arial"/>
              </a:rPr>
              <a:t>	</a:t>
            </a:r>
            <a:r>
              <a:rPr sz="1000" spc="65" dirty="0">
                <a:latin typeface="Arial"/>
                <a:cs typeface="Arial"/>
              </a:rPr>
              <a:t>(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035846" y="2339975"/>
            <a:ext cx="8382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65" dirty="0">
                <a:latin typeface="Arial"/>
                <a:cs typeface="Arial"/>
              </a:rPr>
              <a:t>)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36484" y="2336777"/>
            <a:ext cx="2958465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08430" algn="l"/>
                <a:tab pos="2651760" algn="l"/>
              </a:tabLst>
            </a:pPr>
            <a:r>
              <a:rPr sz="700" i="1" spc="95" dirty="0">
                <a:latin typeface="Hack"/>
                <a:cs typeface="Hack"/>
              </a:rPr>
              <a:t>−</a:t>
            </a:r>
            <a:r>
              <a:rPr sz="700" spc="95" dirty="0">
                <a:latin typeface="Arial"/>
                <a:cs typeface="Arial"/>
              </a:rPr>
              <a:t>1</a:t>
            </a:r>
            <a:r>
              <a:rPr sz="700" spc="204" dirty="0">
                <a:latin typeface="Arial"/>
                <a:cs typeface="Arial"/>
              </a:rPr>
              <a:t>  </a:t>
            </a:r>
            <a:r>
              <a:rPr sz="700" i="1" spc="25" dirty="0">
                <a:latin typeface="Arial"/>
                <a:cs typeface="Arial"/>
              </a:rPr>
              <a:t>T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95" dirty="0">
                <a:latin typeface="Hack"/>
                <a:cs typeface="Hack"/>
              </a:rPr>
              <a:t>−</a:t>
            </a:r>
            <a:r>
              <a:rPr sz="700" spc="95" dirty="0">
                <a:latin typeface="Arial"/>
                <a:cs typeface="Arial"/>
              </a:rPr>
              <a:t>1</a:t>
            </a:r>
            <a:r>
              <a:rPr sz="700" spc="204" dirty="0">
                <a:latin typeface="Arial"/>
                <a:cs typeface="Arial"/>
              </a:rPr>
              <a:t>  </a:t>
            </a:r>
            <a:r>
              <a:rPr sz="700" i="1" spc="25" dirty="0">
                <a:latin typeface="Arial"/>
                <a:cs typeface="Arial"/>
              </a:rPr>
              <a:t>T</a:t>
            </a:r>
            <a:r>
              <a:rPr sz="700" i="1" dirty="0">
                <a:latin typeface="Arial"/>
                <a:cs typeface="Arial"/>
              </a:rPr>
              <a:t>	</a:t>
            </a:r>
            <a:r>
              <a:rPr sz="700" i="1" spc="95" dirty="0">
                <a:latin typeface="Hack"/>
                <a:cs typeface="Hack"/>
              </a:rPr>
              <a:t>−</a:t>
            </a:r>
            <a:r>
              <a:rPr sz="700" spc="95" dirty="0">
                <a:latin typeface="Arial"/>
                <a:cs typeface="Arial"/>
              </a:rPr>
              <a:t>1</a:t>
            </a:r>
            <a:r>
              <a:rPr sz="700" spc="204" dirty="0">
                <a:latin typeface="Arial"/>
                <a:cs typeface="Arial"/>
              </a:rPr>
              <a:t>  </a:t>
            </a:r>
            <a:r>
              <a:rPr sz="700" i="1" spc="25" dirty="0">
                <a:latin typeface="Arial"/>
                <a:cs typeface="Arial"/>
              </a:rPr>
              <a:t>T</a:t>
            </a:r>
            <a:endParaRPr sz="7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1268" y="2351054"/>
            <a:ext cx="369252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81685" algn="l"/>
                <a:tab pos="1212215" algn="l"/>
                <a:tab pos="2178050" algn="l"/>
                <a:tab pos="3421379" algn="l"/>
              </a:tabLst>
            </a:pPr>
            <a:r>
              <a:rPr sz="1000" spc="240" dirty="0">
                <a:latin typeface="Apple Symbols"/>
                <a:cs typeface="Apple Symbols"/>
              </a:rPr>
              <a:t>⇔</a:t>
            </a:r>
            <a:r>
              <a:rPr sz="1000" spc="400" dirty="0">
                <a:latin typeface="Apple Symbols"/>
                <a:cs typeface="Apple Symbols"/>
              </a:rPr>
              <a:t> </a:t>
            </a:r>
            <a:r>
              <a:rPr sz="1000" i="1" dirty="0">
                <a:latin typeface="Arial"/>
                <a:cs typeface="Arial"/>
              </a:rPr>
              <a:t>A</a:t>
            </a:r>
            <a:r>
              <a:rPr sz="1000" i="1" spc="-60" dirty="0">
                <a:latin typeface="Arial"/>
                <a:cs typeface="Arial"/>
              </a:rPr>
              <a:t> </a:t>
            </a:r>
            <a:r>
              <a:rPr sz="1000" spc="180" dirty="0">
                <a:latin typeface="Apple Symbols"/>
                <a:cs typeface="Apple Symbols"/>
              </a:rPr>
              <a:t>−</a:t>
            </a:r>
            <a:r>
              <a:rPr sz="1000" spc="-114" dirty="0">
                <a:latin typeface="Apple Symbols"/>
                <a:cs typeface="Apple Symbols"/>
              </a:rPr>
              <a:t> </a:t>
            </a:r>
            <a:r>
              <a:rPr sz="1000" i="1" spc="-25" dirty="0">
                <a:latin typeface="Arial"/>
                <a:cs typeface="Arial"/>
              </a:rPr>
              <a:t>BR</a:t>
            </a:r>
            <a:r>
              <a:rPr sz="1000" i="1" dirty="0">
                <a:latin typeface="Arial"/>
                <a:cs typeface="Arial"/>
              </a:rPr>
              <a:t>	B</a:t>
            </a:r>
            <a:r>
              <a:rPr sz="1000" i="1" spc="445" dirty="0">
                <a:latin typeface="Arial"/>
                <a:cs typeface="Arial"/>
              </a:rPr>
              <a:t> </a:t>
            </a:r>
            <a:r>
              <a:rPr sz="1000" i="1" spc="-50" dirty="0">
                <a:latin typeface="Arial"/>
                <a:cs typeface="Arial"/>
              </a:rPr>
              <a:t>P</a:t>
            </a:r>
            <a:r>
              <a:rPr sz="1000" i="1" dirty="0">
                <a:latin typeface="Arial"/>
                <a:cs typeface="Arial"/>
              </a:rPr>
              <a:t>	P</a:t>
            </a:r>
            <a:r>
              <a:rPr sz="1000" i="1" spc="5" dirty="0">
                <a:latin typeface="Arial"/>
                <a:cs typeface="Arial"/>
              </a:rPr>
              <a:t> </a:t>
            </a:r>
            <a:r>
              <a:rPr sz="1000" spc="180" dirty="0">
                <a:latin typeface="Arial"/>
                <a:cs typeface="Arial"/>
              </a:rPr>
              <a:t>+</a:t>
            </a:r>
            <a:r>
              <a:rPr sz="1000" spc="-7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i="1" spc="395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A</a:t>
            </a:r>
            <a:r>
              <a:rPr sz="1000" i="1" spc="-70" dirty="0">
                <a:latin typeface="Arial"/>
                <a:cs typeface="Arial"/>
              </a:rPr>
              <a:t> </a:t>
            </a:r>
            <a:r>
              <a:rPr sz="1000" spc="180" dirty="0">
                <a:latin typeface="Apple Symbols"/>
                <a:cs typeface="Apple Symbols"/>
              </a:rPr>
              <a:t>−</a:t>
            </a:r>
            <a:r>
              <a:rPr sz="1000" spc="-114" dirty="0">
                <a:latin typeface="Apple Symbols"/>
                <a:cs typeface="Apple Symbols"/>
              </a:rPr>
              <a:t> </a:t>
            </a:r>
            <a:r>
              <a:rPr sz="1000" i="1" spc="-25" dirty="0">
                <a:latin typeface="Arial"/>
                <a:cs typeface="Arial"/>
              </a:rPr>
              <a:t>BR</a:t>
            </a:r>
            <a:r>
              <a:rPr sz="1000" i="1" dirty="0">
                <a:latin typeface="Arial"/>
                <a:cs typeface="Arial"/>
              </a:rPr>
              <a:t>	B</a:t>
            </a:r>
            <a:r>
              <a:rPr sz="1000" i="1" spc="434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i="1" spc="120" dirty="0">
                <a:latin typeface="Arial"/>
                <a:cs typeface="Arial"/>
              </a:rPr>
              <a:t>  </a:t>
            </a:r>
            <a:r>
              <a:rPr sz="1000" spc="180" dirty="0">
                <a:latin typeface="Arial"/>
                <a:cs typeface="Arial"/>
              </a:rPr>
              <a:t>=</a:t>
            </a:r>
            <a:r>
              <a:rPr sz="1000" spc="-5" dirty="0">
                <a:latin typeface="Arial"/>
                <a:cs typeface="Arial"/>
              </a:rPr>
              <a:t> </a:t>
            </a:r>
            <a:r>
              <a:rPr sz="1000" spc="65" dirty="0">
                <a:latin typeface="Apple Symbols"/>
                <a:cs typeface="Apple Symbols"/>
              </a:rPr>
              <a:t>−</a:t>
            </a:r>
            <a:r>
              <a:rPr sz="1000" i="1" spc="65" dirty="0">
                <a:latin typeface="Arial"/>
                <a:cs typeface="Arial"/>
              </a:rPr>
              <a:t>Q</a:t>
            </a:r>
            <a:r>
              <a:rPr sz="1000" i="1" spc="15" dirty="0">
                <a:latin typeface="Arial"/>
                <a:cs typeface="Arial"/>
              </a:rPr>
              <a:t> </a:t>
            </a:r>
            <a:r>
              <a:rPr sz="1000" spc="180" dirty="0">
                <a:latin typeface="Apple Symbols"/>
                <a:cs typeface="Apple Symbols"/>
              </a:rPr>
              <a:t>−</a:t>
            </a:r>
            <a:r>
              <a:rPr sz="1000" spc="-114" dirty="0">
                <a:latin typeface="Apple Symbols"/>
                <a:cs typeface="Apple Symbols"/>
              </a:rPr>
              <a:t> </a:t>
            </a:r>
            <a:r>
              <a:rPr sz="1000" i="1" spc="-25" dirty="0">
                <a:latin typeface="Arial"/>
                <a:cs typeface="Arial"/>
              </a:rPr>
              <a:t>PBR</a:t>
            </a:r>
            <a:r>
              <a:rPr sz="1000" i="1" dirty="0">
                <a:latin typeface="Arial"/>
                <a:cs typeface="Arial"/>
              </a:rPr>
              <a:t>	B</a:t>
            </a:r>
            <a:r>
              <a:rPr sz="1000" i="1" spc="434" dirty="0">
                <a:latin typeface="Arial"/>
                <a:cs typeface="Arial"/>
              </a:rPr>
              <a:t> </a:t>
            </a:r>
            <a:r>
              <a:rPr sz="1000" i="1" spc="-50" dirty="0">
                <a:latin typeface="Arial"/>
                <a:cs typeface="Arial"/>
              </a:rPr>
              <a:t>P</a:t>
            </a:r>
            <a:endParaRPr sz="10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626793" y="2549809"/>
            <a:ext cx="2635250" cy="1917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8445">
              <a:lnSpc>
                <a:spcPts val="475"/>
              </a:lnSpc>
              <a:spcBef>
                <a:spcPts val="95"/>
              </a:spcBef>
              <a:tabLst>
                <a:tab pos="1153160" algn="l"/>
              </a:tabLst>
            </a:pPr>
            <a:r>
              <a:rPr sz="700" i="1" dirty="0">
                <a:latin typeface="Arial"/>
                <a:cs typeface="Arial"/>
              </a:rPr>
              <a:t>	</a:t>
            </a:r>
            <a:endParaRPr sz="700" dirty="0">
              <a:latin typeface="Arial"/>
              <a:cs typeface="Arial"/>
            </a:endParaRPr>
          </a:p>
          <a:p>
            <a:pPr marL="12700">
              <a:lnSpc>
                <a:spcPts val="835"/>
              </a:lnSpc>
              <a:tabLst>
                <a:tab pos="1287780" algn="l"/>
              </a:tabLst>
            </a:pPr>
            <a:r>
              <a:rPr sz="1000" spc="240" dirty="0">
                <a:latin typeface="Apple Symbols"/>
                <a:cs typeface="Apple Symbols"/>
              </a:rPr>
              <a:t>⇔</a:t>
            </a:r>
            <a:r>
              <a:rPr sz="1000" spc="-75" dirty="0">
                <a:latin typeface="Apple Symbols"/>
                <a:cs typeface="Apple Symbols"/>
              </a:rPr>
              <a:t> </a:t>
            </a:r>
            <a:r>
              <a:rPr sz="1000" i="1" dirty="0">
                <a:latin typeface="Arial"/>
                <a:cs typeface="Arial"/>
              </a:rPr>
              <a:t>A</a:t>
            </a:r>
            <a:r>
              <a:rPr lang="en-US" sz="1000" i="1" baseline="30000" dirty="0">
                <a:latin typeface="Arial"/>
                <a:cs typeface="Arial"/>
              </a:rPr>
              <a:t>T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i="1" spc="20" dirty="0">
                <a:latin typeface="Arial"/>
                <a:cs typeface="Arial"/>
              </a:rPr>
              <a:t> </a:t>
            </a:r>
            <a:r>
              <a:rPr sz="1000" spc="180" dirty="0">
                <a:latin typeface="Arial"/>
                <a:cs typeface="Arial"/>
              </a:rPr>
              <a:t>+</a:t>
            </a:r>
            <a:r>
              <a:rPr sz="1000" spc="-65" dirty="0">
                <a:latin typeface="Arial"/>
                <a:cs typeface="Arial"/>
              </a:rPr>
              <a:t> </a:t>
            </a:r>
            <a:r>
              <a:rPr sz="1000" i="1" spc="-60" dirty="0">
                <a:latin typeface="Arial"/>
                <a:cs typeface="Arial"/>
              </a:rPr>
              <a:t>PA </a:t>
            </a:r>
            <a:r>
              <a:rPr sz="1000" spc="180" dirty="0">
                <a:latin typeface="Apple Symbols"/>
                <a:cs typeface="Apple Symbols"/>
              </a:rPr>
              <a:t>−</a:t>
            </a:r>
            <a:r>
              <a:rPr sz="1000" spc="-114" dirty="0">
                <a:latin typeface="Apple Symbols"/>
                <a:cs typeface="Apple Symbols"/>
              </a:rPr>
              <a:t> </a:t>
            </a:r>
            <a:r>
              <a:rPr sz="1000" i="1" spc="-25" dirty="0">
                <a:latin typeface="Arial"/>
                <a:cs typeface="Arial"/>
              </a:rPr>
              <a:t>PBR</a:t>
            </a:r>
            <a:r>
              <a:rPr lang="en-US" sz="1000" baseline="30000" dirty="0">
                <a:latin typeface="Arial"/>
                <a:cs typeface="Arial"/>
              </a:rPr>
              <a:t> -1</a:t>
            </a:r>
            <a:r>
              <a:rPr sz="1000" i="1" dirty="0">
                <a:latin typeface="Arial"/>
                <a:cs typeface="Arial"/>
              </a:rPr>
              <a:t>B</a:t>
            </a:r>
            <a:r>
              <a:rPr lang="en-US" sz="1000" i="1" spc="415" baseline="30000" dirty="0">
                <a:latin typeface="Arial"/>
                <a:cs typeface="Arial"/>
              </a:rPr>
              <a:t>T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i="1" spc="65" dirty="0">
                <a:latin typeface="Arial"/>
                <a:cs typeface="Arial"/>
              </a:rPr>
              <a:t> </a:t>
            </a:r>
            <a:r>
              <a:rPr sz="1000" spc="180" dirty="0">
                <a:latin typeface="Arial"/>
                <a:cs typeface="Arial"/>
              </a:rPr>
              <a:t>=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65" dirty="0">
                <a:latin typeface="Apple Symbols"/>
                <a:cs typeface="Apple Symbols"/>
              </a:rPr>
              <a:t>−</a:t>
            </a:r>
            <a:r>
              <a:rPr sz="1000" i="1" spc="65" dirty="0">
                <a:latin typeface="Arial"/>
                <a:cs typeface="Arial"/>
              </a:rPr>
              <a:t>Q</a:t>
            </a:r>
            <a:r>
              <a:rPr sz="1000" i="1" spc="110" dirty="0">
                <a:latin typeface="Arial"/>
                <a:cs typeface="Arial"/>
              </a:rPr>
              <a:t> </a:t>
            </a:r>
            <a:r>
              <a:rPr sz="1000" spc="300" dirty="0">
                <a:latin typeface="Apple Symbols"/>
                <a:cs typeface="Apple Symbols"/>
              </a:rPr>
              <a:t>⇐</a:t>
            </a:r>
            <a:r>
              <a:rPr sz="1000" spc="-70" dirty="0">
                <a:latin typeface="Apple Symbols"/>
                <a:cs typeface="Apple Symbols"/>
              </a:rPr>
              <a:t> </a:t>
            </a:r>
            <a:r>
              <a:rPr sz="1000" dirty="0">
                <a:latin typeface="Arial"/>
                <a:cs typeface="Arial"/>
              </a:rPr>
              <a:t>the</a:t>
            </a:r>
            <a:r>
              <a:rPr sz="1000" spc="3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ARE!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400666" y="2982350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Arial"/>
                <a:cs typeface="Arial"/>
              </a:rPr>
              <a:t>2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15442" y="2881056"/>
            <a:ext cx="397256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7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70" dirty="0">
                <a:latin typeface="Arial"/>
                <a:cs typeface="Arial"/>
              </a:rPr>
              <a:t>when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 </a:t>
            </a:r>
            <a:r>
              <a:rPr sz="1200" spc="-55" dirty="0">
                <a:latin typeface="Arial"/>
                <a:cs typeface="Arial"/>
              </a:rPr>
              <a:t>ARE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solution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i="1" spc="60" dirty="0">
                <a:latin typeface="Arial"/>
                <a:cs typeface="Arial"/>
              </a:rPr>
              <a:t>P</a:t>
            </a:r>
            <a:r>
              <a:rPr sz="1200" spc="89" baseline="-13888" dirty="0">
                <a:latin typeface="Arial"/>
                <a:cs typeface="Arial"/>
              </a:rPr>
              <a:t>+</a:t>
            </a:r>
            <a:r>
              <a:rPr sz="1200" spc="240" baseline="-13888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positive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definite,</a:t>
            </a:r>
            <a:r>
              <a:rPr sz="1200" spc="105" dirty="0">
                <a:latin typeface="Arial"/>
                <a:cs typeface="Arial"/>
              </a:rPr>
              <a:t> </a:t>
            </a:r>
            <a:r>
              <a:rPr sz="1200" u="sng" spc="-52" baseline="312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1200" spc="-157" baseline="31250" dirty="0">
                <a:latin typeface="Arial"/>
                <a:cs typeface="Arial"/>
              </a:rPr>
              <a:t> </a:t>
            </a:r>
            <a:r>
              <a:rPr sz="1200" i="1" spc="-75" dirty="0">
                <a:latin typeface="Arial"/>
                <a:cs typeface="Arial"/>
              </a:rPr>
              <a:t>x</a:t>
            </a:r>
            <a:r>
              <a:rPr sz="1200" i="1" spc="-225" dirty="0">
                <a:latin typeface="Arial"/>
                <a:cs typeface="Arial"/>
              </a:rPr>
              <a:t> 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-104" baseline="312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</a:t>
            </a:r>
            <a:r>
              <a:rPr sz="1200" baseline="-13888" dirty="0">
                <a:latin typeface="Arial"/>
                <a:cs typeface="Arial"/>
              </a:rPr>
              <a:t>+</a:t>
            </a:r>
            <a:r>
              <a:rPr sz="1200" i="1" dirty="0">
                <a:latin typeface="Arial"/>
                <a:cs typeface="Arial"/>
              </a:rPr>
              <a:t>x</a:t>
            </a:r>
            <a:r>
              <a:rPr sz="1200" i="1" spc="9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</a:t>
            </a:r>
            <a:endParaRPr sz="12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33260" y="3064507"/>
            <a:ext cx="28327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latin typeface="Arial"/>
                <a:cs typeface="Arial"/>
              </a:rPr>
              <a:t>Lyapunov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function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closed-</a:t>
            </a:r>
            <a:r>
              <a:rPr sz="1200" spc="-40" dirty="0">
                <a:latin typeface="Arial"/>
                <a:cs typeface="Arial"/>
              </a:rPr>
              <a:t>loop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system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9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21CF3ECD-405E-C8D2-3AC3-9E24F316F504}"/>
                  </a:ext>
                </a:extLst>
              </p:cNvPr>
              <p:cNvSpPr txBox="1"/>
              <p:nvPr/>
            </p:nvSpPr>
            <p:spPr>
              <a:xfrm>
                <a:off x="500040" y="986885"/>
                <a:ext cx="3869053" cy="79233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𝐴𝑥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𝐵</m:t>
                    </m:r>
                    <m:sSup>
                      <m:s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𝑃𝑥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limLow>
                      <m:limLow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d>
                              <m:d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  <m:sSup>
                                  <m:sSup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  <m:sup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sup>
                                </m:sSup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e>
                            </m:d>
                          </m:e>
                        </m:groupChr>
                      </m:e>
                      <m:lim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lim>
                    </m:limLow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zh-CN" altLang="en-US" sz="1200" dirty="0"/>
                  <a:t> </a:t>
                </a:r>
                <a:r>
                  <a:rPr lang="en-US" altLang="zh-CN" sz="1200" dirty="0"/>
                  <a:t>and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𝑄𝑥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𝑅𝑢</m:t>
                            </m:r>
                          </m:e>
                        </m:d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nary>
                          <m:naryPr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sSub>
                              <m:sSub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sub>
                          <m: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∞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limLow>
                              <m:limLow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groupChr>
                                  <m:groupChrPr>
                                    <m:chr m:val="⏟"/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groupChrPr>
                                  <m:e>
                                    <m:d>
                                      <m:dPr>
                                        <m:ctrlPr>
                                          <a:rPr lang="en-US" altLang="zh-CN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1200" b="0" i="1" smtClean="0">
                                            <a:latin typeface="Cambria Math" panose="02040503050406030204" pitchFamily="18" charset="0"/>
                                          </a:rPr>
                                          <m:t>𝑄</m:t>
                                        </m:r>
                                        <m:r>
                                          <a:rPr lang="en-US" altLang="zh-CN" sz="12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altLang="zh-CN" sz="1200" b="0" i="1" smtClean="0">
                                            <a:latin typeface="Cambria Math" panose="02040503050406030204" pitchFamily="18" charset="0"/>
                                          </a:rPr>
                                          <m:t>𝑃𝐵</m:t>
                                        </m:r>
                                        <m:sSup>
                                          <m:sSupPr>
                                            <m:ctrlPr>
                                              <a:rPr lang="en-US" altLang="zh-CN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𝑅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r>
                                              <a:rPr lang="en-US" altLang="zh-CN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p>
                                        </m:sSup>
                                        <m:sSup>
                                          <m:sSupPr>
                                            <m:ctrlPr>
                                              <a:rPr lang="en-US" altLang="zh-CN" sz="12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altLang="zh-CN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𝐵</m:t>
                                            </m:r>
                                          </m:e>
                                          <m:sup>
                                            <m:r>
                                              <a:rPr lang="en-US" altLang="zh-CN" sz="1200" b="0" i="1" smtClean="0">
                                                <a:latin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sup>
                                        </m:sSup>
                                        <m:r>
                                          <a:rPr lang="en-US" altLang="zh-CN" sz="1200" b="0" i="1" smtClean="0">
                                            <a:latin typeface="Cambria Math" panose="02040503050406030204" pitchFamily="18" charset="0"/>
                                          </a:rPr>
                                          <m:t>𝑃</m:t>
                                        </m:r>
                                      </m:e>
                                    </m:d>
                                  </m:e>
                                </m:groupChr>
                              </m:e>
                              <m:lim>
                                <m:sSub>
                                  <m:sSub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𝑄</m:t>
                                    </m:r>
                                  </m:e>
                                  <m:sub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sub>
                                </m:sSub>
                              </m:lim>
                            </m:limLow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𝑥𝑑𝑡</m:t>
                            </m:r>
                          </m:e>
                        </m:nary>
                      </m:e>
                    </m:nary>
                  </m:oMath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9" name="文本框 38">
                <a:extLst>
                  <a:ext uri="{FF2B5EF4-FFF2-40B4-BE49-F238E27FC236}">
                    <a16:creationId xmlns:a16="http://schemas.microsoft.com/office/drawing/2014/main" id="{21CF3ECD-405E-C8D2-3AC3-9E24F316F5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040" y="986885"/>
                <a:ext cx="3869053" cy="792333"/>
              </a:xfrm>
              <a:prstGeom prst="rect">
                <a:avLst/>
              </a:prstGeom>
              <a:blipFill>
                <a:blip r:embed="rId3"/>
                <a:stretch>
                  <a:fillRect l="-6142" t="-5385" b="-4923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14" dirty="0"/>
              <a:t>Observations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442" y="757793"/>
            <a:ext cx="2623008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1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80" dirty="0">
                <a:latin typeface="Arial"/>
                <a:cs typeface="Arial"/>
              </a:rPr>
              <a:t>Lyapunov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Eq.</a:t>
            </a:r>
            <a:r>
              <a:rPr sz="1200" spc="10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and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ARE: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8628" y="1004976"/>
            <a:ext cx="4305300" cy="0"/>
          </a:xfrm>
          <a:custGeom>
            <a:avLst/>
            <a:gdLst/>
            <a:ahLst/>
            <a:cxnLst/>
            <a:rect l="l" t="t" r="r" b="b"/>
            <a:pathLst>
              <a:path w="4305300">
                <a:moveTo>
                  <a:pt x="0" y="0"/>
                </a:moveTo>
                <a:lnTo>
                  <a:pt x="430502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18281" y="1117017"/>
            <a:ext cx="1281430" cy="4933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735">
              <a:lnSpc>
                <a:spcPct val="100000"/>
              </a:lnSpc>
              <a:spcBef>
                <a:spcPts val="95"/>
              </a:spcBef>
              <a:tabLst>
                <a:tab pos="1064895" algn="l"/>
              </a:tabLst>
            </a:pPr>
            <a:r>
              <a:rPr sz="1000" spc="-20" dirty="0">
                <a:latin typeface="Arial"/>
                <a:cs typeface="Arial"/>
              </a:rPr>
              <a:t>Cost</a:t>
            </a:r>
            <a:r>
              <a:rPr sz="1000" dirty="0">
                <a:latin typeface="Arial"/>
                <a:cs typeface="Arial"/>
              </a:rPr>
              <a:t>	</a:t>
            </a: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000" spc="-20" dirty="0">
                <a:latin typeface="Arial"/>
                <a:cs typeface="Arial"/>
              </a:rPr>
              <a:t>Syst.</a:t>
            </a:r>
            <a:r>
              <a:rPr sz="1000" spc="40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dynamics</a:t>
            </a:r>
            <a:endParaRPr sz="1000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object 23"/>
              <p:cNvSpPr txBox="1"/>
              <p:nvPr/>
            </p:nvSpPr>
            <p:spPr>
              <a:xfrm>
                <a:off x="1573413" y="1449037"/>
                <a:ext cx="407034" cy="166071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000" b="0" i="1" spc="-204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000" b="0" i="1" spc="-204" dirty="0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000" spc="180" dirty="0">
                    <a:latin typeface="Arial"/>
                    <a:cs typeface="Arial"/>
                  </a:rPr>
                  <a:t> =</a:t>
                </a:r>
                <a:r>
                  <a:rPr lang="en-US" sz="1000" dirty="0">
                    <a:latin typeface="Arial"/>
                    <a:cs typeface="Arial"/>
                  </a:rPr>
                  <a:t> </a:t>
                </a:r>
                <a:r>
                  <a:rPr lang="en-US" sz="1000" i="1" spc="-35" dirty="0">
                    <a:latin typeface="Arial"/>
                    <a:cs typeface="Arial"/>
                  </a:rPr>
                  <a:t>Ax</a:t>
                </a:r>
                <a:endParaRPr sz="10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3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413" y="1449037"/>
                <a:ext cx="407034" cy="166071"/>
              </a:xfrm>
              <a:prstGeom prst="rect">
                <a:avLst/>
              </a:prstGeom>
              <a:blipFill>
                <a:blip r:embed="rId2"/>
                <a:stretch>
                  <a:fillRect l="-4478" t="-22222" r="-14925" b="-4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24"/>
              <p:cNvSpPr txBox="1"/>
              <p:nvPr/>
            </p:nvSpPr>
            <p:spPr>
              <a:xfrm>
                <a:off x="3077967" y="1297195"/>
                <a:ext cx="722630" cy="166071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000" b="0" i="1" spc="-204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000" b="0" i="1" spc="-204" dirty="0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000" spc="180" dirty="0">
                    <a:latin typeface="Arial"/>
                    <a:cs typeface="Arial"/>
                  </a:rPr>
                  <a:t> =</a:t>
                </a:r>
                <a:r>
                  <a:rPr lang="en-US" sz="1000" spc="-20" dirty="0">
                    <a:latin typeface="Arial"/>
                    <a:cs typeface="Arial"/>
                  </a:rPr>
                  <a:t> </a:t>
                </a:r>
                <a:r>
                  <a:rPr lang="en-US" sz="1000" i="1" dirty="0">
                    <a:latin typeface="Arial"/>
                    <a:cs typeface="Arial"/>
                  </a:rPr>
                  <a:t>Ax</a:t>
                </a:r>
                <a:r>
                  <a:rPr lang="en-US" sz="1000" i="1" spc="25" dirty="0">
                    <a:latin typeface="Arial"/>
                    <a:cs typeface="Arial"/>
                  </a:rPr>
                  <a:t> </a:t>
                </a:r>
                <a:r>
                  <a:rPr lang="en-US" sz="1000" spc="180" dirty="0">
                    <a:latin typeface="Arial"/>
                    <a:cs typeface="Arial"/>
                  </a:rPr>
                  <a:t>+</a:t>
                </a:r>
                <a:r>
                  <a:rPr lang="en-US" sz="1000" spc="-65" dirty="0">
                    <a:latin typeface="Arial"/>
                    <a:cs typeface="Arial"/>
                  </a:rPr>
                  <a:t> </a:t>
                </a:r>
                <a:r>
                  <a:rPr lang="en-US" sz="1000" i="1" spc="-25" dirty="0">
                    <a:latin typeface="Arial"/>
                    <a:cs typeface="Arial"/>
                  </a:rPr>
                  <a:t>Bu</a:t>
                </a:r>
                <a:endParaRPr sz="10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4" name="object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967" y="1297195"/>
                <a:ext cx="722630" cy="166071"/>
              </a:xfrm>
              <a:prstGeom prst="rect">
                <a:avLst/>
              </a:prstGeom>
              <a:blipFill>
                <a:blip r:embed="rId3"/>
                <a:stretch>
                  <a:fillRect l="-3390" t="-22222" r="-9322" b="-4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object 25"/>
          <p:cNvSpPr txBox="1"/>
          <p:nvPr/>
        </p:nvSpPr>
        <p:spPr>
          <a:xfrm>
            <a:off x="2615336" y="1449037"/>
            <a:ext cx="165481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200"/>
              </a:lnSpc>
              <a:spcBef>
                <a:spcPts val="95"/>
              </a:spcBef>
            </a:pPr>
            <a:r>
              <a:rPr sz="1000" dirty="0">
                <a:latin typeface="Arial"/>
                <a:cs typeface="Arial"/>
              </a:rPr>
              <a:t>(</a:t>
            </a:r>
            <a:r>
              <a:rPr sz="1000" i="1" dirty="0">
                <a:latin typeface="Arial"/>
                <a:cs typeface="Arial"/>
              </a:rPr>
              <a:t>A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60" dirty="0">
                <a:latin typeface="Times New Roman"/>
                <a:cs typeface="Times New Roman"/>
              </a:rPr>
              <a:t> </a:t>
            </a:r>
            <a:r>
              <a:rPr sz="1000" i="1" spc="60" dirty="0">
                <a:latin typeface="Arial"/>
                <a:cs typeface="Arial"/>
              </a:rPr>
              <a:t>B</a:t>
            </a:r>
            <a:r>
              <a:rPr sz="1000" spc="60" dirty="0">
                <a:latin typeface="Arial"/>
                <a:cs typeface="Arial"/>
              </a:rPr>
              <a:t>)</a:t>
            </a:r>
            <a:r>
              <a:rPr sz="1000" spc="10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controllable/stabilizable</a:t>
            </a:r>
            <a:endParaRPr sz="1000">
              <a:latin typeface="Arial"/>
              <a:cs typeface="Arial"/>
            </a:endParaRPr>
          </a:p>
          <a:p>
            <a:pPr marL="63500">
              <a:lnSpc>
                <a:spcPts val="1200"/>
              </a:lnSpc>
            </a:pPr>
            <a:r>
              <a:rPr sz="1000" dirty="0">
                <a:latin typeface="Arial"/>
                <a:cs typeface="Arial"/>
              </a:rPr>
              <a:t>(</a:t>
            </a:r>
            <a:r>
              <a:rPr sz="1000" i="1" dirty="0">
                <a:latin typeface="Arial"/>
                <a:cs typeface="Arial"/>
              </a:rPr>
              <a:t>A</a:t>
            </a:r>
            <a:r>
              <a:rPr sz="1000" i="1" dirty="0">
                <a:latin typeface="Times New Roman"/>
                <a:cs typeface="Times New Roman"/>
              </a:rPr>
              <a:t>,</a:t>
            </a:r>
            <a:r>
              <a:rPr sz="1000" i="1" spc="-55" dirty="0">
                <a:latin typeface="Times New Roman"/>
                <a:cs typeface="Times New Roman"/>
              </a:rPr>
              <a:t> </a:t>
            </a:r>
            <a:r>
              <a:rPr sz="1000" i="1" spc="-100" dirty="0">
                <a:latin typeface="Arial"/>
                <a:cs typeface="Arial"/>
              </a:rPr>
              <a:t>C</a:t>
            </a:r>
            <a:r>
              <a:rPr sz="1000" i="1" spc="-135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)</a:t>
            </a:r>
            <a:r>
              <a:rPr sz="1000" spc="12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observable/detectable</a:t>
            </a:r>
            <a:endParaRPr sz="10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1848" y="1753837"/>
            <a:ext cx="860425" cy="516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Arial"/>
                <a:cs typeface="Arial"/>
              </a:rPr>
              <a:t>Key</a:t>
            </a:r>
            <a:r>
              <a:rPr sz="1000" spc="-40" dirty="0">
                <a:latin typeface="Arial"/>
                <a:cs typeface="Arial"/>
              </a:rPr>
              <a:t> </a:t>
            </a:r>
            <a:r>
              <a:rPr sz="1000" spc="-25" dirty="0">
                <a:latin typeface="Arial"/>
                <a:cs typeface="Arial"/>
              </a:rPr>
              <a:t>Eq.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000" spc="-10" dirty="0">
                <a:latin typeface="Arial"/>
                <a:cs typeface="Arial"/>
              </a:rPr>
              <a:t>Optimal</a:t>
            </a:r>
            <a:r>
              <a:rPr sz="1000" spc="-15" dirty="0">
                <a:latin typeface="Arial"/>
                <a:cs typeface="Arial"/>
              </a:rPr>
              <a:t> </a:t>
            </a:r>
            <a:r>
              <a:rPr sz="1000" spc="-10" dirty="0">
                <a:latin typeface="Arial"/>
                <a:cs typeface="Arial"/>
              </a:rPr>
              <a:t>control</a:t>
            </a:r>
            <a:endParaRPr sz="10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65"/>
              </a:spcBef>
            </a:pPr>
            <a:r>
              <a:rPr sz="1000" dirty="0">
                <a:latin typeface="Arial"/>
                <a:cs typeface="Arial"/>
              </a:rPr>
              <a:t>Opt.</a:t>
            </a:r>
            <a:r>
              <a:rPr sz="1000" spc="145" dirty="0">
                <a:latin typeface="Arial"/>
                <a:cs typeface="Arial"/>
              </a:rPr>
              <a:t> </a:t>
            </a:r>
            <a:r>
              <a:rPr sz="1000" spc="-20" dirty="0">
                <a:latin typeface="Arial"/>
                <a:cs typeface="Arial"/>
              </a:rPr>
              <a:t>cost</a:t>
            </a:r>
            <a:endParaRPr sz="10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467932" y="1753837"/>
            <a:ext cx="19481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A</a:t>
            </a:r>
            <a:r>
              <a:rPr sz="1050" i="1" baseline="27777" dirty="0">
                <a:latin typeface="Arial"/>
                <a:cs typeface="Arial"/>
              </a:rPr>
              <a:t>T</a:t>
            </a:r>
            <a:r>
              <a:rPr sz="1050" i="1" spc="-82" baseline="27777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i="1" spc="10" dirty="0">
                <a:latin typeface="Arial"/>
                <a:cs typeface="Arial"/>
              </a:rPr>
              <a:t> </a:t>
            </a:r>
            <a:r>
              <a:rPr sz="1000" spc="180" dirty="0">
                <a:latin typeface="Arial"/>
                <a:cs typeface="Arial"/>
              </a:rPr>
              <a:t>+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60" dirty="0">
                <a:latin typeface="Arial"/>
                <a:cs typeface="Arial"/>
              </a:rPr>
              <a:t>PA </a:t>
            </a:r>
            <a:r>
              <a:rPr sz="1000" spc="180" dirty="0">
                <a:latin typeface="Apple Symbols"/>
                <a:cs typeface="Apple Symbols"/>
              </a:rPr>
              <a:t>−</a:t>
            </a:r>
            <a:r>
              <a:rPr sz="1000" spc="-114" dirty="0">
                <a:latin typeface="Apple Symbols"/>
                <a:cs typeface="Apple Symbols"/>
              </a:rPr>
              <a:t> </a:t>
            </a:r>
            <a:r>
              <a:rPr sz="1000" i="1" spc="50" dirty="0">
                <a:latin typeface="Arial"/>
                <a:cs typeface="Arial"/>
              </a:rPr>
              <a:t>PBR</a:t>
            </a:r>
            <a:r>
              <a:rPr sz="1050" i="1" spc="75" baseline="27777" dirty="0">
                <a:latin typeface="Hack"/>
                <a:cs typeface="Hack"/>
              </a:rPr>
              <a:t>−</a:t>
            </a:r>
            <a:r>
              <a:rPr sz="1050" spc="75" baseline="27777" dirty="0">
                <a:latin typeface="Arial"/>
                <a:cs typeface="Arial"/>
              </a:rPr>
              <a:t>1</a:t>
            </a:r>
            <a:r>
              <a:rPr sz="1000" i="1" spc="50" dirty="0">
                <a:latin typeface="Arial"/>
                <a:cs typeface="Arial"/>
              </a:rPr>
              <a:t>B</a:t>
            </a:r>
            <a:r>
              <a:rPr sz="1050" i="1" spc="75" baseline="27777" dirty="0">
                <a:latin typeface="Arial"/>
                <a:cs typeface="Arial"/>
              </a:rPr>
              <a:t>T</a:t>
            </a:r>
            <a:r>
              <a:rPr sz="1050" i="1" spc="-82" baseline="27777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i="1" spc="20" dirty="0">
                <a:latin typeface="Arial"/>
                <a:cs typeface="Arial"/>
              </a:rPr>
              <a:t> </a:t>
            </a:r>
            <a:r>
              <a:rPr sz="1000" spc="180" dirty="0">
                <a:latin typeface="Arial"/>
                <a:cs typeface="Arial"/>
              </a:rPr>
              <a:t>+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Q</a:t>
            </a:r>
            <a:r>
              <a:rPr sz="1000" i="1" spc="65" dirty="0">
                <a:latin typeface="Arial"/>
                <a:cs typeface="Arial"/>
              </a:rPr>
              <a:t> </a:t>
            </a:r>
            <a:r>
              <a:rPr sz="1000" spc="180" dirty="0">
                <a:latin typeface="Arial"/>
                <a:cs typeface="Arial"/>
              </a:rPr>
              <a:t>=</a:t>
            </a:r>
            <a:r>
              <a:rPr sz="1000" spc="-1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0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216441" y="1753837"/>
            <a:ext cx="1133475" cy="4267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000" i="1" dirty="0">
                <a:latin typeface="Arial"/>
                <a:cs typeface="Arial"/>
              </a:rPr>
              <a:t>A</a:t>
            </a:r>
            <a:r>
              <a:rPr sz="1050" i="1" baseline="27777" dirty="0">
                <a:latin typeface="Arial"/>
                <a:cs typeface="Arial"/>
              </a:rPr>
              <a:t>T</a:t>
            </a:r>
            <a:r>
              <a:rPr sz="1050" i="1" spc="-82" baseline="27777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i="1" spc="25" dirty="0">
                <a:latin typeface="Arial"/>
                <a:cs typeface="Arial"/>
              </a:rPr>
              <a:t> </a:t>
            </a:r>
            <a:r>
              <a:rPr sz="1000" spc="180" dirty="0">
                <a:latin typeface="Arial"/>
                <a:cs typeface="Arial"/>
              </a:rPr>
              <a:t>+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spc="-60" dirty="0">
                <a:latin typeface="Arial"/>
                <a:cs typeface="Arial"/>
              </a:rPr>
              <a:t>PA </a:t>
            </a:r>
            <a:r>
              <a:rPr sz="1000" spc="180" dirty="0">
                <a:latin typeface="Arial"/>
                <a:cs typeface="Arial"/>
              </a:rPr>
              <a:t>+</a:t>
            </a:r>
            <a:r>
              <a:rPr sz="1000" spc="-60" dirty="0"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Q</a:t>
            </a:r>
            <a:r>
              <a:rPr sz="1000" i="1" spc="70" dirty="0">
                <a:latin typeface="Arial"/>
                <a:cs typeface="Arial"/>
              </a:rPr>
              <a:t> </a:t>
            </a:r>
            <a:r>
              <a:rPr sz="1000" spc="180" dirty="0">
                <a:latin typeface="Arial"/>
                <a:cs typeface="Arial"/>
              </a:rPr>
              <a:t>=</a:t>
            </a:r>
            <a:r>
              <a:rPr sz="1000" dirty="0">
                <a:latin typeface="Arial"/>
                <a:cs typeface="Arial"/>
              </a:rPr>
              <a:t> </a:t>
            </a:r>
            <a:r>
              <a:rPr sz="1000" spc="-50" dirty="0">
                <a:latin typeface="Arial"/>
                <a:cs typeface="Arial"/>
              </a:rPr>
              <a:t>0</a:t>
            </a:r>
            <a:endParaRPr sz="1000" dirty="0">
              <a:latin typeface="Arial"/>
              <a:cs typeface="Arial"/>
            </a:endParaRPr>
          </a:p>
          <a:p>
            <a:pPr algn="ctr">
              <a:lnSpc>
                <a:spcPts val="1160"/>
              </a:lnSpc>
              <a:spcBef>
                <a:spcPts val="5"/>
              </a:spcBef>
            </a:pPr>
            <a:r>
              <a:rPr sz="1000" spc="35" dirty="0">
                <a:latin typeface="Arial"/>
                <a:cs typeface="Arial"/>
              </a:rPr>
              <a:t>N/A</a:t>
            </a:r>
            <a:endParaRPr sz="1000" dirty="0">
              <a:latin typeface="Arial"/>
              <a:cs typeface="Arial"/>
            </a:endParaRPr>
          </a:p>
          <a:p>
            <a:pPr marL="64769">
              <a:lnSpc>
                <a:spcPts val="800"/>
              </a:lnSpc>
            </a:pPr>
            <a:endParaRPr sz="700" dirty="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48628" y="2431834"/>
            <a:ext cx="4305300" cy="0"/>
          </a:xfrm>
          <a:custGeom>
            <a:avLst/>
            <a:gdLst/>
            <a:ahLst/>
            <a:cxnLst/>
            <a:rect l="l" t="t" r="r" b="b"/>
            <a:pathLst>
              <a:path w="4305300">
                <a:moveTo>
                  <a:pt x="0" y="0"/>
                </a:moveTo>
                <a:lnTo>
                  <a:pt x="430502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215442" y="2391905"/>
            <a:ext cx="4147008" cy="46863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0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3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guaranteed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closed-</a:t>
            </a:r>
            <a:r>
              <a:rPr sz="1200" spc="-40" dirty="0">
                <a:latin typeface="Arial"/>
                <a:cs typeface="Arial"/>
              </a:rPr>
              <a:t>loop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stability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 </a:t>
            </a:r>
            <a:r>
              <a:rPr sz="1200" spc="-35" dirty="0">
                <a:latin typeface="Arial"/>
                <a:cs typeface="Arial"/>
              </a:rPr>
              <a:t>an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attractive</a:t>
            </a:r>
            <a:r>
              <a:rPr sz="1200" spc="-10" dirty="0">
                <a:latin typeface="Arial"/>
                <a:cs typeface="Arial"/>
              </a:rPr>
              <a:t> feature</a:t>
            </a:r>
            <a:endParaRPr sz="1200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0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4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75" dirty="0">
                <a:latin typeface="Arial"/>
                <a:cs typeface="Arial"/>
              </a:rPr>
              <a:t>more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nice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properties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will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show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up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later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10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14FA3BB1-660F-5B1D-6D75-D759CD50FF9A}"/>
              </a:ext>
            </a:extLst>
          </p:cNvPr>
          <p:cNvSpPr txBox="1"/>
          <p:nvPr/>
        </p:nvSpPr>
        <p:spPr>
          <a:xfrm>
            <a:off x="2775936" y="1861217"/>
            <a:ext cx="16065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i="1" spc="60" dirty="0">
                <a:latin typeface="Arial"/>
                <a:cs typeface="Arial"/>
              </a:rPr>
              <a:t>u</a:t>
            </a:r>
            <a:r>
              <a:rPr lang="en-US" altLang="zh-CN" sz="1000" spc="60" dirty="0">
                <a:latin typeface="Arial"/>
                <a:cs typeface="Arial"/>
              </a:rPr>
              <a:t>(</a:t>
            </a:r>
            <a:r>
              <a:rPr lang="en-US" altLang="zh-CN" sz="1000" i="1" spc="60" dirty="0">
                <a:latin typeface="Arial"/>
                <a:cs typeface="Arial"/>
              </a:rPr>
              <a:t>t</a:t>
            </a:r>
            <a:r>
              <a:rPr lang="en-US" altLang="zh-CN" sz="1000" spc="60" dirty="0">
                <a:latin typeface="Arial"/>
                <a:cs typeface="Arial"/>
              </a:rPr>
              <a:t>)</a:t>
            </a:r>
            <a:r>
              <a:rPr lang="en-US" altLang="zh-CN" sz="1000" spc="-45" dirty="0">
                <a:latin typeface="Arial"/>
                <a:cs typeface="Arial"/>
              </a:rPr>
              <a:t> </a:t>
            </a:r>
            <a:r>
              <a:rPr lang="en-US" altLang="zh-CN" sz="1000" spc="200" dirty="0">
                <a:latin typeface="Arial"/>
                <a:cs typeface="Arial"/>
              </a:rPr>
              <a:t>=</a:t>
            </a:r>
            <a:r>
              <a:rPr lang="en-US" altLang="zh-CN" sz="1000" spc="-45" dirty="0">
                <a:latin typeface="Arial"/>
                <a:cs typeface="Arial"/>
              </a:rPr>
              <a:t> </a:t>
            </a:r>
            <a:r>
              <a:rPr lang="en-US" altLang="zh-CN" sz="1000" spc="90" dirty="0">
                <a:latin typeface="Apple Symbols"/>
                <a:cs typeface="Apple Symbols"/>
              </a:rPr>
              <a:t>−</a:t>
            </a:r>
            <a:r>
              <a:rPr lang="en-US" altLang="zh-CN" sz="1000" i="1" spc="90" dirty="0">
                <a:latin typeface="Arial"/>
                <a:cs typeface="Arial"/>
              </a:rPr>
              <a:t>R</a:t>
            </a:r>
            <a:r>
              <a:rPr lang="en-US" altLang="zh-CN" sz="1000" i="1" spc="135" baseline="31250" dirty="0">
                <a:latin typeface="Hack"/>
                <a:cs typeface="Hack"/>
              </a:rPr>
              <a:t>−</a:t>
            </a:r>
            <a:r>
              <a:rPr lang="en-US" altLang="zh-CN" sz="1000" spc="135" baseline="31250" dirty="0">
                <a:latin typeface="Arial"/>
                <a:cs typeface="Arial"/>
              </a:rPr>
              <a:t>1</a:t>
            </a:r>
            <a:r>
              <a:rPr lang="en-US" altLang="zh-CN" sz="1000" i="1" spc="90" dirty="0">
                <a:latin typeface="Arial"/>
                <a:cs typeface="Arial"/>
              </a:rPr>
              <a:t>B</a:t>
            </a:r>
            <a:r>
              <a:rPr lang="en-US" altLang="zh-CN" sz="1000" i="1" spc="135" baseline="31250" dirty="0">
                <a:latin typeface="Arial"/>
                <a:cs typeface="Arial"/>
              </a:rPr>
              <a:t>T</a:t>
            </a:r>
            <a:r>
              <a:rPr lang="en-US" altLang="zh-CN" sz="1000" i="1" spc="-104" baseline="31250" dirty="0">
                <a:latin typeface="Arial"/>
                <a:cs typeface="Arial"/>
              </a:rPr>
              <a:t> </a:t>
            </a:r>
            <a:r>
              <a:rPr lang="en-US" altLang="zh-CN" sz="1000" i="1" spc="-70" dirty="0">
                <a:latin typeface="Arial"/>
                <a:cs typeface="Arial"/>
              </a:rPr>
              <a:t>P</a:t>
            </a:r>
            <a:r>
              <a:rPr lang="en-US" altLang="zh-CN" sz="1000" i="1" spc="-70" baseline="-25000" dirty="0">
                <a:latin typeface="Arial"/>
                <a:cs typeface="Arial"/>
              </a:rPr>
              <a:t>+ </a:t>
            </a:r>
            <a:r>
              <a:rPr lang="en-US" altLang="zh-CN" sz="1000" i="1" spc="-70" dirty="0">
                <a:latin typeface="Arial"/>
                <a:cs typeface="Arial"/>
              </a:rPr>
              <a:t>x</a:t>
            </a:r>
            <a:r>
              <a:rPr lang="en-US" altLang="zh-CN" sz="1000" i="1" spc="-225" dirty="0">
                <a:latin typeface="Arial"/>
                <a:cs typeface="Arial"/>
              </a:rPr>
              <a:t> </a:t>
            </a:r>
            <a:r>
              <a:rPr lang="en-US" altLang="zh-CN" sz="1000" spc="90" dirty="0">
                <a:latin typeface="Arial"/>
                <a:cs typeface="Arial"/>
              </a:rPr>
              <a:t>(</a:t>
            </a:r>
            <a:r>
              <a:rPr lang="en-US" altLang="zh-CN" sz="1000" i="1" spc="90" dirty="0">
                <a:latin typeface="Arial"/>
                <a:cs typeface="Arial"/>
              </a:rPr>
              <a:t>t</a:t>
            </a:r>
            <a:r>
              <a:rPr lang="en-US" altLang="zh-CN" sz="1000" spc="90" dirty="0">
                <a:latin typeface="Arial"/>
                <a:cs typeface="Arial"/>
              </a:rPr>
              <a:t>)</a:t>
            </a:r>
            <a:r>
              <a:rPr lang="en-US" altLang="zh-CN" sz="1000" spc="5" dirty="0">
                <a:latin typeface="Arial"/>
                <a:cs typeface="Arial"/>
              </a:rPr>
              <a:t> </a:t>
            </a:r>
            <a:endParaRPr lang="zh-CN" altLang="en-US" sz="1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24904497-8A9D-317A-3178-7DAE60AE2170}"/>
                  </a:ext>
                </a:extLst>
              </p:cNvPr>
              <p:cNvSpPr txBox="1"/>
              <p:nvPr/>
            </p:nvSpPr>
            <p:spPr>
              <a:xfrm>
                <a:off x="1361854" y="1077090"/>
                <a:ext cx="939424" cy="2173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1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p>
                          <m:sSupPr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𝑄𝑥𝑑𝑡</m:t>
                        </m:r>
                      </m:e>
                    </m:nary>
                  </m:oMath>
                </a14:m>
                <a:r>
                  <a:rPr lang="zh-CN" altLang="en-US" sz="1000" dirty="0"/>
                  <a:t> </a:t>
                </a:r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24904497-8A9D-317A-3178-7DAE60AE21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1854" y="1077090"/>
                <a:ext cx="939424" cy="217304"/>
              </a:xfrm>
              <a:prstGeom prst="rect">
                <a:avLst/>
              </a:prstGeom>
              <a:blipFill>
                <a:blip r:embed="rId5"/>
                <a:stretch>
                  <a:fillRect l="-5806" t="-137143" r="-645" b="-20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9C511989-A8F7-042C-EB5E-14B9DD876027}"/>
                  </a:ext>
                </a:extLst>
              </p:cNvPr>
              <p:cNvSpPr txBox="1"/>
              <p:nvPr/>
            </p:nvSpPr>
            <p:spPr>
              <a:xfrm>
                <a:off x="2757880" y="1078670"/>
                <a:ext cx="1491883" cy="2257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</m:acc>
                    <m:r>
                      <a:rPr lang="en-US" altLang="zh-CN" sz="1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𝑄𝑥</m:t>
                            </m:r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𝑅𝑢</m:t>
                            </m:r>
                          </m:e>
                        </m:d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zh-CN" altLang="en-US" sz="1000" dirty="0"/>
                  <a:t> </a:t>
                </a:r>
              </a:p>
            </p:txBody>
          </p:sp>
        </mc:Choice>
        <mc:Fallback xmlns="">
          <p:sp>
            <p:nvSpPr>
              <p:cNvPr id="48" name="文本框 47">
                <a:extLst>
                  <a:ext uri="{FF2B5EF4-FFF2-40B4-BE49-F238E27FC236}">
                    <a16:creationId xmlns:a16="http://schemas.microsoft.com/office/drawing/2014/main" id="{9C511989-A8F7-042C-EB5E-14B9DD8760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7880" y="1078670"/>
                <a:ext cx="1491883" cy="225703"/>
              </a:xfrm>
              <a:prstGeom prst="rect">
                <a:avLst/>
              </a:prstGeom>
              <a:blipFill>
                <a:blip r:embed="rId6"/>
                <a:stretch>
                  <a:fillRect l="-3673" t="-129730" b="-1891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9028047D-4815-5272-E82D-FE700E502964}"/>
                  </a:ext>
                </a:extLst>
              </p:cNvPr>
              <p:cNvSpPr txBox="1"/>
              <p:nvPr/>
            </p:nvSpPr>
            <p:spPr>
              <a:xfrm>
                <a:off x="1277177" y="2079767"/>
                <a:ext cx="1097608" cy="2173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̅"/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𝐽</m:t>
                            </m:r>
                          </m:e>
                        </m:acc>
                      </m:e>
                      <m:sup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1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sSub>
                      <m:sSub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zh-CN" sz="1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lang="zh-CN" altLang="en-US" sz="1000" dirty="0"/>
                  <a:t> </a:t>
                </a:r>
              </a:p>
            </p:txBody>
          </p:sp>
        </mc:Choice>
        <mc:Fallback xmlns="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9028047D-4815-5272-E82D-FE700E5029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7177" y="2079767"/>
                <a:ext cx="1097608" cy="217304"/>
              </a:xfrm>
              <a:prstGeom prst="rect">
                <a:avLst/>
              </a:prstGeom>
              <a:blipFill>
                <a:blip r:embed="rId7"/>
                <a:stretch>
                  <a:fillRect l="-5556" b="-13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DA8F756-19D6-2541-DD2E-CB2AF48F750E}"/>
                  </a:ext>
                </a:extLst>
              </p:cNvPr>
              <p:cNvSpPr txBox="1"/>
              <p:nvPr/>
            </p:nvSpPr>
            <p:spPr>
              <a:xfrm>
                <a:off x="2926808" y="2079767"/>
                <a:ext cx="1175706" cy="21730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1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r>
                      <a:rPr lang="en-US" altLang="zh-CN" sz="10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altLang="zh-CN" sz="1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sz="1000" dirty="0"/>
                  <a:t> </a:t>
                </a:r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DA8F756-19D6-2541-DD2E-CB2AF48F75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6808" y="2079767"/>
                <a:ext cx="1175706" cy="217304"/>
              </a:xfrm>
              <a:prstGeom prst="rect">
                <a:avLst/>
              </a:prstGeom>
              <a:blipFill>
                <a:blip r:embed="rId8"/>
                <a:stretch>
                  <a:fillRect l="-4663" b="-138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89890"/>
          </a:xfrm>
          <a:custGeom>
            <a:avLst/>
            <a:gdLst/>
            <a:ahLst/>
            <a:cxnLst/>
            <a:rect l="l" t="t" r="r" b="b"/>
            <a:pathLst>
              <a:path w="4608195" h="389890">
                <a:moveTo>
                  <a:pt x="4608004" y="0"/>
                </a:moveTo>
                <a:lnTo>
                  <a:pt x="0" y="0"/>
                </a:lnTo>
                <a:lnTo>
                  <a:pt x="0" y="389674"/>
                </a:lnTo>
                <a:lnTo>
                  <a:pt x="4608004" y="389674"/>
                </a:lnTo>
                <a:lnTo>
                  <a:pt x="4608004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0916"/>
            <a:ext cx="74993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130" dirty="0">
                <a:solidFill>
                  <a:srgbClr val="191919"/>
                </a:solidFill>
                <a:latin typeface="Arial"/>
                <a:cs typeface="Arial"/>
              </a:rPr>
              <a:t>Example</a:t>
            </a:r>
            <a:endParaRPr sz="17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547729"/>
            <a:ext cx="4608195" cy="2908300"/>
            <a:chOff x="0" y="547729"/>
            <a:chExt cx="4608195" cy="29083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5653" y="547729"/>
              <a:ext cx="2015745" cy="285329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470772" y="2428483"/>
              <a:ext cx="1799232" cy="899221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0" y="3346272"/>
              <a:ext cx="4608195" cy="109855"/>
            </a:xfrm>
            <a:custGeom>
              <a:avLst/>
              <a:gdLst/>
              <a:ahLst/>
              <a:cxnLst/>
              <a:rect l="l" t="t" r="r" b="b"/>
              <a:pathLst>
                <a:path w="4608195" h="109854">
                  <a:moveTo>
                    <a:pt x="4607928" y="0"/>
                  </a:moveTo>
                  <a:lnTo>
                    <a:pt x="3071952" y="0"/>
                  </a:lnTo>
                  <a:lnTo>
                    <a:pt x="1535976" y="0"/>
                  </a:lnTo>
                  <a:lnTo>
                    <a:pt x="0" y="0"/>
                  </a:lnTo>
                  <a:lnTo>
                    <a:pt x="0" y="109728"/>
                  </a:lnTo>
                  <a:lnTo>
                    <a:pt x="1535976" y="109728"/>
                  </a:lnTo>
                  <a:lnTo>
                    <a:pt x="3071952" y="109728"/>
                  </a:lnTo>
                  <a:lnTo>
                    <a:pt x="4607928" y="109728"/>
                  </a:lnTo>
                  <a:lnTo>
                    <a:pt x="4607928" y="0"/>
                  </a:lnTo>
                  <a:close/>
                </a:path>
              </a:pathLst>
            </a:custGeom>
            <a:solidFill>
              <a:srgbClr val="E5E5E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11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74993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30" dirty="0"/>
              <a:t>Example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520564" y="958788"/>
            <a:ext cx="4445" cy="428625"/>
            <a:chOff x="520564" y="958788"/>
            <a:chExt cx="4445" cy="428625"/>
          </a:xfrm>
        </p:grpSpPr>
        <p:sp>
          <p:nvSpPr>
            <p:cNvPr id="4" name="object 4"/>
            <p:cNvSpPr/>
            <p:nvPr/>
          </p:nvSpPr>
          <p:spPr>
            <a:xfrm>
              <a:off x="522787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22787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22787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94754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49013" y="958788"/>
            <a:ext cx="4445" cy="428625"/>
            <a:chOff x="749013" y="958788"/>
            <a:chExt cx="4445" cy="428625"/>
          </a:xfrm>
        </p:grpSpPr>
        <p:sp>
          <p:nvSpPr>
            <p:cNvPr id="9" name="object 9"/>
            <p:cNvSpPr/>
            <p:nvPr/>
          </p:nvSpPr>
          <p:spPr>
            <a:xfrm>
              <a:off x="751236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5123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5123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723203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77462" y="958788"/>
            <a:ext cx="4445" cy="428625"/>
            <a:chOff x="977462" y="958788"/>
            <a:chExt cx="4445" cy="428625"/>
          </a:xfrm>
        </p:grpSpPr>
        <p:sp>
          <p:nvSpPr>
            <p:cNvPr id="14" name="object 14"/>
            <p:cNvSpPr/>
            <p:nvPr/>
          </p:nvSpPr>
          <p:spPr>
            <a:xfrm>
              <a:off x="979685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79685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79685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51652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205911" y="958788"/>
            <a:ext cx="4445" cy="428625"/>
            <a:chOff x="1205911" y="958788"/>
            <a:chExt cx="4445" cy="428625"/>
          </a:xfrm>
        </p:grpSpPr>
        <p:sp>
          <p:nvSpPr>
            <p:cNvPr id="19" name="object 19"/>
            <p:cNvSpPr/>
            <p:nvPr/>
          </p:nvSpPr>
          <p:spPr>
            <a:xfrm>
              <a:off x="1208134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20813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20813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180101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434360" y="958788"/>
            <a:ext cx="4445" cy="428625"/>
            <a:chOff x="1434360" y="958788"/>
            <a:chExt cx="4445" cy="428625"/>
          </a:xfrm>
        </p:grpSpPr>
        <p:sp>
          <p:nvSpPr>
            <p:cNvPr id="24" name="object 24"/>
            <p:cNvSpPr/>
            <p:nvPr/>
          </p:nvSpPr>
          <p:spPr>
            <a:xfrm>
              <a:off x="1436583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436583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36583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408551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662809" y="958788"/>
            <a:ext cx="4445" cy="428625"/>
            <a:chOff x="1662809" y="958788"/>
            <a:chExt cx="4445" cy="428625"/>
          </a:xfrm>
        </p:grpSpPr>
        <p:sp>
          <p:nvSpPr>
            <p:cNvPr id="29" name="object 29"/>
            <p:cNvSpPr/>
            <p:nvPr/>
          </p:nvSpPr>
          <p:spPr>
            <a:xfrm>
              <a:off x="1665032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65032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65032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621667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891258" y="958788"/>
            <a:ext cx="4445" cy="428625"/>
            <a:chOff x="1891258" y="958788"/>
            <a:chExt cx="4445" cy="428625"/>
          </a:xfrm>
        </p:grpSpPr>
        <p:sp>
          <p:nvSpPr>
            <p:cNvPr id="34" name="object 34"/>
            <p:cNvSpPr/>
            <p:nvPr/>
          </p:nvSpPr>
          <p:spPr>
            <a:xfrm>
              <a:off x="1893481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93481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93481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850116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119708" y="958788"/>
            <a:ext cx="4445" cy="428625"/>
            <a:chOff x="2119708" y="958788"/>
            <a:chExt cx="4445" cy="428625"/>
          </a:xfrm>
        </p:grpSpPr>
        <p:sp>
          <p:nvSpPr>
            <p:cNvPr id="39" name="object 39"/>
            <p:cNvSpPr/>
            <p:nvPr/>
          </p:nvSpPr>
          <p:spPr>
            <a:xfrm>
              <a:off x="2121930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121930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121930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078565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20299" y="959082"/>
            <a:ext cx="1902460" cy="410845"/>
            <a:chOff x="420299" y="959082"/>
            <a:chExt cx="1902460" cy="410845"/>
          </a:xfrm>
        </p:grpSpPr>
        <p:sp>
          <p:nvSpPr>
            <p:cNvPr id="44" name="object 44"/>
            <p:cNvSpPr/>
            <p:nvPr/>
          </p:nvSpPr>
          <p:spPr>
            <a:xfrm>
              <a:off x="437175" y="1300705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20299" y="130070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20299" y="130070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37175" y="1159156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20299" y="115915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20299" y="115915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37175" y="1017606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20299" y="101760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420299" y="101760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522787" y="979564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38041"/>
                  </a:moveTo>
                  <a:lnTo>
                    <a:pt x="1142" y="39393"/>
                  </a:lnTo>
                  <a:lnTo>
                    <a:pt x="3426" y="46147"/>
                  </a:lnTo>
                  <a:lnTo>
                    <a:pt x="23987" y="117748"/>
                  </a:lnTo>
                  <a:lnTo>
                    <a:pt x="35409" y="152326"/>
                  </a:lnTo>
                  <a:lnTo>
                    <a:pt x="58254" y="211364"/>
                  </a:lnTo>
                  <a:lnTo>
                    <a:pt x="81099" y="258693"/>
                  </a:lnTo>
                  <a:lnTo>
                    <a:pt x="102802" y="294317"/>
                  </a:lnTo>
                  <a:lnTo>
                    <a:pt x="133642" y="331455"/>
                  </a:lnTo>
                  <a:lnTo>
                    <a:pt x="164483" y="355018"/>
                  </a:lnTo>
                  <a:lnTo>
                    <a:pt x="205604" y="368911"/>
                  </a:lnTo>
                  <a:lnTo>
                    <a:pt x="215884" y="369707"/>
                  </a:lnTo>
                  <a:lnTo>
                    <a:pt x="227306" y="369483"/>
                  </a:lnTo>
                  <a:lnTo>
                    <a:pt x="277565" y="356603"/>
                  </a:lnTo>
                  <a:lnTo>
                    <a:pt x="325539" y="330377"/>
                  </a:lnTo>
                  <a:lnTo>
                    <a:pt x="366660" y="300722"/>
                  </a:lnTo>
                  <a:lnTo>
                    <a:pt x="428341" y="249556"/>
                  </a:lnTo>
                  <a:lnTo>
                    <a:pt x="517437" y="173424"/>
                  </a:lnTo>
                  <a:lnTo>
                    <a:pt x="549419" y="147863"/>
                  </a:lnTo>
                  <a:lnTo>
                    <a:pt x="603105" y="108851"/>
                  </a:lnTo>
                  <a:lnTo>
                    <a:pt x="652222" y="78297"/>
                  </a:lnTo>
                  <a:lnTo>
                    <a:pt x="697911" y="54691"/>
                  </a:lnTo>
                  <a:lnTo>
                    <a:pt x="743601" y="35769"/>
                  </a:lnTo>
                  <a:lnTo>
                    <a:pt x="790433" y="21032"/>
                  </a:lnTo>
                  <a:lnTo>
                    <a:pt x="839550" y="10220"/>
                  </a:lnTo>
                  <a:lnTo>
                    <a:pt x="890951" y="3359"/>
                  </a:lnTo>
                  <a:lnTo>
                    <a:pt x="948063" y="153"/>
                  </a:lnTo>
                  <a:lnTo>
                    <a:pt x="980046" y="0"/>
                  </a:lnTo>
                  <a:lnTo>
                    <a:pt x="1015456" y="920"/>
                  </a:lnTo>
                  <a:lnTo>
                    <a:pt x="1055434" y="3046"/>
                  </a:lnTo>
                  <a:lnTo>
                    <a:pt x="1104551" y="6788"/>
                  </a:lnTo>
                  <a:lnTo>
                    <a:pt x="1174228" y="13300"/>
                  </a:lnTo>
                  <a:lnTo>
                    <a:pt x="1321577" y="27297"/>
                  </a:lnTo>
                  <a:lnTo>
                    <a:pt x="1390112" y="32558"/>
                  </a:lnTo>
                  <a:lnTo>
                    <a:pt x="1455220" y="36469"/>
                  </a:lnTo>
                  <a:lnTo>
                    <a:pt x="1520328" y="39298"/>
                  </a:lnTo>
                  <a:lnTo>
                    <a:pt x="1588863" y="41198"/>
                  </a:lnTo>
                  <a:lnTo>
                    <a:pt x="1665393" y="42226"/>
                  </a:lnTo>
                  <a:lnTo>
                    <a:pt x="1712225" y="42406"/>
                  </a:lnTo>
                </a:path>
              </a:pathLst>
            </a:custGeom>
            <a:ln w="723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37175" y="961011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4">
                  <a:moveTo>
                    <a:pt x="0" y="406803"/>
                  </a:moveTo>
                  <a:lnTo>
                    <a:pt x="0" y="0"/>
                  </a:lnTo>
                </a:path>
                <a:path w="1884045" h="407034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4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4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314042" y="1252115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0.4</a:t>
            </a:r>
            <a:endParaRPr sz="40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91450" y="1301896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79" h="4444">
                <a:moveTo>
                  <a:pt x="30185" y="0"/>
                </a:moveTo>
                <a:lnTo>
                  <a:pt x="0" y="0"/>
                </a:lnTo>
                <a:lnTo>
                  <a:pt x="0" y="4002"/>
                </a:lnTo>
                <a:lnTo>
                  <a:pt x="30185" y="4002"/>
                </a:lnTo>
                <a:lnTo>
                  <a:pt x="3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314042" y="1110566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0.2</a:t>
            </a:r>
            <a:endParaRPr sz="400">
              <a:latin typeface="Arial"/>
              <a:cs typeface="Arial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291450" y="1160346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79" h="4444">
                <a:moveTo>
                  <a:pt x="30185" y="0"/>
                </a:moveTo>
                <a:lnTo>
                  <a:pt x="0" y="0"/>
                </a:lnTo>
                <a:lnTo>
                  <a:pt x="0" y="4002"/>
                </a:lnTo>
                <a:lnTo>
                  <a:pt x="30185" y="4002"/>
                </a:lnTo>
                <a:lnTo>
                  <a:pt x="3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 txBox="1"/>
          <p:nvPr/>
        </p:nvSpPr>
        <p:spPr>
          <a:xfrm>
            <a:off x="314023" y="969016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0.0</a:t>
            </a:r>
            <a:endParaRPr sz="4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05725" y="1026076"/>
            <a:ext cx="72390" cy="28130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470"/>
              </a:lnSpc>
            </a:pPr>
            <a:r>
              <a:rPr sz="300" i="1" spc="10" dirty="0">
                <a:latin typeface="Arial"/>
                <a:cs typeface="Arial"/>
              </a:rPr>
              <a:t>x</a:t>
            </a:r>
            <a:r>
              <a:rPr sz="400" spc="10" dirty="0">
                <a:latin typeface="Arial"/>
                <a:cs typeface="Arial"/>
              </a:rPr>
              <a:t>(</a:t>
            </a:r>
            <a:r>
              <a:rPr sz="400" spc="-5" dirty="0">
                <a:latin typeface="Arial"/>
                <a:cs typeface="Arial"/>
              </a:rPr>
              <a:t> </a:t>
            </a:r>
            <a:r>
              <a:rPr sz="400" spc="90" dirty="0">
                <a:latin typeface="Arial"/>
                <a:cs typeface="Arial"/>
              </a:rPr>
              <a:t>=</a:t>
            </a:r>
            <a:r>
              <a:rPr sz="400" spc="-5" dirty="0">
                <a:latin typeface="Arial"/>
                <a:cs typeface="Arial"/>
              </a:rPr>
              <a:t> </a:t>
            </a:r>
            <a:r>
              <a:rPr sz="300" i="1" spc="10" dirty="0">
                <a:latin typeface="Arial"/>
                <a:cs typeface="Arial"/>
              </a:rPr>
              <a:t>u</a:t>
            </a:r>
            <a:r>
              <a:rPr sz="400" spc="10" dirty="0">
                <a:latin typeface="Arial"/>
                <a:cs typeface="Arial"/>
              </a:rPr>
              <a:t>)</a:t>
            </a:r>
            <a:r>
              <a:rPr sz="400" spc="65" dirty="0">
                <a:latin typeface="Arial"/>
                <a:cs typeface="Arial"/>
              </a:rPr>
              <a:t> </a:t>
            </a:r>
            <a:r>
              <a:rPr sz="400" spc="-25" dirty="0">
                <a:latin typeface="Arial"/>
                <a:cs typeface="Arial"/>
              </a:rPr>
              <a:t>(m)</a:t>
            </a:r>
            <a:endParaRPr sz="4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776680" y="854341"/>
            <a:ext cx="1204595" cy="103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00" dirty="0">
                <a:latin typeface="Arial"/>
                <a:cs typeface="Arial"/>
              </a:rPr>
              <a:t>States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of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nonlinearized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system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under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spc="-25" dirty="0">
                <a:latin typeface="Arial"/>
                <a:cs typeface="Arial"/>
              </a:rPr>
              <a:t>LQ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520564" y="1446953"/>
            <a:ext cx="4445" cy="428625"/>
            <a:chOff x="520564" y="1446953"/>
            <a:chExt cx="4445" cy="428625"/>
          </a:xfrm>
        </p:grpSpPr>
        <p:sp>
          <p:nvSpPr>
            <p:cNvPr id="63" name="object 63"/>
            <p:cNvSpPr/>
            <p:nvPr/>
          </p:nvSpPr>
          <p:spPr>
            <a:xfrm>
              <a:off x="522787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522787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522787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494754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749013" y="1446953"/>
            <a:ext cx="4445" cy="428625"/>
            <a:chOff x="749013" y="1446953"/>
            <a:chExt cx="4445" cy="428625"/>
          </a:xfrm>
        </p:grpSpPr>
        <p:sp>
          <p:nvSpPr>
            <p:cNvPr id="68" name="object 68"/>
            <p:cNvSpPr/>
            <p:nvPr/>
          </p:nvSpPr>
          <p:spPr>
            <a:xfrm>
              <a:off x="751236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75123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5123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723203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977462" y="1446953"/>
            <a:ext cx="4445" cy="428625"/>
            <a:chOff x="977462" y="1446953"/>
            <a:chExt cx="4445" cy="428625"/>
          </a:xfrm>
        </p:grpSpPr>
        <p:sp>
          <p:nvSpPr>
            <p:cNvPr id="73" name="object 73"/>
            <p:cNvSpPr/>
            <p:nvPr/>
          </p:nvSpPr>
          <p:spPr>
            <a:xfrm>
              <a:off x="979685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4" name="object 74"/>
            <p:cNvSpPr/>
            <p:nvPr/>
          </p:nvSpPr>
          <p:spPr>
            <a:xfrm>
              <a:off x="979685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979685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6" name="object 76"/>
          <p:cNvSpPr txBox="1"/>
          <p:nvPr/>
        </p:nvSpPr>
        <p:spPr>
          <a:xfrm>
            <a:off x="951652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1205911" y="1446953"/>
            <a:ext cx="4445" cy="428625"/>
            <a:chOff x="1205911" y="1446953"/>
            <a:chExt cx="4445" cy="428625"/>
          </a:xfrm>
        </p:grpSpPr>
        <p:sp>
          <p:nvSpPr>
            <p:cNvPr id="78" name="object 78"/>
            <p:cNvSpPr/>
            <p:nvPr/>
          </p:nvSpPr>
          <p:spPr>
            <a:xfrm>
              <a:off x="1208134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20813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20813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1180101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2" name="object 82"/>
          <p:cNvGrpSpPr/>
          <p:nvPr/>
        </p:nvGrpSpPr>
        <p:grpSpPr>
          <a:xfrm>
            <a:off x="1434360" y="1446953"/>
            <a:ext cx="4445" cy="428625"/>
            <a:chOff x="1434360" y="1446953"/>
            <a:chExt cx="4445" cy="428625"/>
          </a:xfrm>
        </p:grpSpPr>
        <p:sp>
          <p:nvSpPr>
            <p:cNvPr id="83" name="object 83"/>
            <p:cNvSpPr/>
            <p:nvPr/>
          </p:nvSpPr>
          <p:spPr>
            <a:xfrm>
              <a:off x="1436583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436583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436583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6" name="object 86"/>
          <p:cNvSpPr txBox="1"/>
          <p:nvPr/>
        </p:nvSpPr>
        <p:spPr>
          <a:xfrm>
            <a:off x="1408551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1662809" y="1446953"/>
            <a:ext cx="4445" cy="428625"/>
            <a:chOff x="1662809" y="1446953"/>
            <a:chExt cx="4445" cy="428625"/>
          </a:xfrm>
        </p:grpSpPr>
        <p:sp>
          <p:nvSpPr>
            <p:cNvPr id="88" name="object 88"/>
            <p:cNvSpPr/>
            <p:nvPr/>
          </p:nvSpPr>
          <p:spPr>
            <a:xfrm>
              <a:off x="1665032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665032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665032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1" name="object 91"/>
          <p:cNvSpPr txBox="1"/>
          <p:nvPr/>
        </p:nvSpPr>
        <p:spPr>
          <a:xfrm>
            <a:off x="1621667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1891258" y="1446953"/>
            <a:ext cx="4445" cy="428625"/>
            <a:chOff x="1891258" y="1446953"/>
            <a:chExt cx="4445" cy="428625"/>
          </a:xfrm>
        </p:grpSpPr>
        <p:sp>
          <p:nvSpPr>
            <p:cNvPr id="93" name="object 93"/>
            <p:cNvSpPr/>
            <p:nvPr/>
          </p:nvSpPr>
          <p:spPr>
            <a:xfrm>
              <a:off x="1893481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893481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893481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1850116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2119708" y="1446953"/>
            <a:ext cx="4445" cy="428625"/>
            <a:chOff x="2119708" y="1446953"/>
            <a:chExt cx="4445" cy="428625"/>
          </a:xfrm>
        </p:grpSpPr>
        <p:sp>
          <p:nvSpPr>
            <p:cNvPr id="98" name="object 98"/>
            <p:cNvSpPr/>
            <p:nvPr/>
          </p:nvSpPr>
          <p:spPr>
            <a:xfrm>
              <a:off x="2121930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121930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121930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2078565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420299" y="1447246"/>
            <a:ext cx="1902460" cy="410845"/>
            <a:chOff x="420299" y="1447246"/>
            <a:chExt cx="1902460" cy="410845"/>
          </a:xfrm>
        </p:grpSpPr>
        <p:sp>
          <p:nvSpPr>
            <p:cNvPr id="103" name="object 103"/>
            <p:cNvSpPr/>
            <p:nvPr/>
          </p:nvSpPr>
          <p:spPr>
            <a:xfrm>
              <a:off x="437175" y="1789071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420299" y="1789071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420299" y="1789071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437175" y="1663508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420299" y="166350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420299" y="166350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437175" y="1537945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420299" y="153794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420299" y="153794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522787" y="1467687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70258"/>
                  </a:moveTo>
                  <a:lnTo>
                    <a:pt x="1142" y="240098"/>
                  </a:lnTo>
                  <a:lnTo>
                    <a:pt x="2284" y="316953"/>
                  </a:lnTo>
                  <a:lnTo>
                    <a:pt x="4568" y="364652"/>
                  </a:lnTo>
                  <a:lnTo>
                    <a:pt x="6853" y="369801"/>
                  </a:lnTo>
                  <a:lnTo>
                    <a:pt x="9137" y="365954"/>
                  </a:lnTo>
                  <a:lnTo>
                    <a:pt x="19418" y="339851"/>
                  </a:lnTo>
                  <a:lnTo>
                    <a:pt x="30840" y="312961"/>
                  </a:lnTo>
                  <a:lnTo>
                    <a:pt x="55970" y="262022"/>
                  </a:lnTo>
                  <a:lnTo>
                    <a:pt x="83383" y="215965"/>
                  </a:lnTo>
                  <a:lnTo>
                    <a:pt x="113082" y="174137"/>
                  </a:lnTo>
                  <a:lnTo>
                    <a:pt x="145065" y="136250"/>
                  </a:lnTo>
                  <a:lnTo>
                    <a:pt x="179332" y="102349"/>
                  </a:lnTo>
                  <a:lnTo>
                    <a:pt x="213599" y="74390"/>
                  </a:lnTo>
                  <a:lnTo>
                    <a:pt x="247867" y="51715"/>
                  </a:lnTo>
                  <a:lnTo>
                    <a:pt x="283276" y="33295"/>
                  </a:lnTo>
                  <a:lnTo>
                    <a:pt x="319828" y="19089"/>
                  </a:lnTo>
                  <a:lnTo>
                    <a:pt x="358665" y="8741"/>
                  </a:lnTo>
                  <a:lnTo>
                    <a:pt x="399785" y="2400"/>
                  </a:lnTo>
                  <a:lnTo>
                    <a:pt x="444333" y="0"/>
                  </a:lnTo>
                  <a:lnTo>
                    <a:pt x="469462" y="343"/>
                  </a:lnTo>
                  <a:lnTo>
                    <a:pt x="525432" y="4525"/>
                  </a:lnTo>
                  <a:lnTo>
                    <a:pt x="598536" y="14821"/>
                  </a:lnTo>
                  <a:lnTo>
                    <a:pt x="654506" y="24619"/>
                  </a:lnTo>
                  <a:lnTo>
                    <a:pt x="782438" y="47338"/>
                  </a:lnTo>
                  <a:lnTo>
                    <a:pt x="836123" y="55548"/>
                  </a:lnTo>
                  <a:lnTo>
                    <a:pt x="885240" y="61967"/>
                  </a:lnTo>
                  <a:lnTo>
                    <a:pt x="933214" y="67140"/>
                  </a:lnTo>
                  <a:lnTo>
                    <a:pt x="981188" y="71223"/>
                  </a:lnTo>
                  <a:lnTo>
                    <a:pt x="1030305" y="74330"/>
                  </a:lnTo>
                  <a:lnTo>
                    <a:pt x="1082848" y="76564"/>
                  </a:lnTo>
                  <a:lnTo>
                    <a:pt x="1139960" y="77899"/>
                  </a:lnTo>
                  <a:lnTo>
                    <a:pt x="1205068" y="78312"/>
                  </a:lnTo>
                  <a:lnTo>
                    <a:pt x="1283883" y="77695"/>
                  </a:lnTo>
                  <a:lnTo>
                    <a:pt x="1401534" y="75570"/>
                  </a:lnTo>
                  <a:lnTo>
                    <a:pt x="1639121" y="71168"/>
                  </a:lnTo>
                  <a:lnTo>
                    <a:pt x="1712225" y="70326"/>
                  </a:lnTo>
                </a:path>
              </a:pathLst>
            </a:custGeom>
            <a:ln w="723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437175" y="1449175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283377" y="1740480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0.50</a:t>
            </a:r>
            <a:endParaRPr sz="400">
              <a:latin typeface="Arial"/>
              <a:cs typeface="Arial"/>
            </a:endParaRPr>
          </a:p>
        </p:txBody>
      </p:sp>
      <p:sp>
        <p:nvSpPr>
          <p:cNvPr id="115" name="object 115"/>
          <p:cNvSpPr/>
          <p:nvPr/>
        </p:nvSpPr>
        <p:spPr>
          <a:xfrm>
            <a:off x="260786" y="1790261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79" h="4444">
                <a:moveTo>
                  <a:pt x="30185" y="0"/>
                </a:moveTo>
                <a:lnTo>
                  <a:pt x="0" y="0"/>
                </a:lnTo>
                <a:lnTo>
                  <a:pt x="0" y="4002"/>
                </a:lnTo>
                <a:lnTo>
                  <a:pt x="30185" y="4002"/>
                </a:lnTo>
                <a:lnTo>
                  <a:pt x="3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 txBox="1"/>
          <p:nvPr/>
        </p:nvSpPr>
        <p:spPr>
          <a:xfrm>
            <a:off x="283377" y="1614917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0.25</a:t>
            </a:r>
            <a:endParaRPr sz="400">
              <a:latin typeface="Arial"/>
              <a:cs typeface="Arial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260786" y="1664698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79" h="4444">
                <a:moveTo>
                  <a:pt x="30185" y="0"/>
                </a:moveTo>
                <a:lnTo>
                  <a:pt x="0" y="0"/>
                </a:lnTo>
                <a:lnTo>
                  <a:pt x="0" y="4002"/>
                </a:lnTo>
                <a:lnTo>
                  <a:pt x="30185" y="4002"/>
                </a:lnTo>
                <a:lnTo>
                  <a:pt x="3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 txBox="1"/>
          <p:nvPr/>
        </p:nvSpPr>
        <p:spPr>
          <a:xfrm>
            <a:off x="283358" y="1489355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0.00</a:t>
            </a:r>
            <a:endParaRPr sz="40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175663" y="1555250"/>
            <a:ext cx="72390" cy="19685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470"/>
              </a:lnSpc>
            </a:pPr>
            <a:r>
              <a:rPr sz="300" i="1" spc="70" dirty="0">
                <a:latin typeface="Arial"/>
                <a:cs typeface="Arial"/>
              </a:rPr>
              <a:t>x</a:t>
            </a:r>
            <a:r>
              <a:rPr sz="300" i="1" spc="50" dirty="0">
                <a:latin typeface="Arial"/>
                <a:cs typeface="Arial"/>
              </a:rPr>
              <a:t> </a:t>
            </a:r>
            <a:r>
              <a:rPr sz="400" spc="-20" dirty="0">
                <a:latin typeface="Arial"/>
                <a:cs typeface="Arial"/>
              </a:rPr>
              <a:t>(m/s)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20" name="object 120"/>
          <p:cNvGrpSpPr/>
          <p:nvPr/>
        </p:nvGrpSpPr>
        <p:grpSpPr>
          <a:xfrm>
            <a:off x="520564" y="1935117"/>
            <a:ext cx="4445" cy="428625"/>
            <a:chOff x="520564" y="1935117"/>
            <a:chExt cx="4445" cy="428625"/>
          </a:xfrm>
        </p:grpSpPr>
        <p:sp>
          <p:nvSpPr>
            <p:cNvPr id="121" name="object 121"/>
            <p:cNvSpPr/>
            <p:nvPr/>
          </p:nvSpPr>
          <p:spPr>
            <a:xfrm>
              <a:off x="522787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2" name="object 122"/>
            <p:cNvSpPr/>
            <p:nvPr/>
          </p:nvSpPr>
          <p:spPr>
            <a:xfrm>
              <a:off x="522787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" name="object 123"/>
            <p:cNvSpPr/>
            <p:nvPr/>
          </p:nvSpPr>
          <p:spPr>
            <a:xfrm>
              <a:off x="522787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4" name="object 124"/>
          <p:cNvSpPr txBox="1"/>
          <p:nvPr/>
        </p:nvSpPr>
        <p:spPr>
          <a:xfrm>
            <a:off x="494754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25" name="object 125"/>
          <p:cNvGrpSpPr/>
          <p:nvPr/>
        </p:nvGrpSpPr>
        <p:grpSpPr>
          <a:xfrm>
            <a:off x="749013" y="1935117"/>
            <a:ext cx="4445" cy="428625"/>
            <a:chOff x="749013" y="1935117"/>
            <a:chExt cx="4445" cy="428625"/>
          </a:xfrm>
        </p:grpSpPr>
        <p:sp>
          <p:nvSpPr>
            <p:cNvPr id="126" name="object 126"/>
            <p:cNvSpPr/>
            <p:nvPr/>
          </p:nvSpPr>
          <p:spPr>
            <a:xfrm>
              <a:off x="751236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75123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" name="object 128"/>
            <p:cNvSpPr/>
            <p:nvPr/>
          </p:nvSpPr>
          <p:spPr>
            <a:xfrm>
              <a:off x="75123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9" name="object 129"/>
          <p:cNvSpPr txBox="1"/>
          <p:nvPr/>
        </p:nvSpPr>
        <p:spPr>
          <a:xfrm>
            <a:off x="723203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30" name="object 130"/>
          <p:cNvGrpSpPr/>
          <p:nvPr/>
        </p:nvGrpSpPr>
        <p:grpSpPr>
          <a:xfrm>
            <a:off x="977462" y="1935117"/>
            <a:ext cx="4445" cy="428625"/>
            <a:chOff x="977462" y="1935117"/>
            <a:chExt cx="4445" cy="428625"/>
          </a:xfrm>
        </p:grpSpPr>
        <p:sp>
          <p:nvSpPr>
            <p:cNvPr id="131" name="object 131"/>
            <p:cNvSpPr/>
            <p:nvPr/>
          </p:nvSpPr>
          <p:spPr>
            <a:xfrm>
              <a:off x="979685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979685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" name="object 133"/>
            <p:cNvSpPr/>
            <p:nvPr/>
          </p:nvSpPr>
          <p:spPr>
            <a:xfrm>
              <a:off x="979685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4" name="object 134"/>
          <p:cNvSpPr txBox="1"/>
          <p:nvPr/>
        </p:nvSpPr>
        <p:spPr>
          <a:xfrm>
            <a:off x="951652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35" name="object 135"/>
          <p:cNvGrpSpPr/>
          <p:nvPr/>
        </p:nvGrpSpPr>
        <p:grpSpPr>
          <a:xfrm>
            <a:off x="1205911" y="1935117"/>
            <a:ext cx="4445" cy="428625"/>
            <a:chOff x="1205911" y="1935117"/>
            <a:chExt cx="4445" cy="428625"/>
          </a:xfrm>
        </p:grpSpPr>
        <p:sp>
          <p:nvSpPr>
            <p:cNvPr id="136" name="object 136"/>
            <p:cNvSpPr/>
            <p:nvPr/>
          </p:nvSpPr>
          <p:spPr>
            <a:xfrm>
              <a:off x="1208134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120813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8" name="object 138"/>
            <p:cNvSpPr/>
            <p:nvPr/>
          </p:nvSpPr>
          <p:spPr>
            <a:xfrm>
              <a:off x="120813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9" name="object 139"/>
          <p:cNvSpPr txBox="1"/>
          <p:nvPr/>
        </p:nvSpPr>
        <p:spPr>
          <a:xfrm>
            <a:off x="1180101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40" name="object 140"/>
          <p:cNvGrpSpPr/>
          <p:nvPr/>
        </p:nvGrpSpPr>
        <p:grpSpPr>
          <a:xfrm>
            <a:off x="1434360" y="1935117"/>
            <a:ext cx="4445" cy="428625"/>
            <a:chOff x="1434360" y="1935117"/>
            <a:chExt cx="4445" cy="428625"/>
          </a:xfrm>
        </p:grpSpPr>
        <p:sp>
          <p:nvSpPr>
            <p:cNvPr id="141" name="object 141"/>
            <p:cNvSpPr/>
            <p:nvPr/>
          </p:nvSpPr>
          <p:spPr>
            <a:xfrm>
              <a:off x="1436583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1436583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3" name="object 143"/>
            <p:cNvSpPr/>
            <p:nvPr/>
          </p:nvSpPr>
          <p:spPr>
            <a:xfrm>
              <a:off x="1436583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4" name="object 144"/>
          <p:cNvSpPr txBox="1"/>
          <p:nvPr/>
        </p:nvSpPr>
        <p:spPr>
          <a:xfrm>
            <a:off x="1408551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45" name="object 145"/>
          <p:cNvGrpSpPr/>
          <p:nvPr/>
        </p:nvGrpSpPr>
        <p:grpSpPr>
          <a:xfrm>
            <a:off x="1662809" y="1935117"/>
            <a:ext cx="4445" cy="428625"/>
            <a:chOff x="1662809" y="1935117"/>
            <a:chExt cx="4445" cy="428625"/>
          </a:xfrm>
        </p:grpSpPr>
        <p:sp>
          <p:nvSpPr>
            <p:cNvPr id="146" name="object 146"/>
            <p:cNvSpPr/>
            <p:nvPr/>
          </p:nvSpPr>
          <p:spPr>
            <a:xfrm>
              <a:off x="1665032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665032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" name="object 148"/>
            <p:cNvSpPr/>
            <p:nvPr/>
          </p:nvSpPr>
          <p:spPr>
            <a:xfrm>
              <a:off x="1665032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9" name="object 149"/>
          <p:cNvSpPr txBox="1"/>
          <p:nvPr/>
        </p:nvSpPr>
        <p:spPr>
          <a:xfrm>
            <a:off x="1621667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50" name="object 150"/>
          <p:cNvGrpSpPr/>
          <p:nvPr/>
        </p:nvGrpSpPr>
        <p:grpSpPr>
          <a:xfrm>
            <a:off x="1891258" y="1935117"/>
            <a:ext cx="4445" cy="428625"/>
            <a:chOff x="1891258" y="1935117"/>
            <a:chExt cx="4445" cy="428625"/>
          </a:xfrm>
        </p:grpSpPr>
        <p:sp>
          <p:nvSpPr>
            <p:cNvPr id="151" name="object 151"/>
            <p:cNvSpPr/>
            <p:nvPr/>
          </p:nvSpPr>
          <p:spPr>
            <a:xfrm>
              <a:off x="1893481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893481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" name="object 153"/>
            <p:cNvSpPr/>
            <p:nvPr/>
          </p:nvSpPr>
          <p:spPr>
            <a:xfrm>
              <a:off x="1893481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4" name="object 154"/>
          <p:cNvSpPr txBox="1"/>
          <p:nvPr/>
        </p:nvSpPr>
        <p:spPr>
          <a:xfrm>
            <a:off x="1850116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55" name="object 155"/>
          <p:cNvGrpSpPr/>
          <p:nvPr/>
        </p:nvGrpSpPr>
        <p:grpSpPr>
          <a:xfrm>
            <a:off x="2119708" y="1935117"/>
            <a:ext cx="4445" cy="428625"/>
            <a:chOff x="2119708" y="1935117"/>
            <a:chExt cx="4445" cy="428625"/>
          </a:xfrm>
        </p:grpSpPr>
        <p:sp>
          <p:nvSpPr>
            <p:cNvPr id="156" name="object 156"/>
            <p:cNvSpPr/>
            <p:nvPr/>
          </p:nvSpPr>
          <p:spPr>
            <a:xfrm>
              <a:off x="2121930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2121930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" name="object 158"/>
            <p:cNvSpPr/>
            <p:nvPr/>
          </p:nvSpPr>
          <p:spPr>
            <a:xfrm>
              <a:off x="2121930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9" name="object 159"/>
          <p:cNvSpPr txBox="1"/>
          <p:nvPr/>
        </p:nvSpPr>
        <p:spPr>
          <a:xfrm>
            <a:off x="2078565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60" name="object 160"/>
          <p:cNvGrpSpPr/>
          <p:nvPr/>
        </p:nvGrpSpPr>
        <p:grpSpPr>
          <a:xfrm>
            <a:off x="420299" y="1935411"/>
            <a:ext cx="1902460" cy="410845"/>
            <a:chOff x="420299" y="1935411"/>
            <a:chExt cx="1902460" cy="410845"/>
          </a:xfrm>
        </p:grpSpPr>
        <p:sp>
          <p:nvSpPr>
            <p:cNvPr id="161" name="object 161"/>
            <p:cNvSpPr/>
            <p:nvPr/>
          </p:nvSpPr>
          <p:spPr>
            <a:xfrm>
              <a:off x="437175" y="2234852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420299" y="223485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3" name="object 163"/>
            <p:cNvSpPr/>
            <p:nvPr/>
          </p:nvSpPr>
          <p:spPr>
            <a:xfrm>
              <a:off x="420299" y="223485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4" name="object 164"/>
            <p:cNvSpPr/>
            <p:nvPr/>
          </p:nvSpPr>
          <p:spPr>
            <a:xfrm>
              <a:off x="437175" y="2082535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5" name="object 165"/>
            <p:cNvSpPr/>
            <p:nvPr/>
          </p:nvSpPr>
          <p:spPr>
            <a:xfrm>
              <a:off x="420299" y="208253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6" name="object 166"/>
            <p:cNvSpPr/>
            <p:nvPr/>
          </p:nvSpPr>
          <p:spPr>
            <a:xfrm>
              <a:off x="420299" y="208253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522787" y="1955831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0"/>
                  </a:moveTo>
                  <a:lnTo>
                    <a:pt x="1142" y="2837"/>
                  </a:lnTo>
                  <a:lnTo>
                    <a:pt x="3426" y="16849"/>
                  </a:lnTo>
                  <a:lnTo>
                    <a:pt x="14849" y="96820"/>
                  </a:lnTo>
                  <a:lnTo>
                    <a:pt x="22844" y="143444"/>
                  </a:lnTo>
                  <a:lnTo>
                    <a:pt x="30840" y="183008"/>
                  </a:lnTo>
                  <a:lnTo>
                    <a:pt x="46832" y="244836"/>
                  </a:lnTo>
                  <a:lnTo>
                    <a:pt x="61681" y="286093"/>
                  </a:lnTo>
                  <a:lnTo>
                    <a:pt x="85668" y="329486"/>
                  </a:lnTo>
                  <a:lnTo>
                    <a:pt x="117651" y="358576"/>
                  </a:lnTo>
                  <a:lnTo>
                    <a:pt x="154203" y="369334"/>
                  </a:lnTo>
                  <a:lnTo>
                    <a:pt x="165625" y="369821"/>
                  </a:lnTo>
                  <a:lnTo>
                    <a:pt x="178190" y="369319"/>
                  </a:lnTo>
                  <a:lnTo>
                    <a:pt x="234160" y="359280"/>
                  </a:lnTo>
                  <a:lnTo>
                    <a:pt x="352953" y="327721"/>
                  </a:lnTo>
                  <a:lnTo>
                    <a:pt x="391790" y="318688"/>
                  </a:lnTo>
                  <a:lnTo>
                    <a:pt x="463751" y="305268"/>
                  </a:lnTo>
                  <a:lnTo>
                    <a:pt x="535713" y="296263"/>
                  </a:lnTo>
                  <a:lnTo>
                    <a:pt x="613385" y="290951"/>
                  </a:lnTo>
                  <a:lnTo>
                    <a:pt x="656791" y="289624"/>
                  </a:lnTo>
                  <a:lnTo>
                    <a:pt x="704765" y="289240"/>
                  </a:lnTo>
                  <a:lnTo>
                    <a:pt x="760735" y="289896"/>
                  </a:lnTo>
                  <a:lnTo>
                    <a:pt x="831554" y="291874"/>
                  </a:lnTo>
                  <a:lnTo>
                    <a:pt x="952632" y="296544"/>
                  </a:lnTo>
                  <a:lnTo>
                    <a:pt x="1091986" y="301576"/>
                  </a:lnTo>
                  <a:lnTo>
                    <a:pt x="1194788" y="304177"/>
                  </a:lnTo>
                  <a:lnTo>
                    <a:pt x="1298732" y="305717"/>
                  </a:lnTo>
                  <a:lnTo>
                    <a:pt x="1417526" y="306371"/>
                  </a:lnTo>
                  <a:lnTo>
                    <a:pt x="1580867" y="306101"/>
                  </a:lnTo>
                  <a:lnTo>
                    <a:pt x="1712225" y="305520"/>
                  </a:lnTo>
                </a:path>
              </a:pathLst>
            </a:custGeom>
            <a:ln w="723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437175" y="1937340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9" name="object 169"/>
          <p:cNvSpPr txBox="1"/>
          <p:nvPr/>
        </p:nvSpPr>
        <p:spPr>
          <a:xfrm>
            <a:off x="283358" y="2186262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3.15</a:t>
            </a:r>
            <a:endParaRPr sz="400">
              <a:latin typeface="Arial"/>
              <a:cs typeface="Arial"/>
            </a:endParaRPr>
          </a:p>
        </p:txBody>
      </p:sp>
      <p:sp>
        <p:nvSpPr>
          <p:cNvPr id="170" name="object 170"/>
          <p:cNvSpPr txBox="1"/>
          <p:nvPr/>
        </p:nvSpPr>
        <p:spPr>
          <a:xfrm>
            <a:off x="283358" y="2033945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3.20</a:t>
            </a:r>
            <a:endParaRPr sz="400">
              <a:latin typeface="Arial"/>
              <a:cs typeface="Arial"/>
            </a:endParaRPr>
          </a:p>
        </p:txBody>
      </p:sp>
      <p:sp>
        <p:nvSpPr>
          <p:cNvPr id="171" name="object 171"/>
          <p:cNvSpPr txBox="1"/>
          <p:nvPr/>
        </p:nvSpPr>
        <p:spPr>
          <a:xfrm>
            <a:off x="215821" y="2047587"/>
            <a:ext cx="72390" cy="143510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470"/>
              </a:lnSpc>
            </a:pPr>
            <a:r>
              <a:rPr sz="400" spc="-10" dirty="0">
                <a:latin typeface="Arial"/>
                <a:cs typeface="Arial"/>
              </a:rPr>
              <a:t>(rad)</a:t>
            </a:r>
            <a:endParaRPr sz="400">
              <a:latin typeface="Arial"/>
              <a:cs typeface="Arial"/>
            </a:endParaRPr>
          </a:p>
        </p:txBody>
      </p:sp>
      <p:sp>
        <p:nvSpPr>
          <p:cNvPr id="172" name="object 172"/>
          <p:cNvSpPr/>
          <p:nvPr/>
        </p:nvSpPr>
        <p:spPr>
          <a:xfrm>
            <a:off x="228135" y="2194699"/>
            <a:ext cx="38100" cy="26670"/>
          </a:xfrm>
          <a:custGeom>
            <a:avLst/>
            <a:gdLst/>
            <a:ahLst/>
            <a:cxnLst/>
            <a:rect l="l" t="t" r="r" b="b"/>
            <a:pathLst>
              <a:path w="38100" h="26669">
                <a:moveTo>
                  <a:pt x="0" y="5834"/>
                </a:moveTo>
                <a:lnTo>
                  <a:pt x="0" y="13404"/>
                </a:lnTo>
                <a:lnTo>
                  <a:pt x="1687" y="16683"/>
                </a:lnTo>
                <a:lnTo>
                  <a:pt x="8341" y="22277"/>
                </a:lnTo>
                <a:lnTo>
                  <a:pt x="12922" y="24206"/>
                </a:lnTo>
                <a:lnTo>
                  <a:pt x="24688" y="26520"/>
                </a:lnTo>
                <a:lnTo>
                  <a:pt x="28160" y="26374"/>
                </a:lnTo>
                <a:lnTo>
                  <a:pt x="29269" y="26327"/>
                </a:lnTo>
                <a:lnTo>
                  <a:pt x="35875" y="23338"/>
                </a:lnTo>
                <a:lnTo>
                  <a:pt x="37514" y="20686"/>
                </a:lnTo>
                <a:lnTo>
                  <a:pt x="37514" y="13163"/>
                </a:lnTo>
                <a:lnTo>
                  <a:pt x="35875" y="9836"/>
                </a:lnTo>
                <a:lnTo>
                  <a:pt x="33994" y="8255"/>
                </a:lnTo>
                <a:lnTo>
                  <a:pt x="33994" y="18564"/>
                </a:lnTo>
                <a:lnTo>
                  <a:pt x="32789" y="20155"/>
                </a:lnTo>
                <a:lnTo>
                  <a:pt x="28352" y="21698"/>
                </a:lnTo>
                <a:lnTo>
                  <a:pt x="24688" y="21650"/>
                </a:lnTo>
                <a:lnTo>
                  <a:pt x="20300" y="21023"/>
                </a:lnTo>
                <a:lnTo>
                  <a:pt x="20300" y="1451"/>
                </a:lnTo>
                <a:lnTo>
                  <a:pt x="16298" y="664"/>
                </a:lnTo>
                <a:lnTo>
                  <a:pt x="16298" y="20203"/>
                </a:lnTo>
                <a:lnTo>
                  <a:pt x="12247" y="19143"/>
                </a:lnTo>
                <a:lnTo>
                  <a:pt x="9209" y="17937"/>
                </a:lnTo>
                <a:lnTo>
                  <a:pt x="4821" y="14803"/>
                </a:lnTo>
                <a:lnTo>
                  <a:pt x="3568" y="12681"/>
                </a:lnTo>
                <a:lnTo>
                  <a:pt x="3568" y="2358"/>
                </a:lnTo>
                <a:lnTo>
                  <a:pt x="1687" y="3230"/>
                </a:lnTo>
                <a:lnTo>
                  <a:pt x="0" y="5834"/>
                </a:lnTo>
                <a:close/>
              </a:path>
              <a:path w="38100" h="26669">
                <a:moveTo>
                  <a:pt x="20300" y="1451"/>
                </a:moveTo>
                <a:lnTo>
                  <a:pt x="20300" y="6075"/>
                </a:lnTo>
                <a:lnTo>
                  <a:pt x="24688" y="7102"/>
                </a:lnTo>
                <a:lnTo>
                  <a:pt x="25025" y="7211"/>
                </a:lnTo>
                <a:lnTo>
                  <a:pt x="28160" y="8438"/>
                </a:lnTo>
                <a:lnTo>
                  <a:pt x="30329" y="9981"/>
                </a:lnTo>
                <a:lnTo>
                  <a:pt x="32789" y="11813"/>
                </a:lnTo>
                <a:lnTo>
                  <a:pt x="33994" y="13887"/>
                </a:lnTo>
                <a:lnTo>
                  <a:pt x="33994" y="8255"/>
                </a:lnTo>
                <a:lnTo>
                  <a:pt x="29269" y="4243"/>
                </a:lnTo>
                <a:lnTo>
                  <a:pt x="25025" y="2456"/>
                </a:lnTo>
                <a:lnTo>
                  <a:pt x="24832" y="2375"/>
                </a:lnTo>
                <a:lnTo>
                  <a:pt x="24688" y="2314"/>
                </a:lnTo>
                <a:lnTo>
                  <a:pt x="20300" y="1451"/>
                </a:lnTo>
                <a:close/>
              </a:path>
              <a:path w="38100" h="26669">
                <a:moveTo>
                  <a:pt x="3568" y="2358"/>
                </a:moveTo>
                <a:lnTo>
                  <a:pt x="3568" y="8004"/>
                </a:lnTo>
                <a:lnTo>
                  <a:pt x="4821" y="6413"/>
                </a:lnTo>
                <a:lnTo>
                  <a:pt x="7281" y="5545"/>
                </a:lnTo>
                <a:lnTo>
                  <a:pt x="8872" y="5014"/>
                </a:lnTo>
                <a:lnTo>
                  <a:pt x="12922" y="5058"/>
                </a:lnTo>
                <a:lnTo>
                  <a:pt x="16298" y="5352"/>
                </a:lnTo>
                <a:lnTo>
                  <a:pt x="16298" y="664"/>
                </a:lnTo>
                <a:lnTo>
                  <a:pt x="12922" y="0"/>
                </a:lnTo>
                <a:lnTo>
                  <a:pt x="11861" y="44"/>
                </a:lnTo>
                <a:lnTo>
                  <a:pt x="8872" y="170"/>
                </a:lnTo>
                <a:lnTo>
                  <a:pt x="8341" y="192"/>
                </a:lnTo>
                <a:lnTo>
                  <a:pt x="5014" y="1687"/>
                </a:lnTo>
                <a:lnTo>
                  <a:pt x="3568" y="23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73" name="object 173"/>
          <p:cNvGrpSpPr/>
          <p:nvPr/>
        </p:nvGrpSpPr>
        <p:grpSpPr>
          <a:xfrm>
            <a:off x="520564" y="2423282"/>
            <a:ext cx="4445" cy="428625"/>
            <a:chOff x="520564" y="2423282"/>
            <a:chExt cx="4445" cy="428625"/>
          </a:xfrm>
        </p:grpSpPr>
        <p:sp>
          <p:nvSpPr>
            <p:cNvPr id="174" name="object 174"/>
            <p:cNvSpPr/>
            <p:nvPr/>
          </p:nvSpPr>
          <p:spPr>
            <a:xfrm>
              <a:off x="522787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522787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522787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7" name="object 177"/>
          <p:cNvSpPr txBox="1"/>
          <p:nvPr/>
        </p:nvSpPr>
        <p:spPr>
          <a:xfrm>
            <a:off x="494754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78" name="object 178"/>
          <p:cNvGrpSpPr/>
          <p:nvPr/>
        </p:nvGrpSpPr>
        <p:grpSpPr>
          <a:xfrm>
            <a:off x="749013" y="2423282"/>
            <a:ext cx="4445" cy="428625"/>
            <a:chOff x="749013" y="2423282"/>
            <a:chExt cx="4445" cy="428625"/>
          </a:xfrm>
        </p:grpSpPr>
        <p:sp>
          <p:nvSpPr>
            <p:cNvPr id="179" name="object 179"/>
            <p:cNvSpPr/>
            <p:nvPr/>
          </p:nvSpPr>
          <p:spPr>
            <a:xfrm>
              <a:off x="751236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0" name="object 180"/>
            <p:cNvSpPr/>
            <p:nvPr/>
          </p:nvSpPr>
          <p:spPr>
            <a:xfrm>
              <a:off x="75123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1" name="object 181"/>
            <p:cNvSpPr/>
            <p:nvPr/>
          </p:nvSpPr>
          <p:spPr>
            <a:xfrm>
              <a:off x="75123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2" name="object 182"/>
          <p:cNvSpPr txBox="1"/>
          <p:nvPr/>
        </p:nvSpPr>
        <p:spPr>
          <a:xfrm>
            <a:off x="723203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83" name="object 183"/>
          <p:cNvGrpSpPr/>
          <p:nvPr/>
        </p:nvGrpSpPr>
        <p:grpSpPr>
          <a:xfrm>
            <a:off x="977462" y="2423282"/>
            <a:ext cx="4445" cy="428625"/>
            <a:chOff x="977462" y="2423282"/>
            <a:chExt cx="4445" cy="428625"/>
          </a:xfrm>
        </p:grpSpPr>
        <p:sp>
          <p:nvSpPr>
            <p:cNvPr id="184" name="object 184"/>
            <p:cNvSpPr/>
            <p:nvPr/>
          </p:nvSpPr>
          <p:spPr>
            <a:xfrm>
              <a:off x="979685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979685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979685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7" name="object 187"/>
          <p:cNvSpPr txBox="1"/>
          <p:nvPr/>
        </p:nvSpPr>
        <p:spPr>
          <a:xfrm>
            <a:off x="951652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88" name="object 188"/>
          <p:cNvGrpSpPr/>
          <p:nvPr/>
        </p:nvGrpSpPr>
        <p:grpSpPr>
          <a:xfrm>
            <a:off x="1205911" y="2423282"/>
            <a:ext cx="4445" cy="428625"/>
            <a:chOff x="1205911" y="2423282"/>
            <a:chExt cx="4445" cy="428625"/>
          </a:xfrm>
        </p:grpSpPr>
        <p:sp>
          <p:nvSpPr>
            <p:cNvPr id="189" name="object 189"/>
            <p:cNvSpPr/>
            <p:nvPr/>
          </p:nvSpPr>
          <p:spPr>
            <a:xfrm>
              <a:off x="1208134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120813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120813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2" name="object 192"/>
          <p:cNvSpPr txBox="1"/>
          <p:nvPr/>
        </p:nvSpPr>
        <p:spPr>
          <a:xfrm>
            <a:off x="1180101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93" name="object 193"/>
          <p:cNvGrpSpPr/>
          <p:nvPr/>
        </p:nvGrpSpPr>
        <p:grpSpPr>
          <a:xfrm>
            <a:off x="1434360" y="2423282"/>
            <a:ext cx="233045" cy="428625"/>
            <a:chOff x="1434360" y="2423282"/>
            <a:chExt cx="233045" cy="428625"/>
          </a:xfrm>
        </p:grpSpPr>
        <p:sp>
          <p:nvSpPr>
            <p:cNvPr id="194" name="object 194"/>
            <p:cNvSpPr/>
            <p:nvPr/>
          </p:nvSpPr>
          <p:spPr>
            <a:xfrm>
              <a:off x="1436583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1436583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1436583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7" name="object 197"/>
            <p:cNvSpPr/>
            <p:nvPr/>
          </p:nvSpPr>
          <p:spPr>
            <a:xfrm>
              <a:off x="1665032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8" name="object 198"/>
            <p:cNvSpPr/>
            <p:nvPr/>
          </p:nvSpPr>
          <p:spPr>
            <a:xfrm>
              <a:off x="1665032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9" name="object 199"/>
            <p:cNvSpPr/>
            <p:nvPr/>
          </p:nvSpPr>
          <p:spPr>
            <a:xfrm>
              <a:off x="1665032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0" name="object 200"/>
          <p:cNvSpPr txBox="1"/>
          <p:nvPr/>
        </p:nvSpPr>
        <p:spPr>
          <a:xfrm>
            <a:off x="1621667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01" name="object 201"/>
          <p:cNvGrpSpPr/>
          <p:nvPr/>
        </p:nvGrpSpPr>
        <p:grpSpPr>
          <a:xfrm>
            <a:off x="1891258" y="2423282"/>
            <a:ext cx="4445" cy="428625"/>
            <a:chOff x="1891258" y="2423282"/>
            <a:chExt cx="4445" cy="428625"/>
          </a:xfrm>
        </p:grpSpPr>
        <p:sp>
          <p:nvSpPr>
            <p:cNvPr id="202" name="object 202"/>
            <p:cNvSpPr/>
            <p:nvPr/>
          </p:nvSpPr>
          <p:spPr>
            <a:xfrm>
              <a:off x="1893481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3" name="object 203"/>
            <p:cNvSpPr/>
            <p:nvPr/>
          </p:nvSpPr>
          <p:spPr>
            <a:xfrm>
              <a:off x="1893481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4" name="object 204"/>
            <p:cNvSpPr/>
            <p:nvPr/>
          </p:nvSpPr>
          <p:spPr>
            <a:xfrm>
              <a:off x="1893481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5" name="object 205"/>
          <p:cNvSpPr txBox="1"/>
          <p:nvPr/>
        </p:nvSpPr>
        <p:spPr>
          <a:xfrm>
            <a:off x="1850116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06" name="object 206"/>
          <p:cNvGrpSpPr/>
          <p:nvPr/>
        </p:nvGrpSpPr>
        <p:grpSpPr>
          <a:xfrm>
            <a:off x="2119708" y="2423282"/>
            <a:ext cx="4445" cy="428625"/>
            <a:chOff x="2119708" y="2423282"/>
            <a:chExt cx="4445" cy="428625"/>
          </a:xfrm>
        </p:grpSpPr>
        <p:sp>
          <p:nvSpPr>
            <p:cNvPr id="207" name="object 207"/>
            <p:cNvSpPr/>
            <p:nvPr/>
          </p:nvSpPr>
          <p:spPr>
            <a:xfrm>
              <a:off x="2121930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2121930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2121930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0" name="object 210"/>
          <p:cNvSpPr txBox="1"/>
          <p:nvPr/>
        </p:nvSpPr>
        <p:spPr>
          <a:xfrm>
            <a:off x="2078565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211" name="object 211"/>
          <p:cNvSpPr txBox="1"/>
          <p:nvPr/>
        </p:nvSpPr>
        <p:spPr>
          <a:xfrm>
            <a:off x="1244483" y="2835779"/>
            <a:ext cx="268605" cy="156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3340" algn="r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0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12" name="object 212"/>
          <p:cNvGrpSpPr/>
          <p:nvPr/>
        </p:nvGrpSpPr>
        <p:grpSpPr>
          <a:xfrm>
            <a:off x="420299" y="2423575"/>
            <a:ext cx="1902460" cy="410845"/>
            <a:chOff x="420299" y="2423575"/>
            <a:chExt cx="1902460" cy="410845"/>
          </a:xfrm>
        </p:grpSpPr>
        <p:sp>
          <p:nvSpPr>
            <p:cNvPr id="213" name="object 213"/>
            <p:cNvSpPr/>
            <p:nvPr/>
          </p:nvSpPr>
          <p:spPr>
            <a:xfrm>
              <a:off x="437175" y="2713449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420299" y="271344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5" name="object 215"/>
            <p:cNvSpPr/>
            <p:nvPr/>
          </p:nvSpPr>
          <p:spPr>
            <a:xfrm>
              <a:off x="420299" y="271344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6" name="object 216"/>
            <p:cNvSpPr/>
            <p:nvPr/>
          </p:nvSpPr>
          <p:spPr>
            <a:xfrm>
              <a:off x="437175" y="2585339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7" name="object 217"/>
            <p:cNvSpPr/>
            <p:nvPr/>
          </p:nvSpPr>
          <p:spPr>
            <a:xfrm>
              <a:off x="420299" y="258533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420299" y="258533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437175" y="2457228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0" name="object 220"/>
            <p:cNvSpPr/>
            <p:nvPr/>
          </p:nvSpPr>
          <p:spPr>
            <a:xfrm>
              <a:off x="420299" y="245722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1" name="object 221"/>
            <p:cNvSpPr/>
            <p:nvPr/>
          </p:nvSpPr>
          <p:spPr>
            <a:xfrm>
              <a:off x="420299" y="245722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2" name="object 222"/>
            <p:cNvSpPr/>
            <p:nvPr/>
          </p:nvSpPr>
          <p:spPr>
            <a:xfrm>
              <a:off x="522787" y="2444107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13120"/>
                  </a:moveTo>
                  <a:lnTo>
                    <a:pt x="1142" y="223845"/>
                  </a:lnTo>
                  <a:lnTo>
                    <a:pt x="2284" y="316659"/>
                  </a:lnTo>
                  <a:lnTo>
                    <a:pt x="3426" y="354958"/>
                  </a:lnTo>
                  <a:lnTo>
                    <a:pt x="5711" y="369709"/>
                  </a:lnTo>
                  <a:lnTo>
                    <a:pt x="6853" y="366063"/>
                  </a:lnTo>
                  <a:lnTo>
                    <a:pt x="10280" y="345794"/>
                  </a:lnTo>
                  <a:lnTo>
                    <a:pt x="19418" y="289683"/>
                  </a:lnTo>
                  <a:lnTo>
                    <a:pt x="27413" y="247775"/>
                  </a:lnTo>
                  <a:lnTo>
                    <a:pt x="43405" y="181016"/>
                  </a:lnTo>
                  <a:lnTo>
                    <a:pt x="59396" y="131893"/>
                  </a:lnTo>
                  <a:lnTo>
                    <a:pt x="75388" y="95733"/>
                  </a:lnTo>
                  <a:lnTo>
                    <a:pt x="99375" y="58576"/>
                  </a:lnTo>
                  <a:lnTo>
                    <a:pt x="137069" y="25920"/>
                  </a:lnTo>
                  <a:lnTo>
                    <a:pt x="185043" y="7810"/>
                  </a:lnTo>
                  <a:lnTo>
                    <a:pt x="241013" y="899"/>
                  </a:lnTo>
                  <a:lnTo>
                    <a:pt x="301552" y="0"/>
                  </a:lnTo>
                  <a:lnTo>
                    <a:pt x="349527" y="1140"/>
                  </a:lnTo>
                  <a:lnTo>
                    <a:pt x="434053" y="4420"/>
                  </a:lnTo>
                  <a:lnTo>
                    <a:pt x="584829" y="10195"/>
                  </a:lnTo>
                  <a:lnTo>
                    <a:pt x="683062" y="12794"/>
                  </a:lnTo>
                  <a:lnTo>
                    <a:pt x="783580" y="14356"/>
                  </a:lnTo>
                  <a:lnTo>
                    <a:pt x="897804" y="15021"/>
                  </a:lnTo>
                  <a:lnTo>
                    <a:pt x="1053150" y="14759"/>
                  </a:lnTo>
                  <a:lnTo>
                    <a:pt x="1633410" y="12906"/>
                  </a:lnTo>
                  <a:lnTo>
                    <a:pt x="1712225" y="12902"/>
                  </a:lnTo>
                </a:path>
              </a:pathLst>
            </a:custGeom>
            <a:ln w="7232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3" name="object 223"/>
            <p:cNvSpPr/>
            <p:nvPr/>
          </p:nvSpPr>
          <p:spPr>
            <a:xfrm>
              <a:off x="437175" y="2425504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4" name="object 224"/>
          <p:cNvSpPr txBox="1"/>
          <p:nvPr/>
        </p:nvSpPr>
        <p:spPr>
          <a:xfrm>
            <a:off x="314042" y="2664859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0.2</a:t>
            </a:r>
            <a:endParaRPr sz="400">
              <a:latin typeface="Arial"/>
              <a:cs typeface="Arial"/>
            </a:endParaRPr>
          </a:p>
        </p:txBody>
      </p:sp>
      <p:sp>
        <p:nvSpPr>
          <p:cNvPr id="225" name="object 225"/>
          <p:cNvSpPr/>
          <p:nvPr/>
        </p:nvSpPr>
        <p:spPr>
          <a:xfrm>
            <a:off x="203949" y="2704566"/>
            <a:ext cx="118110" cy="26670"/>
          </a:xfrm>
          <a:custGeom>
            <a:avLst/>
            <a:gdLst/>
            <a:ahLst/>
            <a:cxnLst/>
            <a:rect l="l" t="t" r="r" b="b"/>
            <a:pathLst>
              <a:path w="118110" h="26669">
                <a:moveTo>
                  <a:pt x="5499" y="7124"/>
                </a:moveTo>
                <a:lnTo>
                  <a:pt x="0" y="7124"/>
                </a:lnTo>
                <a:lnTo>
                  <a:pt x="0" y="11468"/>
                </a:lnTo>
                <a:lnTo>
                  <a:pt x="5499" y="11468"/>
                </a:lnTo>
                <a:lnTo>
                  <a:pt x="5499" y="7124"/>
                </a:lnTo>
                <a:close/>
              </a:path>
              <a:path w="118110" h="26669">
                <a:moveTo>
                  <a:pt x="53174" y="13169"/>
                </a:moveTo>
                <a:lnTo>
                  <a:pt x="51536" y="9842"/>
                </a:lnTo>
                <a:lnTo>
                  <a:pt x="49657" y="8255"/>
                </a:lnTo>
                <a:lnTo>
                  <a:pt x="49657" y="13893"/>
                </a:lnTo>
                <a:lnTo>
                  <a:pt x="49657" y="18567"/>
                </a:lnTo>
                <a:lnTo>
                  <a:pt x="48450" y="20154"/>
                </a:lnTo>
                <a:lnTo>
                  <a:pt x="44018" y="21704"/>
                </a:lnTo>
                <a:lnTo>
                  <a:pt x="40360" y="21653"/>
                </a:lnTo>
                <a:lnTo>
                  <a:pt x="35966" y="21031"/>
                </a:lnTo>
                <a:lnTo>
                  <a:pt x="35966" y="6083"/>
                </a:lnTo>
                <a:lnTo>
                  <a:pt x="49657" y="13893"/>
                </a:lnTo>
                <a:lnTo>
                  <a:pt x="49657" y="8255"/>
                </a:lnTo>
                <a:lnTo>
                  <a:pt x="44932" y="4241"/>
                </a:lnTo>
                <a:lnTo>
                  <a:pt x="40690" y="2463"/>
                </a:lnTo>
                <a:lnTo>
                  <a:pt x="40500" y="2374"/>
                </a:lnTo>
                <a:lnTo>
                  <a:pt x="40360" y="2311"/>
                </a:lnTo>
                <a:lnTo>
                  <a:pt x="35966" y="1447"/>
                </a:lnTo>
                <a:lnTo>
                  <a:pt x="31965" y="660"/>
                </a:lnTo>
                <a:lnTo>
                  <a:pt x="31965" y="5359"/>
                </a:lnTo>
                <a:lnTo>
                  <a:pt x="31965" y="20205"/>
                </a:lnTo>
                <a:lnTo>
                  <a:pt x="27914" y="19151"/>
                </a:lnTo>
                <a:lnTo>
                  <a:pt x="24879" y="17945"/>
                </a:lnTo>
                <a:lnTo>
                  <a:pt x="20485" y="14808"/>
                </a:lnTo>
                <a:lnTo>
                  <a:pt x="19240" y="12687"/>
                </a:lnTo>
                <a:lnTo>
                  <a:pt x="19240" y="8001"/>
                </a:lnTo>
                <a:lnTo>
                  <a:pt x="20485" y="6413"/>
                </a:lnTo>
                <a:lnTo>
                  <a:pt x="22948" y="5549"/>
                </a:lnTo>
                <a:lnTo>
                  <a:pt x="24536" y="5016"/>
                </a:lnTo>
                <a:lnTo>
                  <a:pt x="28587" y="5067"/>
                </a:lnTo>
                <a:lnTo>
                  <a:pt x="31965" y="5359"/>
                </a:lnTo>
                <a:lnTo>
                  <a:pt x="31965" y="660"/>
                </a:lnTo>
                <a:lnTo>
                  <a:pt x="28587" y="0"/>
                </a:lnTo>
                <a:lnTo>
                  <a:pt x="27533" y="50"/>
                </a:lnTo>
                <a:lnTo>
                  <a:pt x="24536" y="177"/>
                </a:lnTo>
                <a:lnTo>
                  <a:pt x="24003" y="190"/>
                </a:lnTo>
                <a:lnTo>
                  <a:pt x="20675" y="1689"/>
                </a:lnTo>
                <a:lnTo>
                  <a:pt x="19240" y="2362"/>
                </a:lnTo>
                <a:lnTo>
                  <a:pt x="17348" y="3238"/>
                </a:lnTo>
                <a:lnTo>
                  <a:pt x="15671" y="5842"/>
                </a:lnTo>
                <a:lnTo>
                  <a:pt x="15671" y="13411"/>
                </a:lnTo>
                <a:lnTo>
                  <a:pt x="17348" y="16687"/>
                </a:lnTo>
                <a:lnTo>
                  <a:pt x="24003" y="22275"/>
                </a:lnTo>
                <a:lnTo>
                  <a:pt x="28587" y="24206"/>
                </a:lnTo>
                <a:lnTo>
                  <a:pt x="40360" y="26517"/>
                </a:lnTo>
                <a:lnTo>
                  <a:pt x="43827" y="26377"/>
                </a:lnTo>
                <a:lnTo>
                  <a:pt x="44932" y="26327"/>
                </a:lnTo>
                <a:lnTo>
                  <a:pt x="51536" y="23342"/>
                </a:lnTo>
                <a:lnTo>
                  <a:pt x="53174" y="20688"/>
                </a:lnTo>
                <a:lnTo>
                  <a:pt x="53174" y="13169"/>
                </a:lnTo>
                <a:close/>
              </a:path>
              <a:path w="118110" h="26669">
                <a:moveTo>
                  <a:pt x="117678" y="10083"/>
                </a:moveTo>
                <a:lnTo>
                  <a:pt x="87490" y="10083"/>
                </a:lnTo>
                <a:lnTo>
                  <a:pt x="87490" y="14084"/>
                </a:lnTo>
                <a:lnTo>
                  <a:pt x="117678" y="14084"/>
                </a:lnTo>
                <a:lnTo>
                  <a:pt x="117678" y="100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 txBox="1"/>
          <p:nvPr/>
        </p:nvSpPr>
        <p:spPr>
          <a:xfrm>
            <a:off x="314042" y="2536749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0.1</a:t>
            </a:r>
            <a:endParaRPr sz="400">
              <a:latin typeface="Arial"/>
              <a:cs typeface="Arial"/>
            </a:endParaRPr>
          </a:p>
        </p:txBody>
      </p:sp>
      <p:sp>
        <p:nvSpPr>
          <p:cNvPr id="227" name="object 227"/>
          <p:cNvSpPr/>
          <p:nvPr/>
        </p:nvSpPr>
        <p:spPr>
          <a:xfrm>
            <a:off x="291450" y="2586529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79" h="4444">
                <a:moveTo>
                  <a:pt x="30185" y="0"/>
                </a:moveTo>
                <a:lnTo>
                  <a:pt x="0" y="0"/>
                </a:lnTo>
                <a:lnTo>
                  <a:pt x="0" y="4002"/>
                </a:lnTo>
                <a:lnTo>
                  <a:pt x="30185" y="4002"/>
                </a:lnTo>
                <a:lnTo>
                  <a:pt x="3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 txBox="1"/>
          <p:nvPr/>
        </p:nvSpPr>
        <p:spPr>
          <a:xfrm>
            <a:off x="314023" y="2408638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0.0</a:t>
            </a:r>
            <a:endParaRPr sz="400">
              <a:latin typeface="Arial"/>
              <a:cs typeface="Arial"/>
            </a:endParaRPr>
          </a:p>
        </p:txBody>
      </p:sp>
      <p:sp>
        <p:nvSpPr>
          <p:cNvPr id="229" name="object 229"/>
          <p:cNvSpPr txBox="1"/>
          <p:nvPr/>
        </p:nvSpPr>
        <p:spPr>
          <a:xfrm>
            <a:off x="207307" y="2516082"/>
            <a:ext cx="72390" cy="18478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470"/>
              </a:lnSpc>
            </a:pPr>
            <a:r>
              <a:rPr sz="400" spc="-10" dirty="0">
                <a:latin typeface="Arial"/>
                <a:cs typeface="Arial"/>
              </a:rPr>
              <a:t>(rad/s)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30" name="object 230"/>
          <p:cNvGrpSpPr/>
          <p:nvPr/>
        </p:nvGrpSpPr>
        <p:grpSpPr>
          <a:xfrm>
            <a:off x="2690235" y="958788"/>
            <a:ext cx="4445" cy="428625"/>
            <a:chOff x="2690235" y="958788"/>
            <a:chExt cx="4445" cy="428625"/>
          </a:xfrm>
        </p:grpSpPr>
        <p:sp>
          <p:nvSpPr>
            <p:cNvPr id="231" name="object 231"/>
            <p:cNvSpPr/>
            <p:nvPr/>
          </p:nvSpPr>
          <p:spPr>
            <a:xfrm>
              <a:off x="2692457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2692457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2692457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4" name="object 234"/>
          <p:cNvSpPr txBox="1"/>
          <p:nvPr/>
        </p:nvSpPr>
        <p:spPr>
          <a:xfrm>
            <a:off x="2664425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35" name="object 235"/>
          <p:cNvGrpSpPr/>
          <p:nvPr/>
        </p:nvGrpSpPr>
        <p:grpSpPr>
          <a:xfrm>
            <a:off x="2918684" y="958788"/>
            <a:ext cx="4445" cy="428625"/>
            <a:chOff x="2918684" y="958788"/>
            <a:chExt cx="4445" cy="428625"/>
          </a:xfrm>
        </p:grpSpPr>
        <p:sp>
          <p:nvSpPr>
            <p:cNvPr id="236" name="object 236"/>
            <p:cNvSpPr/>
            <p:nvPr/>
          </p:nvSpPr>
          <p:spPr>
            <a:xfrm>
              <a:off x="2920906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7" name="object 237"/>
            <p:cNvSpPr/>
            <p:nvPr/>
          </p:nvSpPr>
          <p:spPr>
            <a:xfrm>
              <a:off x="292090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8" name="object 238"/>
            <p:cNvSpPr/>
            <p:nvPr/>
          </p:nvSpPr>
          <p:spPr>
            <a:xfrm>
              <a:off x="292090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9" name="object 239"/>
          <p:cNvSpPr txBox="1"/>
          <p:nvPr/>
        </p:nvSpPr>
        <p:spPr>
          <a:xfrm>
            <a:off x="2892874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40" name="object 240"/>
          <p:cNvGrpSpPr/>
          <p:nvPr/>
        </p:nvGrpSpPr>
        <p:grpSpPr>
          <a:xfrm>
            <a:off x="3147133" y="958788"/>
            <a:ext cx="4445" cy="428625"/>
            <a:chOff x="3147133" y="958788"/>
            <a:chExt cx="4445" cy="428625"/>
          </a:xfrm>
        </p:grpSpPr>
        <p:sp>
          <p:nvSpPr>
            <p:cNvPr id="241" name="object 241"/>
            <p:cNvSpPr/>
            <p:nvPr/>
          </p:nvSpPr>
          <p:spPr>
            <a:xfrm>
              <a:off x="3149355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2" name="object 242"/>
            <p:cNvSpPr/>
            <p:nvPr/>
          </p:nvSpPr>
          <p:spPr>
            <a:xfrm>
              <a:off x="3149355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3149355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4" name="object 244"/>
          <p:cNvSpPr txBox="1"/>
          <p:nvPr/>
        </p:nvSpPr>
        <p:spPr>
          <a:xfrm>
            <a:off x="3121323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45" name="object 245"/>
          <p:cNvGrpSpPr/>
          <p:nvPr/>
        </p:nvGrpSpPr>
        <p:grpSpPr>
          <a:xfrm>
            <a:off x="3375582" y="958788"/>
            <a:ext cx="4445" cy="428625"/>
            <a:chOff x="3375582" y="958788"/>
            <a:chExt cx="4445" cy="428625"/>
          </a:xfrm>
        </p:grpSpPr>
        <p:sp>
          <p:nvSpPr>
            <p:cNvPr id="246" name="object 246"/>
            <p:cNvSpPr/>
            <p:nvPr/>
          </p:nvSpPr>
          <p:spPr>
            <a:xfrm>
              <a:off x="3377804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7" name="object 247"/>
            <p:cNvSpPr/>
            <p:nvPr/>
          </p:nvSpPr>
          <p:spPr>
            <a:xfrm>
              <a:off x="337780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337780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9" name="object 249"/>
          <p:cNvSpPr txBox="1"/>
          <p:nvPr/>
        </p:nvSpPr>
        <p:spPr>
          <a:xfrm>
            <a:off x="3349772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50" name="object 250"/>
          <p:cNvGrpSpPr/>
          <p:nvPr/>
        </p:nvGrpSpPr>
        <p:grpSpPr>
          <a:xfrm>
            <a:off x="3604031" y="958788"/>
            <a:ext cx="4445" cy="428625"/>
            <a:chOff x="3604031" y="958788"/>
            <a:chExt cx="4445" cy="428625"/>
          </a:xfrm>
        </p:grpSpPr>
        <p:sp>
          <p:nvSpPr>
            <p:cNvPr id="251" name="object 251"/>
            <p:cNvSpPr/>
            <p:nvPr/>
          </p:nvSpPr>
          <p:spPr>
            <a:xfrm>
              <a:off x="3606254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2" name="object 252"/>
            <p:cNvSpPr/>
            <p:nvPr/>
          </p:nvSpPr>
          <p:spPr>
            <a:xfrm>
              <a:off x="360625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360625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4" name="object 254"/>
          <p:cNvSpPr txBox="1"/>
          <p:nvPr/>
        </p:nvSpPr>
        <p:spPr>
          <a:xfrm>
            <a:off x="3578221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55" name="object 255"/>
          <p:cNvGrpSpPr/>
          <p:nvPr/>
        </p:nvGrpSpPr>
        <p:grpSpPr>
          <a:xfrm>
            <a:off x="3832480" y="958788"/>
            <a:ext cx="4445" cy="428625"/>
            <a:chOff x="3832480" y="958788"/>
            <a:chExt cx="4445" cy="428625"/>
          </a:xfrm>
        </p:grpSpPr>
        <p:sp>
          <p:nvSpPr>
            <p:cNvPr id="256" name="object 256"/>
            <p:cNvSpPr/>
            <p:nvPr/>
          </p:nvSpPr>
          <p:spPr>
            <a:xfrm>
              <a:off x="3834702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7" name="object 257"/>
            <p:cNvSpPr/>
            <p:nvPr/>
          </p:nvSpPr>
          <p:spPr>
            <a:xfrm>
              <a:off x="3834702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3834702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9" name="object 259"/>
          <p:cNvSpPr txBox="1"/>
          <p:nvPr/>
        </p:nvSpPr>
        <p:spPr>
          <a:xfrm>
            <a:off x="3791338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60" name="object 260"/>
          <p:cNvGrpSpPr/>
          <p:nvPr/>
        </p:nvGrpSpPr>
        <p:grpSpPr>
          <a:xfrm>
            <a:off x="4060929" y="958788"/>
            <a:ext cx="4445" cy="428625"/>
            <a:chOff x="4060929" y="958788"/>
            <a:chExt cx="4445" cy="428625"/>
          </a:xfrm>
        </p:grpSpPr>
        <p:sp>
          <p:nvSpPr>
            <p:cNvPr id="261" name="object 261"/>
            <p:cNvSpPr/>
            <p:nvPr/>
          </p:nvSpPr>
          <p:spPr>
            <a:xfrm>
              <a:off x="4063152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2" name="object 262"/>
            <p:cNvSpPr/>
            <p:nvPr/>
          </p:nvSpPr>
          <p:spPr>
            <a:xfrm>
              <a:off x="4063152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4063152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4" name="object 264"/>
          <p:cNvSpPr txBox="1"/>
          <p:nvPr/>
        </p:nvSpPr>
        <p:spPr>
          <a:xfrm>
            <a:off x="4019787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65" name="object 265"/>
          <p:cNvGrpSpPr/>
          <p:nvPr/>
        </p:nvGrpSpPr>
        <p:grpSpPr>
          <a:xfrm>
            <a:off x="4289378" y="958788"/>
            <a:ext cx="4445" cy="428625"/>
            <a:chOff x="4289378" y="958788"/>
            <a:chExt cx="4445" cy="428625"/>
          </a:xfrm>
        </p:grpSpPr>
        <p:sp>
          <p:nvSpPr>
            <p:cNvPr id="266" name="object 266"/>
            <p:cNvSpPr/>
            <p:nvPr/>
          </p:nvSpPr>
          <p:spPr>
            <a:xfrm>
              <a:off x="4291600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7" name="object 267"/>
            <p:cNvSpPr/>
            <p:nvPr/>
          </p:nvSpPr>
          <p:spPr>
            <a:xfrm>
              <a:off x="4291600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4291600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9" name="object 269"/>
          <p:cNvSpPr txBox="1"/>
          <p:nvPr/>
        </p:nvSpPr>
        <p:spPr>
          <a:xfrm>
            <a:off x="4248236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270" name="object 270"/>
          <p:cNvSpPr txBox="1"/>
          <p:nvPr/>
        </p:nvSpPr>
        <p:spPr>
          <a:xfrm>
            <a:off x="3426854" y="1467463"/>
            <a:ext cx="243204" cy="46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5"/>
              </a:lnSpc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71" name="object 271"/>
          <p:cNvGrpSpPr/>
          <p:nvPr/>
        </p:nvGrpSpPr>
        <p:grpSpPr>
          <a:xfrm>
            <a:off x="2589969" y="959082"/>
            <a:ext cx="1902460" cy="410845"/>
            <a:chOff x="2589969" y="959082"/>
            <a:chExt cx="1902460" cy="410845"/>
          </a:xfrm>
        </p:grpSpPr>
        <p:sp>
          <p:nvSpPr>
            <p:cNvPr id="272" name="object 272"/>
            <p:cNvSpPr/>
            <p:nvPr/>
          </p:nvSpPr>
          <p:spPr>
            <a:xfrm>
              <a:off x="2606846" y="1352719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2589969" y="135271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2589969" y="135271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5" name="object 275"/>
            <p:cNvSpPr/>
            <p:nvPr/>
          </p:nvSpPr>
          <p:spPr>
            <a:xfrm>
              <a:off x="2606846" y="1228313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6" name="object 276"/>
            <p:cNvSpPr/>
            <p:nvPr/>
          </p:nvSpPr>
          <p:spPr>
            <a:xfrm>
              <a:off x="2589969" y="122831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7" name="object 277"/>
            <p:cNvSpPr/>
            <p:nvPr/>
          </p:nvSpPr>
          <p:spPr>
            <a:xfrm>
              <a:off x="2589969" y="122831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2606846" y="1103908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2589969" y="110390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0" name="object 280"/>
            <p:cNvSpPr/>
            <p:nvPr/>
          </p:nvSpPr>
          <p:spPr>
            <a:xfrm>
              <a:off x="2589969" y="110390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1" name="object 281"/>
            <p:cNvSpPr/>
            <p:nvPr/>
          </p:nvSpPr>
          <p:spPr>
            <a:xfrm>
              <a:off x="2606846" y="979502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2" name="object 282"/>
            <p:cNvSpPr/>
            <p:nvPr/>
          </p:nvSpPr>
          <p:spPr>
            <a:xfrm>
              <a:off x="2589969" y="97950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3" name="object 283"/>
            <p:cNvSpPr/>
            <p:nvPr/>
          </p:nvSpPr>
          <p:spPr>
            <a:xfrm>
              <a:off x="2589969" y="97950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2692457" y="979502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0"/>
                  </a:moveTo>
                  <a:lnTo>
                    <a:pt x="1142" y="1449"/>
                  </a:lnTo>
                  <a:lnTo>
                    <a:pt x="4568" y="11915"/>
                  </a:lnTo>
                  <a:lnTo>
                    <a:pt x="18275" y="60905"/>
                  </a:lnTo>
                  <a:lnTo>
                    <a:pt x="47974" y="167314"/>
                  </a:lnTo>
                  <a:lnTo>
                    <a:pt x="61681" y="211910"/>
                  </a:lnTo>
                  <a:lnTo>
                    <a:pt x="83383" y="272503"/>
                  </a:lnTo>
                  <a:lnTo>
                    <a:pt x="101659" y="312372"/>
                  </a:lnTo>
                  <a:lnTo>
                    <a:pt x="125646" y="348371"/>
                  </a:lnTo>
                  <a:lnTo>
                    <a:pt x="159914" y="369421"/>
                  </a:lnTo>
                  <a:lnTo>
                    <a:pt x="166767" y="369805"/>
                  </a:lnTo>
                  <a:lnTo>
                    <a:pt x="173621" y="369059"/>
                  </a:lnTo>
                  <a:lnTo>
                    <a:pt x="214742" y="344800"/>
                  </a:lnTo>
                  <a:lnTo>
                    <a:pt x="252436" y="301942"/>
                  </a:lnTo>
                  <a:lnTo>
                    <a:pt x="303837" y="230569"/>
                  </a:lnTo>
                  <a:lnTo>
                    <a:pt x="334677" y="187750"/>
                  </a:lnTo>
                  <a:lnTo>
                    <a:pt x="373514" y="138749"/>
                  </a:lnTo>
                  <a:lnTo>
                    <a:pt x="406639" y="103185"/>
                  </a:lnTo>
                  <a:lnTo>
                    <a:pt x="438622" y="74912"/>
                  </a:lnTo>
                  <a:lnTo>
                    <a:pt x="470605" y="52478"/>
                  </a:lnTo>
                  <a:lnTo>
                    <a:pt x="518579" y="28547"/>
                  </a:lnTo>
                  <a:lnTo>
                    <a:pt x="573407" y="12446"/>
                  </a:lnTo>
                  <a:lnTo>
                    <a:pt x="616812" y="5636"/>
                  </a:lnTo>
                  <a:lnTo>
                    <a:pt x="673924" y="1545"/>
                  </a:lnTo>
                  <a:lnTo>
                    <a:pt x="712761" y="570"/>
                  </a:lnTo>
                  <a:lnTo>
                    <a:pt x="768731" y="345"/>
                  </a:lnTo>
                  <a:lnTo>
                    <a:pt x="1073710" y="560"/>
                  </a:lnTo>
                  <a:lnTo>
                    <a:pt x="1402677" y="14"/>
                  </a:lnTo>
                  <a:lnTo>
                    <a:pt x="1712225" y="2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2606846" y="961011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4">
                  <a:moveTo>
                    <a:pt x="0" y="406803"/>
                  </a:moveTo>
                  <a:lnTo>
                    <a:pt x="0" y="0"/>
                  </a:lnTo>
                </a:path>
                <a:path w="1884045" h="407034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4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4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6" name="object 286"/>
          <p:cNvSpPr txBox="1"/>
          <p:nvPr/>
        </p:nvSpPr>
        <p:spPr>
          <a:xfrm>
            <a:off x="2483712" y="1304129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0.6</a:t>
            </a:r>
            <a:endParaRPr sz="400">
              <a:latin typeface="Arial"/>
              <a:cs typeface="Arial"/>
            </a:endParaRPr>
          </a:p>
        </p:txBody>
      </p:sp>
      <p:sp>
        <p:nvSpPr>
          <p:cNvPr id="287" name="object 287"/>
          <p:cNvSpPr/>
          <p:nvPr/>
        </p:nvSpPr>
        <p:spPr>
          <a:xfrm>
            <a:off x="2461121" y="1353910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80" h="4444">
                <a:moveTo>
                  <a:pt x="30185" y="0"/>
                </a:moveTo>
                <a:lnTo>
                  <a:pt x="0" y="0"/>
                </a:lnTo>
                <a:lnTo>
                  <a:pt x="0" y="4002"/>
                </a:lnTo>
                <a:lnTo>
                  <a:pt x="30185" y="4002"/>
                </a:lnTo>
                <a:lnTo>
                  <a:pt x="3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 txBox="1"/>
          <p:nvPr/>
        </p:nvSpPr>
        <p:spPr>
          <a:xfrm>
            <a:off x="2483712" y="1179723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0.4</a:t>
            </a:r>
            <a:endParaRPr sz="400">
              <a:latin typeface="Arial"/>
              <a:cs typeface="Arial"/>
            </a:endParaRPr>
          </a:p>
        </p:txBody>
      </p:sp>
      <p:sp>
        <p:nvSpPr>
          <p:cNvPr id="289" name="object 289"/>
          <p:cNvSpPr/>
          <p:nvPr/>
        </p:nvSpPr>
        <p:spPr>
          <a:xfrm>
            <a:off x="2461121" y="1229504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80" h="4444">
                <a:moveTo>
                  <a:pt x="30185" y="0"/>
                </a:moveTo>
                <a:lnTo>
                  <a:pt x="0" y="0"/>
                </a:lnTo>
                <a:lnTo>
                  <a:pt x="0" y="4002"/>
                </a:lnTo>
                <a:lnTo>
                  <a:pt x="30185" y="4002"/>
                </a:lnTo>
                <a:lnTo>
                  <a:pt x="3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 txBox="1"/>
          <p:nvPr/>
        </p:nvSpPr>
        <p:spPr>
          <a:xfrm>
            <a:off x="2483712" y="1055318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0.2</a:t>
            </a:r>
            <a:endParaRPr sz="400">
              <a:latin typeface="Arial"/>
              <a:cs typeface="Arial"/>
            </a:endParaRPr>
          </a:p>
        </p:txBody>
      </p:sp>
      <p:sp>
        <p:nvSpPr>
          <p:cNvPr id="291" name="object 291"/>
          <p:cNvSpPr/>
          <p:nvPr/>
        </p:nvSpPr>
        <p:spPr>
          <a:xfrm>
            <a:off x="2461121" y="1105098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80" h="4444">
                <a:moveTo>
                  <a:pt x="30185" y="0"/>
                </a:moveTo>
                <a:lnTo>
                  <a:pt x="0" y="0"/>
                </a:lnTo>
                <a:lnTo>
                  <a:pt x="0" y="4002"/>
                </a:lnTo>
                <a:lnTo>
                  <a:pt x="30185" y="4002"/>
                </a:lnTo>
                <a:lnTo>
                  <a:pt x="3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 txBox="1"/>
          <p:nvPr/>
        </p:nvSpPr>
        <p:spPr>
          <a:xfrm>
            <a:off x="2483693" y="930912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0.0</a:t>
            </a:r>
            <a:endParaRPr sz="400">
              <a:latin typeface="Arial"/>
              <a:cs typeface="Arial"/>
            </a:endParaRPr>
          </a:p>
        </p:txBody>
      </p:sp>
      <p:sp>
        <p:nvSpPr>
          <p:cNvPr id="293" name="object 293"/>
          <p:cNvSpPr txBox="1"/>
          <p:nvPr/>
        </p:nvSpPr>
        <p:spPr>
          <a:xfrm>
            <a:off x="2385064" y="1128230"/>
            <a:ext cx="6667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1</a:t>
            </a:r>
            <a:endParaRPr sz="300">
              <a:latin typeface="Arial"/>
              <a:cs typeface="Arial"/>
            </a:endParaRPr>
          </a:p>
        </p:txBody>
      </p:sp>
      <p:sp>
        <p:nvSpPr>
          <p:cNvPr id="294" name="object 294"/>
          <p:cNvSpPr txBox="1"/>
          <p:nvPr/>
        </p:nvSpPr>
        <p:spPr>
          <a:xfrm>
            <a:off x="2881518" y="854341"/>
            <a:ext cx="1334135" cy="103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00" dirty="0">
                <a:latin typeface="Arial"/>
                <a:cs typeface="Arial"/>
              </a:rPr>
              <a:t>Derived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states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of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linearized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system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under</a:t>
            </a:r>
            <a:r>
              <a:rPr sz="500" spc="55" dirty="0">
                <a:latin typeface="Arial"/>
                <a:cs typeface="Arial"/>
              </a:rPr>
              <a:t> </a:t>
            </a:r>
            <a:r>
              <a:rPr sz="500" spc="-25" dirty="0">
                <a:latin typeface="Arial"/>
                <a:cs typeface="Arial"/>
              </a:rPr>
              <a:t>LQ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295" name="object 295"/>
          <p:cNvGrpSpPr/>
          <p:nvPr/>
        </p:nvGrpSpPr>
        <p:grpSpPr>
          <a:xfrm>
            <a:off x="2606846" y="1446953"/>
            <a:ext cx="1884045" cy="428625"/>
            <a:chOff x="2606846" y="1446953"/>
            <a:chExt cx="1884045" cy="428625"/>
          </a:xfrm>
        </p:grpSpPr>
        <p:sp>
          <p:nvSpPr>
            <p:cNvPr id="296" name="object 296"/>
            <p:cNvSpPr/>
            <p:nvPr/>
          </p:nvSpPr>
          <p:spPr>
            <a:xfrm>
              <a:off x="2606846" y="1449175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1883448" y="0"/>
                  </a:moveTo>
                  <a:lnTo>
                    <a:pt x="0" y="0"/>
                  </a:lnTo>
                  <a:lnTo>
                    <a:pt x="0" y="406803"/>
                  </a:lnTo>
                  <a:lnTo>
                    <a:pt x="1883448" y="406803"/>
                  </a:lnTo>
                  <a:lnTo>
                    <a:pt x="188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7" name="object 297"/>
            <p:cNvSpPr/>
            <p:nvPr/>
          </p:nvSpPr>
          <p:spPr>
            <a:xfrm>
              <a:off x="2692457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8" name="object 298"/>
            <p:cNvSpPr/>
            <p:nvPr/>
          </p:nvSpPr>
          <p:spPr>
            <a:xfrm>
              <a:off x="2692457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2692457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0" name="object 300"/>
          <p:cNvSpPr txBox="1"/>
          <p:nvPr/>
        </p:nvSpPr>
        <p:spPr>
          <a:xfrm>
            <a:off x="2664425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01" name="object 301"/>
          <p:cNvGrpSpPr/>
          <p:nvPr/>
        </p:nvGrpSpPr>
        <p:grpSpPr>
          <a:xfrm>
            <a:off x="2918684" y="1446953"/>
            <a:ext cx="4445" cy="428625"/>
            <a:chOff x="2918684" y="1446953"/>
            <a:chExt cx="4445" cy="428625"/>
          </a:xfrm>
        </p:grpSpPr>
        <p:sp>
          <p:nvSpPr>
            <p:cNvPr id="302" name="object 302"/>
            <p:cNvSpPr/>
            <p:nvPr/>
          </p:nvSpPr>
          <p:spPr>
            <a:xfrm>
              <a:off x="2920906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3" name="object 303"/>
            <p:cNvSpPr/>
            <p:nvPr/>
          </p:nvSpPr>
          <p:spPr>
            <a:xfrm>
              <a:off x="292090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4" name="object 304"/>
            <p:cNvSpPr/>
            <p:nvPr/>
          </p:nvSpPr>
          <p:spPr>
            <a:xfrm>
              <a:off x="292090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5" name="object 305"/>
          <p:cNvSpPr txBox="1"/>
          <p:nvPr/>
        </p:nvSpPr>
        <p:spPr>
          <a:xfrm>
            <a:off x="2892874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06" name="object 306"/>
          <p:cNvGrpSpPr/>
          <p:nvPr/>
        </p:nvGrpSpPr>
        <p:grpSpPr>
          <a:xfrm>
            <a:off x="3147133" y="1446953"/>
            <a:ext cx="4445" cy="428625"/>
            <a:chOff x="3147133" y="1446953"/>
            <a:chExt cx="4445" cy="428625"/>
          </a:xfrm>
        </p:grpSpPr>
        <p:sp>
          <p:nvSpPr>
            <p:cNvPr id="307" name="object 307"/>
            <p:cNvSpPr/>
            <p:nvPr/>
          </p:nvSpPr>
          <p:spPr>
            <a:xfrm>
              <a:off x="3149355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8" name="object 308"/>
            <p:cNvSpPr/>
            <p:nvPr/>
          </p:nvSpPr>
          <p:spPr>
            <a:xfrm>
              <a:off x="3149355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9" name="object 309"/>
            <p:cNvSpPr/>
            <p:nvPr/>
          </p:nvSpPr>
          <p:spPr>
            <a:xfrm>
              <a:off x="3149355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0" name="object 310"/>
          <p:cNvSpPr txBox="1"/>
          <p:nvPr/>
        </p:nvSpPr>
        <p:spPr>
          <a:xfrm>
            <a:off x="3121323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11" name="object 311"/>
          <p:cNvGrpSpPr/>
          <p:nvPr/>
        </p:nvGrpSpPr>
        <p:grpSpPr>
          <a:xfrm>
            <a:off x="3375582" y="1446953"/>
            <a:ext cx="4445" cy="428625"/>
            <a:chOff x="3375582" y="1446953"/>
            <a:chExt cx="4445" cy="428625"/>
          </a:xfrm>
        </p:grpSpPr>
        <p:sp>
          <p:nvSpPr>
            <p:cNvPr id="312" name="object 312"/>
            <p:cNvSpPr/>
            <p:nvPr/>
          </p:nvSpPr>
          <p:spPr>
            <a:xfrm>
              <a:off x="3377804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3" name="object 313"/>
            <p:cNvSpPr/>
            <p:nvPr/>
          </p:nvSpPr>
          <p:spPr>
            <a:xfrm>
              <a:off x="337780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4" name="object 314"/>
            <p:cNvSpPr/>
            <p:nvPr/>
          </p:nvSpPr>
          <p:spPr>
            <a:xfrm>
              <a:off x="337780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5" name="object 315"/>
          <p:cNvSpPr txBox="1"/>
          <p:nvPr/>
        </p:nvSpPr>
        <p:spPr>
          <a:xfrm>
            <a:off x="3349772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16" name="object 316"/>
          <p:cNvGrpSpPr/>
          <p:nvPr/>
        </p:nvGrpSpPr>
        <p:grpSpPr>
          <a:xfrm>
            <a:off x="3604031" y="1446953"/>
            <a:ext cx="4445" cy="428625"/>
            <a:chOff x="3604031" y="1446953"/>
            <a:chExt cx="4445" cy="428625"/>
          </a:xfrm>
        </p:grpSpPr>
        <p:sp>
          <p:nvSpPr>
            <p:cNvPr id="317" name="object 317"/>
            <p:cNvSpPr/>
            <p:nvPr/>
          </p:nvSpPr>
          <p:spPr>
            <a:xfrm>
              <a:off x="3606254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8" name="object 318"/>
            <p:cNvSpPr/>
            <p:nvPr/>
          </p:nvSpPr>
          <p:spPr>
            <a:xfrm>
              <a:off x="360625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9" name="object 319"/>
            <p:cNvSpPr/>
            <p:nvPr/>
          </p:nvSpPr>
          <p:spPr>
            <a:xfrm>
              <a:off x="360625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0" name="object 320"/>
          <p:cNvSpPr txBox="1"/>
          <p:nvPr/>
        </p:nvSpPr>
        <p:spPr>
          <a:xfrm>
            <a:off x="3578221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21" name="object 321"/>
          <p:cNvGrpSpPr/>
          <p:nvPr/>
        </p:nvGrpSpPr>
        <p:grpSpPr>
          <a:xfrm>
            <a:off x="3832480" y="1446953"/>
            <a:ext cx="4445" cy="428625"/>
            <a:chOff x="3832480" y="1446953"/>
            <a:chExt cx="4445" cy="428625"/>
          </a:xfrm>
        </p:grpSpPr>
        <p:sp>
          <p:nvSpPr>
            <p:cNvPr id="322" name="object 322"/>
            <p:cNvSpPr/>
            <p:nvPr/>
          </p:nvSpPr>
          <p:spPr>
            <a:xfrm>
              <a:off x="3834702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3" name="object 323"/>
            <p:cNvSpPr/>
            <p:nvPr/>
          </p:nvSpPr>
          <p:spPr>
            <a:xfrm>
              <a:off x="3834702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4" name="object 324"/>
            <p:cNvSpPr/>
            <p:nvPr/>
          </p:nvSpPr>
          <p:spPr>
            <a:xfrm>
              <a:off x="3834702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5" name="object 325"/>
          <p:cNvSpPr txBox="1"/>
          <p:nvPr/>
        </p:nvSpPr>
        <p:spPr>
          <a:xfrm>
            <a:off x="3791338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26" name="object 326"/>
          <p:cNvGrpSpPr/>
          <p:nvPr/>
        </p:nvGrpSpPr>
        <p:grpSpPr>
          <a:xfrm>
            <a:off x="4060929" y="1446953"/>
            <a:ext cx="4445" cy="428625"/>
            <a:chOff x="4060929" y="1446953"/>
            <a:chExt cx="4445" cy="428625"/>
          </a:xfrm>
        </p:grpSpPr>
        <p:sp>
          <p:nvSpPr>
            <p:cNvPr id="327" name="object 327"/>
            <p:cNvSpPr/>
            <p:nvPr/>
          </p:nvSpPr>
          <p:spPr>
            <a:xfrm>
              <a:off x="4063152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8" name="object 328"/>
            <p:cNvSpPr/>
            <p:nvPr/>
          </p:nvSpPr>
          <p:spPr>
            <a:xfrm>
              <a:off x="4063152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9" name="object 329"/>
            <p:cNvSpPr/>
            <p:nvPr/>
          </p:nvSpPr>
          <p:spPr>
            <a:xfrm>
              <a:off x="4063152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0" name="object 330"/>
          <p:cNvSpPr txBox="1"/>
          <p:nvPr/>
        </p:nvSpPr>
        <p:spPr>
          <a:xfrm>
            <a:off x="4019787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31" name="object 331"/>
          <p:cNvGrpSpPr/>
          <p:nvPr/>
        </p:nvGrpSpPr>
        <p:grpSpPr>
          <a:xfrm>
            <a:off x="4289378" y="1446953"/>
            <a:ext cx="4445" cy="428625"/>
            <a:chOff x="4289378" y="1446953"/>
            <a:chExt cx="4445" cy="428625"/>
          </a:xfrm>
        </p:grpSpPr>
        <p:sp>
          <p:nvSpPr>
            <p:cNvPr id="332" name="object 332"/>
            <p:cNvSpPr/>
            <p:nvPr/>
          </p:nvSpPr>
          <p:spPr>
            <a:xfrm>
              <a:off x="4291600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3" name="object 333"/>
            <p:cNvSpPr/>
            <p:nvPr/>
          </p:nvSpPr>
          <p:spPr>
            <a:xfrm>
              <a:off x="4291600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4" name="object 334"/>
            <p:cNvSpPr/>
            <p:nvPr/>
          </p:nvSpPr>
          <p:spPr>
            <a:xfrm>
              <a:off x="4291600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5" name="object 335"/>
          <p:cNvSpPr txBox="1"/>
          <p:nvPr/>
        </p:nvSpPr>
        <p:spPr>
          <a:xfrm>
            <a:off x="4248236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336" name="object 336"/>
          <p:cNvSpPr txBox="1"/>
          <p:nvPr/>
        </p:nvSpPr>
        <p:spPr>
          <a:xfrm>
            <a:off x="3426854" y="1955627"/>
            <a:ext cx="243204" cy="46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5"/>
              </a:lnSpc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37" name="object 337"/>
          <p:cNvGrpSpPr/>
          <p:nvPr/>
        </p:nvGrpSpPr>
        <p:grpSpPr>
          <a:xfrm>
            <a:off x="2589969" y="1447246"/>
            <a:ext cx="1902460" cy="410845"/>
            <a:chOff x="2589969" y="1447246"/>
            <a:chExt cx="1902460" cy="410845"/>
          </a:xfrm>
        </p:grpSpPr>
        <p:sp>
          <p:nvSpPr>
            <p:cNvPr id="338" name="object 338"/>
            <p:cNvSpPr/>
            <p:nvPr/>
          </p:nvSpPr>
          <p:spPr>
            <a:xfrm>
              <a:off x="2606846" y="1769318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9" name="object 339"/>
            <p:cNvSpPr/>
            <p:nvPr/>
          </p:nvSpPr>
          <p:spPr>
            <a:xfrm>
              <a:off x="2589969" y="176931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0" name="object 340"/>
            <p:cNvSpPr/>
            <p:nvPr/>
          </p:nvSpPr>
          <p:spPr>
            <a:xfrm>
              <a:off x="2589969" y="176931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2606846" y="1571161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2589969" y="1571161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2589969" y="1571161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2692457" y="1467699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103462"/>
                  </a:moveTo>
                  <a:lnTo>
                    <a:pt x="1142" y="261999"/>
                  </a:lnTo>
                  <a:lnTo>
                    <a:pt x="2284" y="320452"/>
                  </a:lnTo>
                  <a:lnTo>
                    <a:pt x="6853" y="358867"/>
                  </a:lnTo>
                  <a:lnTo>
                    <a:pt x="21702" y="369728"/>
                  </a:lnTo>
                  <a:lnTo>
                    <a:pt x="25129" y="369630"/>
                  </a:lnTo>
                  <a:lnTo>
                    <a:pt x="59396" y="332674"/>
                  </a:lnTo>
                  <a:lnTo>
                    <a:pt x="79957" y="290974"/>
                  </a:lnTo>
                  <a:lnTo>
                    <a:pt x="97090" y="251596"/>
                  </a:lnTo>
                  <a:lnTo>
                    <a:pt x="132500" y="169627"/>
                  </a:lnTo>
                  <a:lnTo>
                    <a:pt x="147349" y="138172"/>
                  </a:lnTo>
                  <a:lnTo>
                    <a:pt x="173621" y="89793"/>
                  </a:lnTo>
                  <a:lnTo>
                    <a:pt x="195323" y="57903"/>
                  </a:lnTo>
                  <a:lnTo>
                    <a:pt x="226164" y="25512"/>
                  </a:lnTo>
                  <a:lnTo>
                    <a:pt x="266143" y="3960"/>
                  </a:lnTo>
                  <a:lnTo>
                    <a:pt x="298126" y="0"/>
                  </a:lnTo>
                  <a:lnTo>
                    <a:pt x="309548" y="779"/>
                  </a:lnTo>
                  <a:lnTo>
                    <a:pt x="351811" y="10661"/>
                  </a:lnTo>
                  <a:lnTo>
                    <a:pt x="397501" y="28398"/>
                  </a:lnTo>
                  <a:lnTo>
                    <a:pt x="468320" y="57836"/>
                  </a:lnTo>
                  <a:lnTo>
                    <a:pt x="494592" y="67328"/>
                  </a:lnTo>
                  <a:lnTo>
                    <a:pt x="543708" y="81758"/>
                  </a:lnTo>
                  <a:lnTo>
                    <a:pt x="593967" y="91981"/>
                  </a:lnTo>
                  <a:lnTo>
                    <a:pt x="651079" y="98910"/>
                  </a:lnTo>
                  <a:lnTo>
                    <a:pt x="723041" y="102798"/>
                  </a:lnTo>
                  <a:lnTo>
                    <a:pt x="772157" y="103666"/>
                  </a:lnTo>
                  <a:lnTo>
                    <a:pt x="846403" y="103786"/>
                  </a:lnTo>
                  <a:lnTo>
                    <a:pt x="1192504" y="103307"/>
                  </a:lnTo>
                  <a:lnTo>
                    <a:pt x="1712225" y="103461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2606846" y="1449175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6" name="object 346"/>
          <p:cNvSpPr txBox="1"/>
          <p:nvPr/>
        </p:nvSpPr>
        <p:spPr>
          <a:xfrm>
            <a:off x="2483712" y="1720728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0.5</a:t>
            </a:r>
            <a:endParaRPr sz="400">
              <a:latin typeface="Arial"/>
              <a:cs typeface="Arial"/>
            </a:endParaRPr>
          </a:p>
        </p:txBody>
      </p:sp>
      <p:sp>
        <p:nvSpPr>
          <p:cNvPr id="347" name="object 347"/>
          <p:cNvSpPr/>
          <p:nvPr/>
        </p:nvSpPr>
        <p:spPr>
          <a:xfrm>
            <a:off x="2461121" y="1770509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80" h="4444">
                <a:moveTo>
                  <a:pt x="30185" y="0"/>
                </a:moveTo>
                <a:lnTo>
                  <a:pt x="0" y="0"/>
                </a:lnTo>
                <a:lnTo>
                  <a:pt x="0" y="4002"/>
                </a:lnTo>
                <a:lnTo>
                  <a:pt x="30185" y="4002"/>
                </a:lnTo>
                <a:lnTo>
                  <a:pt x="3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 txBox="1"/>
          <p:nvPr/>
        </p:nvSpPr>
        <p:spPr>
          <a:xfrm>
            <a:off x="2483693" y="1522570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0.0</a:t>
            </a:r>
            <a:endParaRPr sz="400">
              <a:latin typeface="Arial"/>
              <a:cs typeface="Arial"/>
            </a:endParaRPr>
          </a:p>
        </p:txBody>
      </p:sp>
      <p:sp>
        <p:nvSpPr>
          <p:cNvPr id="349" name="object 349"/>
          <p:cNvSpPr txBox="1"/>
          <p:nvPr/>
        </p:nvSpPr>
        <p:spPr>
          <a:xfrm>
            <a:off x="2385064" y="1616394"/>
            <a:ext cx="6667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2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350" name="object 350"/>
          <p:cNvGrpSpPr/>
          <p:nvPr/>
        </p:nvGrpSpPr>
        <p:grpSpPr>
          <a:xfrm>
            <a:off x="2606846" y="1935117"/>
            <a:ext cx="1884045" cy="428625"/>
            <a:chOff x="2606846" y="1935117"/>
            <a:chExt cx="1884045" cy="428625"/>
          </a:xfrm>
        </p:grpSpPr>
        <p:sp>
          <p:nvSpPr>
            <p:cNvPr id="351" name="object 351"/>
            <p:cNvSpPr/>
            <p:nvPr/>
          </p:nvSpPr>
          <p:spPr>
            <a:xfrm>
              <a:off x="2606846" y="1937340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1883448" y="0"/>
                  </a:moveTo>
                  <a:lnTo>
                    <a:pt x="0" y="0"/>
                  </a:lnTo>
                  <a:lnTo>
                    <a:pt x="0" y="406803"/>
                  </a:lnTo>
                  <a:lnTo>
                    <a:pt x="1883448" y="406803"/>
                  </a:lnTo>
                  <a:lnTo>
                    <a:pt x="188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2" name="object 352"/>
            <p:cNvSpPr/>
            <p:nvPr/>
          </p:nvSpPr>
          <p:spPr>
            <a:xfrm>
              <a:off x="2692457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3" name="object 353"/>
            <p:cNvSpPr/>
            <p:nvPr/>
          </p:nvSpPr>
          <p:spPr>
            <a:xfrm>
              <a:off x="2692457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4" name="object 354"/>
            <p:cNvSpPr/>
            <p:nvPr/>
          </p:nvSpPr>
          <p:spPr>
            <a:xfrm>
              <a:off x="2692457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5" name="object 355"/>
          <p:cNvSpPr txBox="1"/>
          <p:nvPr/>
        </p:nvSpPr>
        <p:spPr>
          <a:xfrm>
            <a:off x="2664425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56" name="object 356"/>
          <p:cNvGrpSpPr/>
          <p:nvPr/>
        </p:nvGrpSpPr>
        <p:grpSpPr>
          <a:xfrm>
            <a:off x="2918684" y="1935117"/>
            <a:ext cx="4445" cy="428625"/>
            <a:chOff x="2918684" y="1935117"/>
            <a:chExt cx="4445" cy="428625"/>
          </a:xfrm>
        </p:grpSpPr>
        <p:sp>
          <p:nvSpPr>
            <p:cNvPr id="357" name="object 357"/>
            <p:cNvSpPr/>
            <p:nvPr/>
          </p:nvSpPr>
          <p:spPr>
            <a:xfrm>
              <a:off x="2920906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8" name="object 358"/>
            <p:cNvSpPr/>
            <p:nvPr/>
          </p:nvSpPr>
          <p:spPr>
            <a:xfrm>
              <a:off x="292090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9" name="object 359"/>
            <p:cNvSpPr/>
            <p:nvPr/>
          </p:nvSpPr>
          <p:spPr>
            <a:xfrm>
              <a:off x="292090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0" name="object 360"/>
          <p:cNvSpPr txBox="1"/>
          <p:nvPr/>
        </p:nvSpPr>
        <p:spPr>
          <a:xfrm>
            <a:off x="2892874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61" name="object 361"/>
          <p:cNvGrpSpPr/>
          <p:nvPr/>
        </p:nvGrpSpPr>
        <p:grpSpPr>
          <a:xfrm>
            <a:off x="3147133" y="1935117"/>
            <a:ext cx="4445" cy="428625"/>
            <a:chOff x="3147133" y="1935117"/>
            <a:chExt cx="4445" cy="428625"/>
          </a:xfrm>
        </p:grpSpPr>
        <p:sp>
          <p:nvSpPr>
            <p:cNvPr id="362" name="object 362"/>
            <p:cNvSpPr/>
            <p:nvPr/>
          </p:nvSpPr>
          <p:spPr>
            <a:xfrm>
              <a:off x="3149355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3" name="object 363"/>
            <p:cNvSpPr/>
            <p:nvPr/>
          </p:nvSpPr>
          <p:spPr>
            <a:xfrm>
              <a:off x="3149355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4" name="object 364"/>
            <p:cNvSpPr/>
            <p:nvPr/>
          </p:nvSpPr>
          <p:spPr>
            <a:xfrm>
              <a:off x="3149355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5" name="object 365"/>
          <p:cNvSpPr txBox="1"/>
          <p:nvPr/>
        </p:nvSpPr>
        <p:spPr>
          <a:xfrm>
            <a:off x="3121323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66" name="object 366"/>
          <p:cNvGrpSpPr/>
          <p:nvPr/>
        </p:nvGrpSpPr>
        <p:grpSpPr>
          <a:xfrm>
            <a:off x="3375582" y="1935117"/>
            <a:ext cx="4445" cy="428625"/>
            <a:chOff x="3375582" y="1935117"/>
            <a:chExt cx="4445" cy="428625"/>
          </a:xfrm>
        </p:grpSpPr>
        <p:sp>
          <p:nvSpPr>
            <p:cNvPr id="367" name="object 367"/>
            <p:cNvSpPr/>
            <p:nvPr/>
          </p:nvSpPr>
          <p:spPr>
            <a:xfrm>
              <a:off x="3377804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8" name="object 368"/>
            <p:cNvSpPr/>
            <p:nvPr/>
          </p:nvSpPr>
          <p:spPr>
            <a:xfrm>
              <a:off x="337780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9" name="object 369"/>
            <p:cNvSpPr/>
            <p:nvPr/>
          </p:nvSpPr>
          <p:spPr>
            <a:xfrm>
              <a:off x="337780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0" name="object 370"/>
          <p:cNvSpPr txBox="1"/>
          <p:nvPr/>
        </p:nvSpPr>
        <p:spPr>
          <a:xfrm>
            <a:off x="3349772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71" name="object 371"/>
          <p:cNvGrpSpPr/>
          <p:nvPr/>
        </p:nvGrpSpPr>
        <p:grpSpPr>
          <a:xfrm>
            <a:off x="3604031" y="1935117"/>
            <a:ext cx="4445" cy="428625"/>
            <a:chOff x="3604031" y="1935117"/>
            <a:chExt cx="4445" cy="428625"/>
          </a:xfrm>
        </p:grpSpPr>
        <p:sp>
          <p:nvSpPr>
            <p:cNvPr id="372" name="object 372"/>
            <p:cNvSpPr/>
            <p:nvPr/>
          </p:nvSpPr>
          <p:spPr>
            <a:xfrm>
              <a:off x="3606254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3" name="object 373"/>
            <p:cNvSpPr/>
            <p:nvPr/>
          </p:nvSpPr>
          <p:spPr>
            <a:xfrm>
              <a:off x="360625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4" name="object 374"/>
            <p:cNvSpPr/>
            <p:nvPr/>
          </p:nvSpPr>
          <p:spPr>
            <a:xfrm>
              <a:off x="360625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5" name="object 375"/>
          <p:cNvSpPr txBox="1"/>
          <p:nvPr/>
        </p:nvSpPr>
        <p:spPr>
          <a:xfrm>
            <a:off x="3578221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76" name="object 376"/>
          <p:cNvGrpSpPr/>
          <p:nvPr/>
        </p:nvGrpSpPr>
        <p:grpSpPr>
          <a:xfrm>
            <a:off x="3832480" y="1935117"/>
            <a:ext cx="4445" cy="428625"/>
            <a:chOff x="3832480" y="1935117"/>
            <a:chExt cx="4445" cy="428625"/>
          </a:xfrm>
        </p:grpSpPr>
        <p:sp>
          <p:nvSpPr>
            <p:cNvPr id="377" name="object 377"/>
            <p:cNvSpPr/>
            <p:nvPr/>
          </p:nvSpPr>
          <p:spPr>
            <a:xfrm>
              <a:off x="3834702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8" name="object 378"/>
            <p:cNvSpPr/>
            <p:nvPr/>
          </p:nvSpPr>
          <p:spPr>
            <a:xfrm>
              <a:off x="3834702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9" name="object 379"/>
            <p:cNvSpPr/>
            <p:nvPr/>
          </p:nvSpPr>
          <p:spPr>
            <a:xfrm>
              <a:off x="3834702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0" name="object 380"/>
          <p:cNvSpPr txBox="1"/>
          <p:nvPr/>
        </p:nvSpPr>
        <p:spPr>
          <a:xfrm>
            <a:off x="3791338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81" name="object 381"/>
          <p:cNvGrpSpPr/>
          <p:nvPr/>
        </p:nvGrpSpPr>
        <p:grpSpPr>
          <a:xfrm>
            <a:off x="4060929" y="1935117"/>
            <a:ext cx="4445" cy="428625"/>
            <a:chOff x="4060929" y="1935117"/>
            <a:chExt cx="4445" cy="428625"/>
          </a:xfrm>
        </p:grpSpPr>
        <p:sp>
          <p:nvSpPr>
            <p:cNvPr id="382" name="object 382"/>
            <p:cNvSpPr/>
            <p:nvPr/>
          </p:nvSpPr>
          <p:spPr>
            <a:xfrm>
              <a:off x="4063152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3" name="object 383"/>
            <p:cNvSpPr/>
            <p:nvPr/>
          </p:nvSpPr>
          <p:spPr>
            <a:xfrm>
              <a:off x="4063152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4" name="object 384"/>
            <p:cNvSpPr/>
            <p:nvPr/>
          </p:nvSpPr>
          <p:spPr>
            <a:xfrm>
              <a:off x="4063152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5" name="object 385"/>
          <p:cNvSpPr txBox="1"/>
          <p:nvPr/>
        </p:nvSpPr>
        <p:spPr>
          <a:xfrm>
            <a:off x="4019787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86" name="object 386"/>
          <p:cNvGrpSpPr/>
          <p:nvPr/>
        </p:nvGrpSpPr>
        <p:grpSpPr>
          <a:xfrm>
            <a:off x="4289378" y="1935117"/>
            <a:ext cx="4445" cy="428625"/>
            <a:chOff x="4289378" y="1935117"/>
            <a:chExt cx="4445" cy="428625"/>
          </a:xfrm>
        </p:grpSpPr>
        <p:sp>
          <p:nvSpPr>
            <p:cNvPr id="387" name="object 387"/>
            <p:cNvSpPr/>
            <p:nvPr/>
          </p:nvSpPr>
          <p:spPr>
            <a:xfrm>
              <a:off x="4291600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8" name="object 388"/>
            <p:cNvSpPr/>
            <p:nvPr/>
          </p:nvSpPr>
          <p:spPr>
            <a:xfrm>
              <a:off x="4291600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9" name="object 389"/>
            <p:cNvSpPr/>
            <p:nvPr/>
          </p:nvSpPr>
          <p:spPr>
            <a:xfrm>
              <a:off x="4291600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0" name="object 390"/>
          <p:cNvSpPr txBox="1"/>
          <p:nvPr/>
        </p:nvSpPr>
        <p:spPr>
          <a:xfrm>
            <a:off x="4248236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391" name="object 391"/>
          <p:cNvSpPr txBox="1"/>
          <p:nvPr/>
        </p:nvSpPr>
        <p:spPr>
          <a:xfrm>
            <a:off x="3426854" y="2443792"/>
            <a:ext cx="243204" cy="469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365"/>
              </a:lnSpc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92" name="object 392"/>
          <p:cNvGrpSpPr/>
          <p:nvPr/>
        </p:nvGrpSpPr>
        <p:grpSpPr>
          <a:xfrm>
            <a:off x="2589969" y="1935411"/>
            <a:ext cx="1902460" cy="410845"/>
            <a:chOff x="2589969" y="1935411"/>
            <a:chExt cx="1902460" cy="410845"/>
          </a:xfrm>
        </p:grpSpPr>
        <p:sp>
          <p:nvSpPr>
            <p:cNvPr id="393" name="object 393"/>
            <p:cNvSpPr/>
            <p:nvPr/>
          </p:nvSpPr>
          <p:spPr>
            <a:xfrm>
              <a:off x="2606846" y="2213872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4" name="object 394"/>
            <p:cNvSpPr/>
            <p:nvPr/>
          </p:nvSpPr>
          <p:spPr>
            <a:xfrm>
              <a:off x="2589969" y="221387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5" name="object 395"/>
            <p:cNvSpPr/>
            <p:nvPr/>
          </p:nvSpPr>
          <p:spPr>
            <a:xfrm>
              <a:off x="2589969" y="221387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6" name="object 396"/>
            <p:cNvSpPr/>
            <p:nvPr/>
          </p:nvSpPr>
          <p:spPr>
            <a:xfrm>
              <a:off x="2606846" y="2073008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7" name="object 397"/>
            <p:cNvSpPr/>
            <p:nvPr/>
          </p:nvSpPr>
          <p:spPr>
            <a:xfrm>
              <a:off x="2589969" y="207300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2589969" y="207300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2692457" y="1955831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0"/>
                  </a:moveTo>
                  <a:lnTo>
                    <a:pt x="1142" y="3176"/>
                  </a:lnTo>
                  <a:lnTo>
                    <a:pt x="4568" y="25309"/>
                  </a:lnTo>
                  <a:lnTo>
                    <a:pt x="13706" y="86193"/>
                  </a:lnTo>
                  <a:lnTo>
                    <a:pt x="22844" y="139316"/>
                  </a:lnTo>
                  <a:lnTo>
                    <a:pt x="30840" y="179827"/>
                  </a:lnTo>
                  <a:lnTo>
                    <a:pt x="46832" y="245854"/>
                  </a:lnTo>
                  <a:lnTo>
                    <a:pt x="62823" y="294512"/>
                  </a:lnTo>
                  <a:lnTo>
                    <a:pt x="83383" y="336200"/>
                  </a:lnTo>
                  <a:lnTo>
                    <a:pt x="110797" y="363935"/>
                  </a:lnTo>
                  <a:lnTo>
                    <a:pt x="131358" y="369768"/>
                  </a:lnTo>
                  <a:lnTo>
                    <a:pt x="139353" y="369517"/>
                  </a:lnTo>
                  <a:lnTo>
                    <a:pt x="179332" y="354712"/>
                  </a:lnTo>
                  <a:lnTo>
                    <a:pt x="222737" y="326980"/>
                  </a:lnTo>
                  <a:lnTo>
                    <a:pt x="251293" y="308531"/>
                  </a:lnTo>
                  <a:lnTo>
                    <a:pt x="287845" y="288411"/>
                  </a:lnTo>
                  <a:lnTo>
                    <a:pt x="336962" y="269989"/>
                  </a:lnTo>
                  <a:lnTo>
                    <a:pt x="389505" y="260796"/>
                  </a:lnTo>
                  <a:lnTo>
                    <a:pt x="430626" y="259308"/>
                  </a:lnTo>
                  <a:lnTo>
                    <a:pt x="455755" y="260054"/>
                  </a:lnTo>
                  <a:lnTo>
                    <a:pt x="487738" y="262142"/>
                  </a:lnTo>
                  <a:lnTo>
                    <a:pt x="537997" y="266675"/>
                  </a:lnTo>
                  <a:lnTo>
                    <a:pt x="616812" y="273693"/>
                  </a:lnTo>
                  <a:lnTo>
                    <a:pt x="667071" y="277033"/>
                  </a:lnTo>
                  <a:lnTo>
                    <a:pt x="718472" y="279365"/>
                  </a:lnTo>
                  <a:lnTo>
                    <a:pt x="776726" y="280899"/>
                  </a:lnTo>
                  <a:lnTo>
                    <a:pt x="850972" y="281711"/>
                  </a:lnTo>
                  <a:lnTo>
                    <a:pt x="976619" y="281834"/>
                  </a:lnTo>
                  <a:lnTo>
                    <a:pt x="1555738" y="281724"/>
                  </a:lnTo>
                  <a:lnTo>
                    <a:pt x="1712225" y="281727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2606846" y="1937340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1" name="object 401"/>
          <p:cNvSpPr txBox="1"/>
          <p:nvPr/>
        </p:nvSpPr>
        <p:spPr>
          <a:xfrm>
            <a:off x="2453029" y="2165282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3.15</a:t>
            </a:r>
            <a:endParaRPr sz="400">
              <a:latin typeface="Arial"/>
              <a:cs typeface="Arial"/>
            </a:endParaRPr>
          </a:p>
        </p:txBody>
      </p:sp>
      <p:sp>
        <p:nvSpPr>
          <p:cNvPr id="402" name="object 402"/>
          <p:cNvSpPr txBox="1"/>
          <p:nvPr/>
        </p:nvSpPr>
        <p:spPr>
          <a:xfrm>
            <a:off x="2453029" y="2024418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3.20</a:t>
            </a:r>
            <a:endParaRPr sz="400">
              <a:latin typeface="Arial"/>
              <a:cs typeface="Arial"/>
            </a:endParaRPr>
          </a:p>
        </p:txBody>
      </p:sp>
      <p:sp>
        <p:nvSpPr>
          <p:cNvPr id="403" name="object 403"/>
          <p:cNvSpPr txBox="1"/>
          <p:nvPr/>
        </p:nvSpPr>
        <p:spPr>
          <a:xfrm>
            <a:off x="2394783" y="2104559"/>
            <a:ext cx="6667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3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404" name="object 404"/>
          <p:cNvGrpSpPr/>
          <p:nvPr/>
        </p:nvGrpSpPr>
        <p:grpSpPr>
          <a:xfrm>
            <a:off x="2606846" y="2423282"/>
            <a:ext cx="1884045" cy="428625"/>
            <a:chOff x="2606846" y="2423282"/>
            <a:chExt cx="1884045" cy="428625"/>
          </a:xfrm>
        </p:grpSpPr>
        <p:sp>
          <p:nvSpPr>
            <p:cNvPr id="405" name="object 405"/>
            <p:cNvSpPr/>
            <p:nvPr/>
          </p:nvSpPr>
          <p:spPr>
            <a:xfrm>
              <a:off x="2606846" y="2425504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1883448" y="0"/>
                  </a:moveTo>
                  <a:lnTo>
                    <a:pt x="0" y="0"/>
                  </a:lnTo>
                  <a:lnTo>
                    <a:pt x="0" y="406803"/>
                  </a:lnTo>
                  <a:lnTo>
                    <a:pt x="1883448" y="406803"/>
                  </a:lnTo>
                  <a:lnTo>
                    <a:pt x="188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6" name="object 406"/>
            <p:cNvSpPr/>
            <p:nvPr/>
          </p:nvSpPr>
          <p:spPr>
            <a:xfrm>
              <a:off x="2692457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7" name="object 407"/>
            <p:cNvSpPr/>
            <p:nvPr/>
          </p:nvSpPr>
          <p:spPr>
            <a:xfrm>
              <a:off x="2692457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8" name="object 408"/>
            <p:cNvSpPr/>
            <p:nvPr/>
          </p:nvSpPr>
          <p:spPr>
            <a:xfrm>
              <a:off x="2692457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9" name="object 409"/>
          <p:cNvSpPr txBox="1"/>
          <p:nvPr/>
        </p:nvSpPr>
        <p:spPr>
          <a:xfrm>
            <a:off x="2664425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10" name="object 410"/>
          <p:cNvGrpSpPr/>
          <p:nvPr/>
        </p:nvGrpSpPr>
        <p:grpSpPr>
          <a:xfrm>
            <a:off x="2918684" y="2423282"/>
            <a:ext cx="4445" cy="428625"/>
            <a:chOff x="2918684" y="2423282"/>
            <a:chExt cx="4445" cy="428625"/>
          </a:xfrm>
        </p:grpSpPr>
        <p:sp>
          <p:nvSpPr>
            <p:cNvPr id="411" name="object 411"/>
            <p:cNvSpPr/>
            <p:nvPr/>
          </p:nvSpPr>
          <p:spPr>
            <a:xfrm>
              <a:off x="2920906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2" name="object 412"/>
            <p:cNvSpPr/>
            <p:nvPr/>
          </p:nvSpPr>
          <p:spPr>
            <a:xfrm>
              <a:off x="292090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3" name="object 413"/>
            <p:cNvSpPr/>
            <p:nvPr/>
          </p:nvSpPr>
          <p:spPr>
            <a:xfrm>
              <a:off x="292090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4" name="object 414"/>
          <p:cNvSpPr txBox="1"/>
          <p:nvPr/>
        </p:nvSpPr>
        <p:spPr>
          <a:xfrm>
            <a:off x="2892874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15" name="object 415"/>
          <p:cNvGrpSpPr/>
          <p:nvPr/>
        </p:nvGrpSpPr>
        <p:grpSpPr>
          <a:xfrm>
            <a:off x="3147133" y="2423282"/>
            <a:ext cx="4445" cy="428625"/>
            <a:chOff x="3147133" y="2423282"/>
            <a:chExt cx="4445" cy="428625"/>
          </a:xfrm>
        </p:grpSpPr>
        <p:sp>
          <p:nvSpPr>
            <p:cNvPr id="416" name="object 416"/>
            <p:cNvSpPr/>
            <p:nvPr/>
          </p:nvSpPr>
          <p:spPr>
            <a:xfrm>
              <a:off x="3149355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7" name="object 417"/>
            <p:cNvSpPr/>
            <p:nvPr/>
          </p:nvSpPr>
          <p:spPr>
            <a:xfrm>
              <a:off x="3149355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8" name="object 418"/>
            <p:cNvSpPr/>
            <p:nvPr/>
          </p:nvSpPr>
          <p:spPr>
            <a:xfrm>
              <a:off x="3149355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9" name="object 419"/>
          <p:cNvSpPr txBox="1"/>
          <p:nvPr/>
        </p:nvSpPr>
        <p:spPr>
          <a:xfrm>
            <a:off x="3121323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20" name="object 420"/>
          <p:cNvGrpSpPr/>
          <p:nvPr/>
        </p:nvGrpSpPr>
        <p:grpSpPr>
          <a:xfrm>
            <a:off x="3375582" y="2423282"/>
            <a:ext cx="4445" cy="428625"/>
            <a:chOff x="3375582" y="2423282"/>
            <a:chExt cx="4445" cy="428625"/>
          </a:xfrm>
        </p:grpSpPr>
        <p:sp>
          <p:nvSpPr>
            <p:cNvPr id="421" name="object 421"/>
            <p:cNvSpPr/>
            <p:nvPr/>
          </p:nvSpPr>
          <p:spPr>
            <a:xfrm>
              <a:off x="3377804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2" name="object 422"/>
            <p:cNvSpPr/>
            <p:nvPr/>
          </p:nvSpPr>
          <p:spPr>
            <a:xfrm>
              <a:off x="337780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3" name="object 423"/>
            <p:cNvSpPr/>
            <p:nvPr/>
          </p:nvSpPr>
          <p:spPr>
            <a:xfrm>
              <a:off x="337780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4" name="object 424"/>
          <p:cNvSpPr txBox="1"/>
          <p:nvPr/>
        </p:nvSpPr>
        <p:spPr>
          <a:xfrm>
            <a:off x="3349772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25" name="object 425"/>
          <p:cNvGrpSpPr/>
          <p:nvPr/>
        </p:nvGrpSpPr>
        <p:grpSpPr>
          <a:xfrm>
            <a:off x="3604031" y="2423282"/>
            <a:ext cx="233045" cy="428625"/>
            <a:chOff x="3604031" y="2423282"/>
            <a:chExt cx="233045" cy="428625"/>
          </a:xfrm>
        </p:grpSpPr>
        <p:sp>
          <p:nvSpPr>
            <p:cNvPr id="426" name="object 426"/>
            <p:cNvSpPr/>
            <p:nvPr/>
          </p:nvSpPr>
          <p:spPr>
            <a:xfrm>
              <a:off x="3606254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7" name="object 427"/>
            <p:cNvSpPr/>
            <p:nvPr/>
          </p:nvSpPr>
          <p:spPr>
            <a:xfrm>
              <a:off x="360625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8" name="object 428"/>
            <p:cNvSpPr/>
            <p:nvPr/>
          </p:nvSpPr>
          <p:spPr>
            <a:xfrm>
              <a:off x="360625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9" name="object 429"/>
            <p:cNvSpPr/>
            <p:nvPr/>
          </p:nvSpPr>
          <p:spPr>
            <a:xfrm>
              <a:off x="3834703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3834703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3834703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2" name="object 432"/>
          <p:cNvSpPr txBox="1"/>
          <p:nvPr/>
        </p:nvSpPr>
        <p:spPr>
          <a:xfrm>
            <a:off x="3791338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33" name="object 433"/>
          <p:cNvGrpSpPr/>
          <p:nvPr/>
        </p:nvGrpSpPr>
        <p:grpSpPr>
          <a:xfrm>
            <a:off x="4060929" y="2423282"/>
            <a:ext cx="4445" cy="428625"/>
            <a:chOff x="4060929" y="2423282"/>
            <a:chExt cx="4445" cy="428625"/>
          </a:xfrm>
        </p:grpSpPr>
        <p:sp>
          <p:nvSpPr>
            <p:cNvPr id="434" name="object 434"/>
            <p:cNvSpPr/>
            <p:nvPr/>
          </p:nvSpPr>
          <p:spPr>
            <a:xfrm>
              <a:off x="4063152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5" name="object 435"/>
            <p:cNvSpPr/>
            <p:nvPr/>
          </p:nvSpPr>
          <p:spPr>
            <a:xfrm>
              <a:off x="4063152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4063152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7" name="object 437"/>
          <p:cNvSpPr txBox="1"/>
          <p:nvPr/>
        </p:nvSpPr>
        <p:spPr>
          <a:xfrm>
            <a:off x="4019787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38" name="object 438"/>
          <p:cNvGrpSpPr/>
          <p:nvPr/>
        </p:nvGrpSpPr>
        <p:grpSpPr>
          <a:xfrm>
            <a:off x="4289378" y="2423282"/>
            <a:ext cx="4445" cy="428625"/>
            <a:chOff x="4289378" y="2423282"/>
            <a:chExt cx="4445" cy="428625"/>
          </a:xfrm>
        </p:grpSpPr>
        <p:sp>
          <p:nvSpPr>
            <p:cNvPr id="439" name="object 439"/>
            <p:cNvSpPr/>
            <p:nvPr/>
          </p:nvSpPr>
          <p:spPr>
            <a:xfrm>
              <a:off x="4291600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0" name="object 440"/>
            <p:cNvSpPr/>
            <p:nvPr/>
          </p:nvSpPr>
          <p:spPr>
            <a:xfrm>
              <a:off x="4291600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1" name="object 441"/>
            <p:cNvSpPr/>
            <p:nvPr/>
          </p:nvSpPr>
          <p:spPr>
            <a:xfrm>
              <a:off x="4291600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2" name="object 442"/>
          <p:cNvSpPr txBox="1"/>
          <p:nvPr/>
        </p:nvSpPr>
        <p:spPr>
          <a:xfrm>
            <a:off x="4248236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443" name="object 443"/>
          <p:cNvSpPr txBox="1"/>
          <p:nvPr/>
        </p:nvSpPr>
        <p:spPr>
          <a:xfrm>
            <a:off x="3414154" y="2835779"/>
            <a:ext cx="268605" cy="156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3340" algn="r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0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44" name="object 444"/>
          <p:cNvGrpSpPr/>
          <p:nvPr/>
        </p:nvGrpSpPr>
        <p:grpSpPr>
          <a:xfrm>
            <a:off x="2589969" y="2423575"/>
            <a:ext cx="1902460" cy="410845"/>
            <a:chOff x="2589969" y="2423575"/>
            <a:chExt cx="1902460" cy="410845"/>
          </a:xfrm>
        </p:grpSpPr>
        <p:sp>
          <p:nvSpPr>
            <p:cNvPr id="445" name="object 445"/>
            <p:cNvSpPr/>
            <p:nvPr/>
          </p:nvSpPr>
          <p:spPr>
            <a:xfrm>
              <a:off x="2606846" y="2713891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6" name="object 446"/>
            <p:cNvSpPr/>
            <p:nvPr/>
          </p:nvSpPr>
          <p:spPr>
            <a:xfrm>
              <a:off x="2589969" y="2713891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7" name="object 447"/>
            <p:cNvSpPr/>
            <p:nvPr/>
          </p:nvSpPr>
          <p:spPr>
            <a:xfrm>
              <a:off x="2589969" y="2713891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2606846" y="2595057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2589969" y="2595057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0" name="object 450"/>
            <p:cNvSpPr/>
            <p:nvPr/>
          </p:nvSpPr>
          <p:spPr>
            <a:xfrm>
              <a:off x="2589969" y="2595057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1" name="object 451"/>
            <p:cNvSpPr/>
            <p:nvPr/>
          </p:nvSpPr>
          <p:spPr>
            <a:xfrm>
              <a:off x="2606846" y="2476222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2" name="object 452"/>
            <p:cNvSpPr/>
            <p:nvPr/>
          </p:nvSpPr>
          <p:spPr>
            <a:xfrm>
              <a:off x="2589969" y="247622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3" name="object 453"/>
            <p:cNvSpPr/>
            <p:nvPr/>
          </p:nvSpPr>
          <p:spPr>
            <a:xfrm>
              <a:off x="2589969" y="247622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2692457" y="2444071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32151"/>
                  </a:moveTo>
                  <a:lnTo>
                    <a:pt x="1142" y="260937"/>
                  </a:lnTo>
                  <a:lnTo>
                    <a:pt x="2284" y="339703"/>
                  </a:lnTo>
                  <a:lnTo>
                    <a:pt x="3426" y="364442"/>
                  </a:lnTo>
                  <a:lnTo>
                    <a:pt x="4568" y="369745"/>
                  </a:lnTo>
                  <a:lnTo>
                    <a:pt x="5711" y="368081"/>
                  </a:lnTo>
                  <a:lnTo>
                    <a:pt x="9137" y="353674"/>
                  </a:lnTo>
                  <a:lnTo>
                    <a:pt x="21702" y="297371"/>
                  </a:lnTo>
                  <a:lnTo>
                    <a:pt x="31982" y="255987"/>
                  </a:lnTo>
                  <a:lnTo>
                    <a:pt x="42263" y="218699"/>
                  </a:lnTo>
                  <a:lnTo>
                    <a:pt x="62823" y="155580"/>
                  </a:lnTo>
                  <a:lnTo>
                    <a:pt x="82241" y="108658"/>
                  </a:lnTo>
                  <a:lnTo>
                    <a:pt x="100517" y="74331"/>
                  </a:lnTo>
                  <a:lnTo>
                    <a:pt x="127931" y="37839"/>
                  </a:lnTo>
                  <a:lnTo>
                    <a:pt x="164483" y="10819"/>
                  </a:lnTo>
                  <a:lnTo>
                    <a:pt x="209030" y="138"/>
                  </a:lnTo>
                  <a:lnTo>
                    <a:pt x="222737" y="0"/>
                  </a:lnTo>
                  <a:lnTo>
                    <a:pt x="237587" y="944"/>
                  </a:lnTo>
                  <a:lnTo>
                    <a:pt x="255862" y="3246"/>
                  </a:lnTo>
                  <a:lnTo>
                    <a:pt x="279850" y="7468"/>
                  </a:lnTo>
                  <a:lnTo>
                    <a:pt x="381509" y="26752"/>
                  </a:lnTo>
                  <a:lnTo>
                    <a:pt x="411208" y="30622"/>
                  </a:lnTo>
                  <a:lnTo>
                    <a:pt x="440906" y="33434"/>
                  </a:lnTo>
                  <a:lnTo>
                    <a:pt x="472889" y="35388"/>
                  </a:lnTo>
                  <a:lnTo>
                    <a:pt x="509441" y="36508"/>
                  </a:lnTo>
                  <a:lnTo>
                    <a:pt x="553988" y="36724"/>
                  </a:lnTo>
                  <a:lnTo>
                    <a:pt x="617954" y="35836"/>
                  </a:lnTo>
                  <a:lnTo>
                    <a:pt x="806425" y="32723"/>
                  </a:lnTo>
                  <a:lnTo>
                    <a:pt x="932072" y="32138"/>
                  </a:lnTo>
                  <a:lnTo>
                    <a:pt x="1272461" y="32160"/>
                  </a:lnTo>
                  <a:lnTo>
                    <a:pt x="1712225" y="32151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5" name="object 455"/>
            <p:cNvSpPr/>
            <p:nvPr/>
          </p:nvSpPr>
          <p:spPr>
            <a:xfrm>
              <a:off x="2606846" y="2425504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6" name="object 456"/>
          <p:cNvSpPr txBox="1"/>
          <p:nvPr/>
        </p:nvSpPr>
        <p:spPr>
          <a:xfrm>
            <a:off x="2483712" y="2665301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0.2</a:t>
            </a:r>
            <a:endParaRPr sz="400">
              <a:latin typeface="Arial"/>
              <a:cs typeface="Arial"/>
            </a:endParaRPr>
          </a:p>
        </p:txBody>
      </p:sp>
      <p:sp>
        <p:nvSpPr>
          <p:cNvPr id="457" name="object 457"/>
          <p:cNvSpPr/>
          <p:nvPr/>
        </p:nvSpPr>
        <p:spPr>
          <a:xfrm>
            <a:off x="2461121" y="2715082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80" h="4444">
                <a:moveTo>
                  <a:pt x="30185" y="0"/>
                </a:moveTo>
                <a:lnTo>
                  <a:pt x="0" y="0"/>
                </a:lnTo>
                <a:lnTo>
                  <a:pt x="0" y="4002"/>
                </a:lnTo>
                <a:lnTo>
                  <a:pt x="30185" y="4002"/>
                </a:lnTo>
                <a:lnTo>
                  <a:pt x="3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8" name="object 458"/>
          <p:cNvSpPr txBox="1"/>
          <p:nvPr/>
        </p:nvSpPr>
        <p:spPr>
          <a:xfrm>
            <a:off x="2483712" y="2546466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0.1</a:t>
            </a:r>
            <a:endParaRPr sz="400">
              <a:latin typeface="Arial"/>
              <a:cs typeface="Arial"/>
            </a:endParaRPr>
          </a:p>
        </p:txBody>
      </p:sp>
      <p:sp>
        <p:nvSpPr>
          <p:cNvPr id="459" name="object 459"/>
          <p:cNvSpPr/>
          <p:nvPr/>
        </p:nvSpPr>
        <p:spPr>
          <a:xfrm>
            <a:off x="2461121" y="2596247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80" h="4444">
                <a:moveTo>
                  <a:pt x="30185" y="0"/>
                </a:moveTo>
                <a:lnTo>
                  <a:pt x="0" y="0"/>
                </a:lnTo>
                <a:lnTo>
                  <a:pt x="0" y="4002"/>
                </a:lnTo>
                <a:lnTo>
                  <a:pt x="30185" y="4002"/>
                </a:lnTo>
                <a:lnTo>
                  <a:pt x="3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0" name="object 460"/>
          <p:cNvSpPr txBox="1"/>
          <p:nvPr/>
        </p:nvSpPr>
        <p:spPr>
          <a:xfrm>
            <a:off x="2483693" y="2427632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0.0</a:t>
            </a:r>
            <a:endParaRPr sz="400">
              <a:latin typeface="Arial"/>
              <a:cs typeface="Arial"/>
            </a:endParaRPr>
          </a:p>
        </p:txBody>
      </p:sp>
      <p:sp>
        <p:nvSpPr>
          <p:cNvPr id="461" name="object 461"/>
          <p:cNvSpPr txBox="1"/>
          <p:nvPr/>
        </p:nvSpPr>
        <p:spPr>
          <a:xfrm>
            <a:off x="2385064" y="2592723"/>
            <a:ext cx="6667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4</a:t>
            </a:r>
            <a:endParaRPr sz="300">
              <a:latin typeface="Arial"/>
              <a:cs typeface="Arial"/>
            </a:endParaRPr>
          </a:p>
        </p:txBody>
      </p:sp>
      <p:sp>
        <p:nvSpPr>
          <p:cNvPr id="462" name="object 462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12"/>
                </a:moveTo>
                <a:lnTo>
                  <a:pt x="3071952" y="12"/>
                </a:lnTo>
                <a:lnTo>
                  <a:pt x="1535976" y="12"/>
                </a:lnTo>
                <a:lnTo>
                  <a:pt x="0" y="0"/>
                </a:lnTo>
                <a:lnTo>
                  <a:pt x="0" y="109728"/>
                </a:lnTo>
                <a:lnTo>
                  <a:pt x="1535976" y="109728"/>
                </a:lnTo>
                <a:lnTo>
                  <a:pt x="3071952" y="109728"/>
                </a:lnTo>
                <a:lnTo>
                  <a:pt x="4607928" y="109728"/>
                </a:lnTo>
                <a:lnTo>
                  <a:pt x="4607928" y="12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3" name="object 46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64" name="object 464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465" name="object 4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12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50" dirty="0"/>
              <a:t>LQ</a:t>
            </a:r>
            <a:r>
              <a:rPr spc="-65" dirty="0"/>
              <a:t> </a:t>
            </a:r>
            <a:r>
              <a:rPr dirty="0"/>
              <a:t>with</a:t>
            </a:r>
            <a:r>
              <a:rPr spc="-50" dirty="0"/>
              <a:t> </a:t>
            </a:r>
            <a:r>
              <a:rPr spc="-75" dirty="0"/>
              <a:t>State</a:t>
            </a:r>
            <a:r>
              <a:rPr spc="-45" dirty="0"/>
              <a:t> </a:t>
            </a:r>
            <a:r>
              <a:rPr spc="-145" dirty="0"/>
              <a:t>Feedback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73776" y="958788"/>
            <a:ext cx="4445" cy="428625"/>
            <a:chOff x="473776" y="958788"/>
            <a:chExt cx="4445" cy="428625"/>
          </a:xfrm>
        </p:grpSpPr>
        <p:sp>
          <p:nvSpPr>
            <p:cNvPr id="4" name="object 4"/>
            <p:cNvSpPr/>
            <p:nvPr/>
          </p:nvSpPr>
          <p:spPr>
            <a:xfrm>
              <a:off x="475999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75999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75999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47966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702225" y="958788"/>
            <a:ext cx="4445" cy="428625"/>
            <a:chOff x="702225" y="958788"/>
            <a:chExt cx="4445" cy="428625"/>
          </a:xfrm>
        </p:grpSpPr>
        <p:sp>
          <p:nvSpPr>
            <p:cNvPr id="9" name="object 9"/>
            <p:cNvSpPr/>
            <p:nvPr/>
          </p:nvSpPr>
          <p:spPr>
            <a:xfrm>
              <a:off x="704448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04448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04448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76415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930674" y="958788"/>
            <a:ext cx="4445" cy="428625"/>
            <a:chOff x="930674" y="958788"/>
            <a:chExt cx="4445" cy="428625"/>
          </a:xfrm>
        </p:grpSpPr>
        <p:sp>
          <p:nvSpPr>
            <p:cNvPr id="14" name="object 14"/>
            <p:cNvSpPr/>
            <p:nvPr/>
          </p:nvSpPr>
          <p:spPr>
            <a:xfrm>
              <a:off x="932897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932897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932897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904865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159123" y="958788"/>
            <a:ext cx="4445" cy="428625"/>
            <a:chOff x="1159123" y="958788"/>
            <a:chExt cx="4445" cy="428625"/>
          </a:xfrm>
        </p:grpSpPr>
        <p:sp>
          <p:nvSpPr>
            <p:cNvPr id="19" name="object 19"/>
            <p:cNvSpPr/>
            <p:nvPr/>
          </p:nvSpPr>
          <p:spPr>
            <a:xfrm>
              <a:off x="1161346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6134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6134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133314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387572" y="958788"/>
            <a:ext cx="4445" cy="428625"/>
            <a:chOff x="1387572" y="958788"/>
            <a:chExt cx="4445" cy="428625"/>
          </a:xfrm>
        </p:grpSpPr>
        <p:sp>
          <p:nvSpPr>
            <p:cNvPr id="24" name="object 24"/>
            <p:cNvSpPr/>
            <p:nvPr/>
          </p:nvSpPr>
          <p:spPr>
            <a:xfrm>
              <a:off x="1389795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389795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389795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361763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616021" y="958788"/>
            <a:ext cx="4445" cy="428625"/>
            <a:chOff x="1616021" y="958788"/>
            <a:chExt cx="4445" cy="428625"/>
          </a:xfrm>
        </p:grpSpPr>
        <p:sp>
          <p:nvSpPr>
            <p:cNvPr id="29" name="object 29"/>
            <p:cNvSpPr/>
            <p:nvPr/>
          </p:nvSpPr>
          <p:spPr>
            <a:xfrm>
              <a:off x="1618244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61824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61824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1574879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844470" y="958788"/>
            <a:ext cx="4445" cy="428625"/>
            <a:chOff x="1844470" y="958788"/>
            <a:chExt cx="4445" cy="428625"/>
          </a:xfrm>
        </p:grpSpPr>
        <p:sp>
          <p:nvSpPr>
            <p:cNvPr id="34" name="object 34"/>
            <p:cNvSpPr/>
            <p:nvPr/>
          </p:nvSpPr>
          <p:spPr>
            <a:xfrm>
              <a:off x="1846693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846693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846693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803329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2072920" y="958788"/>
            <a:ext cx="4445" cy="428625"/>
            <a:chOff x="2072920" y="958788"/>
            <a:chExt cx="4445" cy="428625"/>
          </a:xfrm>
        </p:grpSpPr>
        <p:sp>
          <p:nvSpPr>
            <p:cNvPr id="39" name="object 39"/>
            <p:cNvSpPr/>
            <p:nvPr/>
          </p:nvSpPr>
          <p:spPr>
            <a:xfrm>
              <a:off x="2075142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075142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075142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2031778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97695" y="1437211"/>
            <a:ext cx="26860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73511" y="959082"/>
            <a:ext cx="1902460" cy="410845"/>
            <a:chOff x="373511" y="959082"/>
            <a:chExt cx="1902460" cy="410845"/>
          </a:xfrm>
        </p:grpSpPr>
        <p:sp>
          <p:nvSpPr>
            <p:cNvPr id="45" name="object 45"/>
            <p:cNvSpPr/>
            <p:nvPr/>
          </p:nvSpPr>
          <p:spPr>
            <a:xfrm>
              <a:off x="390387" y="1261493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373511" y="126149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73511" y="126149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90387" y="1120497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73511" y="1120497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73511" y="1120497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390387" y="979501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373511" y="979501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73511" y="979501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475999" y="979502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281991"/>
                  </a:moveTo>
                  <a:lnTo>
                    <a:pt x="1142" y="291854"/>
                  </a:lnTo>
                  <a:lnTo>
                    <a:pt x="3426" y="341338"/>
                  </a:lnTo>
                  <a:lnTo>
                    <a:pt x="4568" y="356052"/>
                  </a:lnTo>
                  <a:lnTo>
                    <a:pt x="5711" y="363810"/>
                  </a:lnTo>
                  <a:lnTo>
                    <a:pt x="6853" y="367477"/>
                  </a:lnTo>
                  <a:lnTo>
                    <a:pt x="7995" y="369060"/>
                  </a:lnTo>
                  <a:lnTo>
                    <a:pt x="10280" y="369821"/>
                  </a:lnTo>
                  <a:lnTo>
                    <a:pt x="14849" y="369186"/>
                  </a:lnTo>
                  <a:lnTo>
                    <a:pt x="57112" y="343182"/>
                  </a:lnTo>
                  <a:lnTo>
                    <a:pt x="95948" y="298899"/>
                  </a:lnTo>
                  <a:lnTo>
                    <a:pt x="193039" y="166989"/>
                  </a:lnTo>
                  <a:lnTo>
                    <a:pt x="212457" y="143340"/>
                  </a:lnTo>
                  <a:lnTo>
                    <a:pt x="246724" y="106406"/>
                  </a:lnTo>
                  <a:lnTo>
                    <a:pt x="278707" y="77927"/>
                  </a:lnTo>
                  <a:lnTo>
                    <a:pt x="310690" y="55175"/>
                  </a:lnTo>
                  <a:lnTo>
                    <a:pt x="359807" y="30212"/>
                  </a:lnTo>
                  <a:lnTo>
                    <a:pt x="414635" y="13669"/>
                  </a:lnTo>
                  <a:lnTo>
                    <a:pt x="458040" y="6528"/>
                  </a:lnTo>
                  <a:lnTo>
                    <a:pt x="514010" y="2133"/>
                  </a:lnTo>
                  <a:lnTo>
                    <a:pt x="604247" y="527"/>
                  </a:lnTo>
                  <a:lnTo>
                    <a:pt x="1712225" y="0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75999" y="979502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281991"/>
                  </a:moveTo>
                  <a:lnTo>
                    <a:pt x="1142" y="291791"/>
                  </a:lnTo>
                  <a:lnTo>
                    <a:pt x="3426" y="341373"/>
                  </a:lnTo>
                  <a:lnTo>
                    <a:pt x="4568" y="356076"/>
                  </a:lnTo>
                  <a:lnTo>
                    <a:pt x="5711" y="363822"/>
                  </a:lnTo>
                  <a:lnTo>
                    <a:pt x="6853" y="367482"/>
                  </a:lnTo>
                  <a:lnTo>
                    <a:pt x="7995" y="369063"/>
                  </a:lnTo>
                  <a:lnTo>
                    <a:pt x="10280" y="369821"/>
                  </a:lnTo>
                  <a:lnTo>
                    <a:pt x="14849" y="369186"/>
                  </a:lnTo>
                  <a:lnTo>
                    <a:pt x="57112" y="343182"/>
                  </a:lnTo>
                  <a:lnTo>
                    <a:pt x="95948" y="298899"/>
                  </a:lnTo>
                  <a:lnTo>
                    <a:pt x="193039" y="166989"/>
                  </a:lnTo>
                  <a:lnTo>
                    <a:pt x="212457" y="143340"/>
                  </a:lnTo>
                  <a:lnTo>
                    <a:pt x="246724" y="106406"/>
                  </a:lnTo>
                  <a:lnTo>
                    <a:pt x="278707" y="77927"/>
                  </a:lnTo>
                  <a:lnTo>
                    <a:pt x="310690" y="55175"/>
                  </a:lnTo>
                  <a:lnTo>
                    <a:pt x="359807" y="30212"/>
                  </a:lnTo>
                  <a:lnTo>
                    <a:pt x="414635" y="13669"/>
                  </a:lnTo>
                  <a:lnTo>
                    <a:pt x="458040" y="6528"/>
                  </a:lnTo>
                  <a:lnTo>
                    <a:pt x="514010" y="2133"/>
                  </a:lnTo>
                  <a:lnTo>
                    <a:pt x="604247" y="527"/>
                  </a:lnTo>
                  <a:lnTo>
                    <a:pt x="1712225" y="0"/>
                  </a:lnTo>
                </a:path>
              </a:pathLst>
            </a:custGeom>
            <a:ln w="7232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90387" y="961011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4">
                  <a:moveTo>
                    <a:pt x="0" y="406803"/>
                  </a:moveTo>
                  <a:lnTo>
                    <a:pt x="0" y="0"/>
                  </a:lnTo>
                </a:path>
                <a:path w="1884045" h="407034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4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4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267235" y="1212903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0.0</a:t>
            </a:r>
            <a:endParaRPr sz="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67235" y="1071907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0.5</a:t>
            </a:r>
            <a:endParaRPr sz="4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67235" y="930910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1.0</a:t>
            </a:r>
            <a:endParaRPr sz="4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08989" y="1128230"/>
            <a:ext cx="6413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1</a:t>
            </a:r>
            <a:endParaRPr sz="3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35056" y="854341"/>
            <a:ext cx="1593850" cy="103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00" dirty="0">
                <a:latin typeface="Arial"/>
                <a:cs typeface="Arial"/>
              </a:rPr>
              <a:t>States</a:t>
            </a:r>
            <a:r>
              <a:rPr sz="500" spc="4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(solid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lines)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and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their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estimates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(dashed</a:t>
            </a:r>
            <a:r>
              <a:rPr sz="500" spc="45" dirty="0">
                <a:latin typeface="Arial"/>
                <a:cs typeface="Arial"/>
              </a:rPr>
              <a:t> </a:t>
            </a:r>
            <a:r>
              <a:rPr sz="500" spc="-10" dirty="0">
                <a:latin typeface="Arial"/>
                <a:cs typeface="Arial"/>
              </a:rPr>
              <a:t>lines))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390387" y="1446953"/>
            <a:ext cx="1884045" cy="428625"/>
            <a:chOff x="390387" y="1446953"/>
            <a:chExt cx="1884045" cy="428625"/>
          </a:xfrm>
        </p:grpSpPr>
        <p:sp>
          <p:nvSpPr>
            <p:cNvPr id="63" name="object 63"/>
            <p:cNvSpPr/>
            <p:nvPr/>
          </p:nvSpPr>
          <p:spPr>
            <a:xfrm>
              <a:off x="390387" y="1449175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1883448" y="0"/>
                  </a:moveTo>
                  <a:lnTo>
                    <a:pt x="0" y="0"/>
                  </a:lnTo>
                  <a:lnTo>
                    <a:pt x="0" y="406803"/>
                  </a:lnTo>
                  <a:lnTo>
                    <a:pt x="1883448" y="406803"/>
                  </a:lnTo>
                  <a:lnTo>
                    <a:pt x="188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75999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75999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475999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7" name="object 67"/>
          <p:cNvSpPr txBox="1"/>
          <p:nvPr/>
        </p:nvSpPr>
        <p:spPr>
          <a:xfrm>
            <a:off x="447966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702225" y="1446953"/>
            <a:ext cx="4445" cy="428625"/>
            <a:chOff x="702225" y="1446953"/>
            <a:chExt cx="4445" cy="428625"/>
          </a:xfrm>
        </p:grpSpPr>
        <p:sp>
          <p:nvSpPr>
            <p:cNvPr id="69" name="object 69"/>
            <p:cNvSpPr/>
            <p:nvPr/>
          </p:nvSpPr>
          <p:spPr>
            <a:xfrm>
              <a:off x="704448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70"/>
            <p:cNvSpPr/>
            <p:nvPr/>
          </p:nvSpPr>
          <p:spPr>
            <a:xfrm>
              <a:off x="704448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704448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676415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3" name="object 73"/>
          <p:cNvGrpSpPr/>
          <p:nvPr/>
        </p:nvGrpSpPr>
        <p:grpSpPr>
          <a:xfrm>
            <a:off x="930674" y="1446953"/>
            <a:ext cx="4445" cy="428625"/>
            <a:chOff x="930674" y="1446953"/>
            <a:chExt cx="4445" cy="428625"/>
          </a:xfrm>
        </p:grpSpPr>
        <p:sp>
          <p:nvSpPr>
            <p:cNvPr id="74" name="object 74"/>
            <p:cNvSpPr/>
            <p:nvPr/>
          </p:nvSpPr>
          <p:spPr>
            <a:xfrm>
              <a:off x="932897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5" name="object 75"/>
            <p:cNvSpPr/>
            <p:nvPr/>
          </p:nvSpPr>
          <p:spPr>
            <a:xfrm>
              <a:off x="932897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6" name="object 76"/>
            <p:cNvSpPr/>
            <p:nvPr/>
          </p:nvSpPr>
          <p:spPr>
            <a:xfrm>
              <a:off x="932897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904865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8" name="object 78"/>
          <p:cNvGrpSpPr/>
          <p:nvPr/>
        </p:nvGrpSpPr>
        <p:grpSpPr>
          <a:xfrm>
            <a:off x="1159123" y="1446953"/>
            <a:ext cx="4445" cy="428625"/>
            <a:chOff x="1159123" y="1446953"/>
            <a:chExt cx="4445" cy="428625"/>
          </a:xfrm>
        </p:grpSpPr>
        <p:sp>
          <p:nvSpPr>
            <p:cNvPr id="79" name="object 79"/>
            <p:cNvSpPr/>
            <p:nvPr/>
          </p:nvSpPr>
          <p:spPr>
            <a:xfrm>
              <a:off x="1161346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16134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16134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2" name="object 82"/>
          <p:cNvSpPr txBox="1"/>
          <p:nvPr/>
        </p:nvSpPr>
        <p:spPr>
          <a:xfrm>
            <a:off x="1133314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1387572" y="1446953"/>
            <a:ext cx="4445" cy="428625"/>
            <a:chOff x="1387572" y="1446953"/>
            <a:chExt cx="4445" cy="428625"/>
          </a:xfrm>
        </p:grpSpPr>
        <p:sp>
          <p:nvSpPr>
            <p:cNvPr id="84" name="object 84"/>
            <p:cNvSpPr/>
            <p:nvPr/>
          </p:nvSpPr>
          <p:spPr>
            <a:xfrm>
              <a:off x="1389795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1389795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1389795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7" name="object 87"/>
          <p:cNvSpPr txBox="1"/>
          <p:nvPr/>
        </p:nvSpPr>
        <p:spPr>
          <a:xfrm>
            <a:off x="1361763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88" name="object 88"/>
          <p:cNvGrpSpPr/>
          <p:nvPr/>
        </p:nvGrpSpPr>
        <p:grpSpPr>
          <a:xfrm>
            <a:off x="1616021" y="1446953"/>
            <a:ext cx="4445" cy="428625"/>
            <a:chOff x="1616021" y="1446953"/>
            <a:chExt cx="4445" cy="428625"/>
          </a:xfrm>
        </p:grpSpPr>
        <p:sp>
          <p:nvSpPr>
            <p:cNvPr id="89" name="object 89"/>
            <p:cNvSpPr/>
            <p:nvPr/>
          </p:nvSpPr>
          <p:spPr>
            <a:xfrm>
              <a:off x="1618244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61824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61824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1574879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93" name="object 93"/>
          <p:cNvGrpSpPr/>
          <p:nvPr/>
        </p:nvGrpSpPr>
        <p:grpSpPr>
          <a:xfrm>
            <a:off x="1844470" y="1446953"/>
            <a:ext cx="4445" cy="428625"/>
            <a:chOff x="1844470" y="1446953"/>
            <a:chExt cx="4445" cy="428625"/>
          </a:xfrm>
        </p:grpSpPr>
        <p:sp>
          <p:nvSpPr>
            <p:cNvPr id="94" name="object 94"/>
            <p:cNvSpPr/>
            <p:nvPr/>
          </p:nvSpPr>
          <p:spPr>
            <a:xfrm>
              <a:off x="1846693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5" name="object 95"/>
            <p:cNvSpPr/>
            <p:nvPr/>
          </p:nvSpPr>
          <p:spPr>
            <a:xfrm>
              <a:off x="1846693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6" name="object 96"/>
            <p:cNvSpPr/>
            <p:nvPr/>
          </p:nvSpPr>
          <p:spPr>
            <a:xfrm>
              <a:off x="1846693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7" name="object 97"/>
          <p:cNvSpPr txBox="1"/>
          <p:nvPr/>
        </p:nvSpPr>
        <p:spPr>
          <a:xfrm>
            <a:off x="1803329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98" name="object 98"/>
          <p:cNvGrpSpPr/>
          <p:nvPr/>
        </p:nvGrpSpPr>
        <p:grpSpPr>
          <a:xfrm>
            <a:off x="2072920" y="1446953"/>
            <a:ext cx="4445" cy="428625"/>
            <a:chOff x="2072920" y="1446953"/>
            <a:chExt cx="4445" cy="428625"/>
          </a:xfrm>
        </p:grpSpPr>
        <p:sp>
          <p:nvSpPr>
            <p:cNvPr id="99" name="object 99"/>
            <p:cNvSpPr/>
            <p:nvPr/>
          </p:nvSpPr>
          <p:spPr>
            <a:xfrm>
              <a:off x="2075142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075142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2075142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02"/>
          <p:cNvSpPr txBox="1"/>
          <p:nvPr/>
        </p:nvSpPr>
        <p:spPr>
          <a:xfrm>
            <a:off x="2031778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103" name="object 103"/>
          <p:cNvSpPr txBox="1"/>
          <p:nvPr/>
        </p:nvSpPr>
        <p:spPr>
          <a:xfrm>
            <a:off x="1197695" y="1925375"/>
            <a:ext cx="26860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04" name="object 104"/>
          <p:cNvGrpSpPr/>
          <p:nvPr/>
        </p:nvGrpSpPr>
        <p:grpSpPr>
          <a:xfrm>
            <a:off x="373511" y="1447246"/>
            <a:ext cx="1902460" cy="410845"/>
            <a:chOff x="373511" y="1447246"/>
            <a:chExt cx="1902460" cy="410845"/>
          </a:xfrm>
        </p:grpSpPr>
        <p:sp>
          <p:nvSpPr>
            <p:cNvPr id="105" name="object 105"/>
            <p:cNvSpPr/>
            <p:nvPr/>
          </p:nvSpPr>
          <p:spPr>
            <a:xfrm>
              <a:off x="390387" y="1853645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373511" y="185364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373511" y="185364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390387" y="1671025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373511" y="167102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373511" y="167102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90387" y="1488405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73511" y="148840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73511" y="148840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475999" y="1467675"/>
              <a:ext cx="1712595" cy="369570"/>
            </a:xfrm>
            <a:custGeom>
              <a:avLst/>
              <a:gdLst/>
              <a:ahLst/>
              <a:cxnLst/>
              <a:rect l="l" t="t" r="r" b="b"/>
              <a:pathLst>
                <a:path w="1712595" h="369569">
                  <a:moveTo>
                    <a:pt x="0" y="20729"/>
                  </a:moveTo>
                  <a:lnTo>
                    <a:pt x="1142" y="298637"/>
                  </a:lnTo>
                  <a:lnTo>
                    <a:pt x="2284" y="369461"/>
                  </a:lnTo>
                  <a:lnTo>
                    <a:pt x="5711" y="89235"/>
                  </a:lnTo>
                  <a:lnTo>
                    <a:pt x="6853" y="51515"/>
                  </a:lnTo>
                  <a:lnTo>
                    <a:pt x="35409" y="11547"/>
                  </a:lnTo>
                  <a:lnTo>
                    <a:pt x="74245" y="4002"/>
                  </a:lnTo>
                  <a:lnTo>
                    <a:pt x="116509" y="368"/>
                  </a:lnTo>
                  <a:lnTo>
                    <a:pt x="140496" y="0"/>
                  </a:lnTo>
                  <a:lnTo>
                    <a:pt x="167910" y="681"/>
                  </a:lnTo>
                  <a:lnTo>
                    <a:pt x="202177" y="2662"/>
                  </a:lnTo>
                  <a:lnTo>
                    <a:pt x="257005" y="7072"/>
                  </a:lnTo>
                  <a:lnTo>
                    <a:pt x="338104" y="13438"/>
                  </a:lnTo>
                  <a:lnTo>
                    <a:pt x="392932" y="16587"/>
                  </a:lnTo>
                  <a:lnTo>
                    <a:pt x="448902" y="18707"/>
                  </a:lnTo>
                  <a:lnTo>
                    <a:pt x="514010" y="20055"/>
                  </a:lnTo>
                  <a:lnTo>
                    <a:pt x="601963" y="20707"/>
                  </a:lnTo>
                  <a:lnTo>
                    <a:pt x="791575" y="20713"/>
                  </a:lnTo>
                  <a:lnTo>
                    <a:pt x="1687096" y="20729"/>
                  </a:lnTo>
                  <a:lnTo>
                    <a:pt x="1712225" y="20729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75999" y="1467675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20729"/>
                  </a:moveTo>
                  <a:lnTo>
                    <a:pt x="1142" y="297629"/>
                  </a:lnTo>
                  <a:lnTo>
                    <a:pt x="2284" y="369812"/>
                  </a:lnTo>
                  <a:lnTo>
                    <a:pt x="5711" y="89433"/>
                  </a:lnTo>
                  <a:lnTo>
                    <a:pt x="6853" y="51605"/>
                  </a:lnTo>
                  <a:lnTo>
                    <a:pt x="35409" y="11547"/>
                  </a:lnTo>
                  <a:lnTo>
                    <a:pt x="74245" y="4002"/>
                  </a:lnTo>
                  <a:lnTo>
                    <a:pt x="116509" y="368"/>
                  </a:lnTo>
                  <a:lnTo>
                    <a:pt x="140496" y="0"/>
                  </a:lnTo>
                  <a:lnTo>
                    <a:pt x="167910" y="681"/>
                  </a:lnTo>
                  <a:lnTo>
                    <a:pt x="202177" y="2662"/>
                  </a:lnTo>
                  <a:lnTo>
                    <a:pt x="257005" y="7072"/>
                  </a:lnTo>
                  <a:lnTo>
                    <a:pt x="338104" y="13438"/>
                  </a:lnTo>
                  <a:lnTo>
                    <a:pt x="392932" y="16587"/>
                  </a:lnTo>
                  <a:lnTo>
                    <a:pt x="448902" y="18707"/>
                  </a:lnTo>
                  <a:lnTo>
                    <a:pt x="514010" y="20055"/>
                  </a:lnTo>
                  <a:lnTo>
                    <a:pt x="601963" y="20707"/>
                  </a:lnTo>
                  <a:lnTo>
                    <a:pt x="791575" y="20713"/>
                  </a:lnTo>
                  <a:lnTo>
                    <a:pt x="1687096" y="20729"/>
                  </a:lnTo>
                  <a:lnTo>
                    <a:pt x="1712225" y="20729"/>
                  </a:lnTo>
                </a:path>
              </a:pathLst>
            </a:custGeom>
            <a:ln w="7232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390387" y="1449175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7" name="object 117"/>
          <p:cNvSpPr txBox="1"/>
          <p:nvPr/>
        </p:nvSpPr>
        <p:spPr>
          <a:xfrm>
            <a:off x="282624" y="1805054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sp>
        <p:nvSpPr>
          <p:cNvPr id="118" name="object 118"/>
          <p:cNvSpPr/>
          <p:nvPr/>
        </p:nvSpPr>
        <p:spPr>
          <a:xfrm>
            <a:off x="260032" y="1854835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79" h="4444">
                <a:moveTo>
                  <a:pt x="30185" y="0"/>
                </a:moveTo>
                <a:lnTo>
                  <a:pt x="0" y="0"/>
                </a:lnTo>
                <a:lnTo>
                  <a:pt x="0" y="4002"/>
                </a:lnTo>
                <a:lnTo>
                  <a:pt x="30185" y="4002"/>
                </a:lnTo>
                <a:lnTo>
                  <a:pt x="3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 txBox="1"/>
          <p:nvPr/>
        </p:nvSpPr>
        <p:spPr>
          <a:xfrm>
            <a:off x="313288" y="1622434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5</a:t>
            </a:r>
            <a:endParaRPr sz="400">
              <a:latin typeface="Arial"/>
              <a:cs typeface="Arial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290697" y="1672215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79" h="4444">
                <a:moveTo>
                  <a:pt x="30185" y="0"/>
                </a:moveTo>
                <a:lnTo>
                  <a:pt x="0" y="0"/>
                </a:lnTo>
                <a:lnTo>
                  <a:pt x="0" y="4002"/>
                </a:lnTo>
                <a:lnTo>
                  <a:pt x="30185" y="4002"/>
                </a:lnTo>
                <a:lnTo>
                  <a:pt x="3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 txBox="1"/>
          <p:nvPr/>
        </p:nvSpPr>
        <p:spPr>
          <a:xfrm>
            <a:off x="313269" y="14398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183975" y="1616394"/>
            <a:ext cx="6413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2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123" name="object 123"/>
          <p:cNvGrpSpPr/>
          <p:nvPr/>
        </p:nvGrpSpPr>
        <p:grpSpPr>
          <a:xfrm>
            <a:off x="390387" y="1935117"/>
            <a:ext cx="1884045" cy="428625"/>
            <a:chOff x="390387" y="1935117"/>
            <a:chExt cx="1884045" cy="428625"/>
          </a:xfrm>
        </p:grpSpPr>
        <p:sp>
          <p:nvSpPr>
            <p:cNvPr id="124" name="object 124"/>
            <p:cNvSpPr/>
            <p:nvPr/>
          </p:nvSpPr>
          <p:spPr>
            <a:xfrm>
              <a:off x="390387" y="1937340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1883448" y="0"/>
                  </a:moveTo>
                  <a:lnTo>
                    <a:pt x="0" y="0"/>
                  </a:lnTo>
                  <a:lnTo>
                    <a:pt x="0" y="406803"/>
                  </a:lnTo>
                  <a:lnTo>
                    <a:pt x="1883448" y="406803"/>
                  </a:lnTo>
                  <a:lnTo>
                    <a:pt x="188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5" name="object 125"/>
            <p:cNvSpPr/>
            <p:nvPr/>
          </p:nvSpPr>
          <p:spPr>
            <a:xfrm>
              <a:off x="475999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75999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" name="object 127"/>
            <p:cNvSpPr/>
            <p:nvPr/>
          </p:nvSpPr>
          <p:spPr>
            <a:xfrm>
              <a:off x="475999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8" name="object 128"/>
          <p:cNvSpPr txBox="1"/>
          <p:nvPr/>
        </p:nvSpPr>
        <p:spPr>
          <a:xfrm>
            <a:off x="447966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29" name="object 129"/>
          <p:cNvGrpSpPr/>
          <p:nvPr/>
        </p:nvGrpSpPr>
        <p:grpSpPr>
          <a:xfrm>
            <a:off x="702225" y="1935117"/>
            <a:ext cx="4445" cy="428625"/>
            <a:chOff x="702225" y="1935117"/>
            <a:chExt cx="4445" cy="428625"/>
          </a:xfrm>
        </p:grpSpPr>
        <p:sp>
          <p:nvSpPr>
            <p:cNvPr id="130" name="object 130"/>
            <p:cNvSpPr/>
            <p:nvPr/>
          </p:nvSpPr>
          <p:spPr>
            <a:xfrm>
              <a:off x="704448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1" name="object 131"/>
            <p:cNvSpPr/>
            <p:nvPr/>
          </p:nvSpPr>
          <p:spPr>
            <a:xfrm>
              <a:off x="704448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" name="object 132"/>
            <p:cNvSpPr/>
            <p:nvPr/>
          </p:nvSpPr>
          <p:spPr>
            <a:xfrm>
              <a:off x="704448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3" name="object 133"/>
          <p:cNvSpPr txBox="1"/>
          <p:nvPr/>
        </p:nvSpPr>
        <p:spPr>
          <a:xfrm>
            <a:off x="676415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34" name="object 134"/>
          <p:cNvGrpSpPr/>
          <p:nvPr/>
        </p:nvGrpSpPr>
        <p:grpSpPr>
          <a:xfrm>
            <a:off x="930674" y="1935117"/>
            <a:ext cx="4445" cy="428625"/>
            <a:chOff x="930674" y="1935117"/>
            <a:chExt cx="4445" cy="428625"/>
          </a:xfrm>
        </p:grpSpPr>
        <p:sp>
          <p:nvSpPr>
            <p:cNvPr id="135" name="object 135"/>
            <p:cNvSpPr/>
            <p:nvPr/>
          </p:nvSpPr>
          <p:spPr>
            <a:xfrm>
              <a:off x="932897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6" name="object 136"/>
            <p:cNvSpPr/>
            <p:nvPr/>
          </p:nvSpPr>
          <p:spPr>
            <a:xfrm>
              <a:off x="932897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" name="object 137"/>
            <p:cNvSpPr/>
            <p:nvPr/>
          </p:nvSpPr>
          <p:spPr>
            <a:xfrm>
              <a:off x="932897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8" name="object 138"/>
          <p:cNvSpPr txBox="1"/>
          <p:nvPr/>
        </p:nvSpPr>
        <p:spPr>
          <a:xfrm>
            <a:off x="904865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39" name="object 139"/>
          <p:cNvGrpSpPr/>
          <p:nvPr/>
        </p:nvGrpSpPr>
        <p:grpSpPr>
          <a:xfrm>
            <a:off x="1159123" y="1935117"/>
            <a:ext cx="4445" cy="428625"/>
            <a:chOff x="1159123" y="1935117"/>
            <a:chExt cx="4445" cy="428625"/>
          </a:xfrm>
        </p:grpSpPr>
        <p:sp>
          <p:nvSpPr>
            <p:cNvPr id="140" name="object 140"/>
            <p:cNvSpPr/>
            <p:nvPr/>
          </p:nvSpPr>
          <p:spPr>
            <a:xfrm>
              <a:off x="1161346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" name="object 141"/>
            <p:cNvSpPr/>
            <p:nvPr/>
          </p:nvSpPr>
          <p:spPr>
            <a:xfrm>
              <a:off x="116134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" name="object 142"/>
            <p:cNvSpPr/>
            <p:nvPr/>
          </p:nvSpPr>
          <p:spPr>
            <a:xfrm>
              <a:off x="116134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3" name="object 143"/>
          <p:cNvSpPr txBox="1"/>
          <p:nvPr/>
        </p:nvSpPr>
        <p:spPr>
          <a:xfrm>
            <a:off x="1133314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44" name="object 144"/>
          <p:cNvGrpSpPr/>
          <p:nvPr/>
        </p:nvGrpSpPr>
        <p:grpSpPr>
          <a:xfrm>
            <a:off x="1387572" y="1935117"/>
            <a:ext cx="4445" cy="428625"/>
            <a:chOff x="1387572" y="1935117"/>
            <a:chExt cx="4445" cy="428625"/>
          </a:xfrm>
        </p:grpSpPr>
        <p:sp>
          <p:nvSpPr>
            <p:cNvPr id="145" name="object 145"/>
            <p:cNvSpPr/>
            <p:nvPr/>
          </p:nvSpPr>
          <p:spPr>
            <a:xfrm>
              <a:off x="1389795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" name="object 146"/>
            <p:cNvSpPr/>
            <p:nvPr/>
          </p:nvSpPr>
          <p:spPr>
            <a:xfrm>
              <a:off x="1389795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" name="object 147"/>
            <p:cNvSpPr/>
            <p:nvPr/>
          </p:nvSpPr>
          <p:spPr>
            <a:xfrm>
              <a:off x="1389795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8" name="object 148"/>
          <p:cNvSpPr txBox="1"/>
          <p:nvPr/>
        </p:nvSpPr>
        <p:spPr>
          <a:xfrm>
            <a:off x="1361763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49" name="object 149"/>
          <p:cNvGrpSpPr/>
          <p:nvPr/>
        </p:nvGrpSpPr>
        <p:grpSpPr>
          <a:xfrm>
            <a:off x="1616021" y="1935117"/>
            <a:ext cx="4445" cy="428625"/>
            <a:chOff x="1616021" y="1935117"/>
            <a:chExt cx="4445" cy="428625"/>
          </a:xfrm>
        </p:grpSpPr>
        <p:sp>
          <p:nvSpPr>
            <p:cNvPr id="150" name="object 150"/>
            <p:cNvSpPr/>
            <p:nvPr/>
          </p:nvSpPr>
          <p:spPr>
            <a:xfrm>
              <a:off x="1618244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" name="object 151"/>
            <p:cNvSpPr/>
            <p:nvPr/>
          </p:nvSpPr>
          <p:spPr>
            <a:xfrm>
              <a:off x="161824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" name="object 152"/>
            <p:cNvSpPr/>
            <p:nvPr/>
          </p:nvSpPr>
          <p:spPr>
            <a:xfrm>
              <a:off x="161824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3" name="object 153"/>
          <p:cNvSpPr txBox="1"/>
          <p:nvPr/>
        </p:nvSpPr>
        <p:spPr>
          <a:xfrm>
            <a:off x="1574879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54" name="object 154"/>
          <p:cNvGrpSpPr/>
          <p:nvPr/>
        </p:nvGrpSpPr>
        <p:grpSpPr>
          <a:xfrm>
            <a:off x="1844470" y="1935117"/>
            <a:ext cx="4445" cy="428625"/>
            <a:chOff x="1844470" y="1935117"/>
            <a:chExt cx="4445" cy="428625"/>
          </a:xfrm>
        </p:grpSpPr>
        <p:sp>
          <p:nvSpPr>
            <p:cNvPr id="155" name="object 155"/>
            <p:cNvSpPr/>
            <p:nvPr/>
          </p:nvSpPr>
          <p:spPr>
            <a:xfrm>
              <a:off x="1846693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" name="object 156"/>
            <p:cNvSpPr/>
            <p:nvPr/>
          </p:nvSpPr>
          <p:spPr>
            <a:xfrm>
              <a:off x="1846693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" name="object 157"/>
            <p:cNvSpPr/>
            <p:nvPr/>
          </p:nvSpPr>
          <p:spPr>
            <a:xfrm>
              <a:off x="1846693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8" name="object 158"/>
          <p:cNvSpPr txBox="1"/>
          <p:nvPr/>
        </p:nvSpPr>
        <p:spPr>
          <a:xfrm>
            <a:off x="1803329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59" name="object 159"/>
          <p:cNvGrpSpPr/>
          <p:nvPr/>
        </p:nvGrpSpPr>
        <p:grpSpPr>
          <a:xfrm>
            <a:off x="2072920" y="1935117"/>
            <a:ext cx="4445" cy="428625"/>
            <a:chOff x="2072920" y="1935117"/>
            <a:chExt cx="4445" cy="428625"/>
          </a:xfrm>
        </p:grpSpPr>
        <p:sp>
          <p:nvSpPr>
            <p:cNvPr id="160" name="object 160"/>
            <p:cNvSpPr/>
            <p:nvPr/>
          </p:nvSpPr>
          <p:spPr>
            <a:xfrm>
              <a:off x="2075142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1" name="object 161"/>
            <p:cNvSpPr/>
            <p:nvPr/>
          </p:nvSpPr>
          <p:spPr>
            <a:xfrm>
              <a:off x="2075142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2" name="object 162"/>
            <p:cNvSpPr/>
            <p:nvPr/>
          </p:nvSpPr>
          <p:spPr>
            <a:xfrm>
              <a:off x="2075142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3" name="object 163"/>
          <p:cNvSpPr txBox="1"/>
          <p:nvPr/>
        </p:nvSpPr>
        <p:spPr>
          <a:xfrm>
            <a:off x="2031778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164" name="object 164"/>
          <p:cNvSpPr txBox="1"/>
          <p:nvPr/>
        </p:nvSpPr>
        <p:spPr>
          <a:xfrm>
            <a:off x="1197695" y="2413540"/>
            <a:ext cx="26860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65" name="object 165"/>
          <p:cNvGrpSpPr/>
          <p:nvPr/>
        </p:nvGrpSpPr>
        <p:grpSpPr>
          <a:xfrm>
            <a:off x="373511" y="1935411"/>
            <a:ext cx="1902460" cy="410845"/>
            <a:chOff x="373511" y="1935411"/>
            <a:chExt cx="1902460" cy="410845"/>
          </a:xfrm>
        </p:grpSpPr>
        <p:sp>
          <p:nvSpPr>
            <p:cNvPr id="166" name="object 166"/>
            <p:cNvSpPr/>
            <p:nvPr/>
          </p:nvSpPr>
          <p:spPr>
            <a:xfrm>
              <a:off x="390387" y="2295052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7" name="object 167"/>
            <p:cNvSpPr/>
            <p:nvPr/>
          </p:nvSpPr>
          <p:spPr>
            <a:xfrm>
              <a:off x="373511" y="229505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8" name="object 168"/>
            <p:cNvSpPr/>
            <p:nvPr/>
          </p:nvSpPr>
          <p:spPr>
            <a:xfrm>
              <a:off x="373511" y="229505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9" name="object 169"/>
            <p:cNvSpPr/>
            <p:nvPr/>
          </p:nvSpPr>
          <p:spPr>
            <a:xfrm>
              <a:off x="390387" y="2175264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0" name="object 170"/>
            <p:cNvSpPr/>
            <p:nvPr/>
          </p:nvSpPr>
          <p:spPr>
            <a:xfrm>
              <a:off x="373511" y="21752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1" name="object 171"/>
            <p:cNvSpPr/>
            <p:nvPr/>
          </p:nvSpPr>
          <p:spPr>
            <a:xfrm>
              <a:off x="373511" y="217526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2" name="object 172"/>
            <p:cNvSpPr/>
            <p:nvPr/>
          </p:nvSpPr>
          <p:spPr>
            <a:xfrm>
              <a:off x="390387" y="2055476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3" name="object 173"/>
            <p:cNvSpPr/>
            <p:nvPr/>
          </p:nvSpPr>
          <p:spPr>
            <a:xfrm>
              <a:off x="373511" y="205547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4" name="object 174"/>
            <p:cNvSpPr/>
            <p:nvPr/>
          </p:nvSpPr>
          <p:spPr>
            <a:xfrm>
              <a:off x="373511" y="205547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5" name="object 175"/>
            <p:cNvSpPr/>
            <p:nvPr/>
          </p:nvSpPr>
          <p:spPr>
            <a:xfrm>
              <a:off x="475999" y="1955831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0"/>
                  </a:moveTo>
                  <a:lnTo>
                    <a:pt x="1142" y="41802"/>
                  </a:lnTo>
                  <a:lnTo>
                    <a:pt x="3426" y="251220"/>
                  </a:lnTo>
                  <a:lnTo>
                    <a:pt x="4568" y="313192"/>
                  </a:lnTo>
                  <a:lnTo>
                    <a:pt x="6853" y="360737"/>
                  </a:lnTo>
                  <a:lnTo>
                    <a:pt x="10280" y="369821"/>
                  </a:lnTo>
                  <a:lnTo>
                    <a:pt x="12564" y="368901"/>
                  </a:lnTo>
                  <a:lnTo>
                    <a:pt x="41120" y="342860"/>
                  </a:lnTo>
                  <a:lnTo>
                    <a:pt x="95948" y="282595"/>
                  </a:lnTo>
                  <a:lnTo>
                    <a:pt x="113082" y="265419"/>
                  </a:lnTo>
                  <a:lnTo>
                    <a:pt x="155345" y="231191"/>
                  </a:lnTo>
                  <a:lnTo>
                    <a:pt x="195323" y="210666"/>
                  </a:lnTo>
                  <a:lnTo>
                    <a:pt x="237587" y="200246"/>
                  </a:lnTo>
                  <a:lnTo>
                    <a:pt x="268427" y="198324"/>
                  </a:lnTo>
                  <a:lnTo>
                    <a:pt x="286703" y="198856"/>
                  </a:lnTo>
                  <a:lnTo>
                    <a:pt x="307263" y="200556"/>
                  </a:lnTo>
                  <a:lnTo>
                    <a:pt x="332393" y="203762"/>
                  </a:lnTo>
                  <a:lnTo>
                    <a:pt x="367802" y="209475"/>
                  </a:lnTo>
                  <a:lnTo>
                    <a:pt x="453471" y="223666"/>
                  </a:lnTo>
                  <a:lnTo>
                    <a:pt x="492307" y="228767"/>
                  </a:lnTo>
                  <a:lnTo>
                    <a:pt x="568838" y="235503"/>
                  </a:lnTo>
                  <a:lnTo>
                    <a:pt x="612243" y="237633"/>
                  </a:lnTo>
                  <a:lnTo>
                    <a:pt x="663644" y="239031"/>
                  </a:lnTo>
                  <a:lnTo>
                    <a:pt x="731036" y="239717"/>
                  </a:lnTo>
                  <a:lnTo>
                    <a:pt x="854399" y="239682"/>
                  </a:lnTo>
                  <a:lnTo>
                    <a:pt x="1193646" y="239525"/>
                  </a:lnTo>
                  <a:lnTo>
                    <a:pt x="1712225" y="239575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6" name="object 176"/>
            <p:cNvSpPr/>
            <p:nvPr/>
          </p:nvSpPr>
          <p:spPr>
            <a:xfrm>
              <a:off x="475999" y="1981551"/>
              <a:ext cx="1712595" cy="344170"/>
            </a:xfrm>
            <a:custGeom>
              <a:avLst/>
              <a:gdLst/>
              <a:ahLst/>
              <a:cxnLst/>
              <a:rect l="l" t="t" r="r" b="b"/>
              <a:pathLst>
                <a:path w="1712595" h="344169">
                  <a:moveTo>
                    <a:pt x="0" y="213854"/>
                  </a:moveTo>
                  <a:lnTo>
                    <a:pt x="1142" y="0"/>
                  </a:lnTo>
                  <a:lnTo>
                    <a:pt x="4568" y="280607"/>
                  </a:lnTo>
                  <a:lnTo>
                    <a:pt x="5711" y="317265"/>
                  </a:lnTo>
                  <a:lnTo>
                    <a:pt x="6853" y="334060"/>
                  </a:lnTo>
                  <a:lnTo>
                    <a:pt x="7995" y="341028"/>
                  </a:lnTo>
                  <a:lnTo>
                    <a:pt x="9137" y="343516"/>
                  </a:lnTo>
                  <a:lnTo>
                    <a:pt x="10280" y="344063"/>
                  </a:lnTo>
                  <a:lnTo>
                    <a:pt x="12564" y="343176"/>
                  </a:lnTo>
                  <a:lnTo>
                    <a:pt x="41120" y="317140"/>
                  </a:lnTo>
                  <a:lnTo>
                    <a:pt x="95948" y="256875"/>
                  </a:lnTo>
                  <a:lnTo>
                    <a:pt x="113082" y="239699"/>
                  </a:lnTo>
                  <a:lnTo>
                    <a:pt x="155345" y="205471"/>
                  </a:lnTo>
                  <a:lnTo>
                    <a:pt x="195323" y="184946"/>
                  </a:lnTo>
                  <a:lnTo>
                    <a:pt x="237587" y="174525"/>
                  </a:lnTo>
                  <a:lnTo>
                    <a:pt x="268427" y="172604"/>
                  </a:lnTo>
                  <a:lnTo>
                    <a:pt x="286703" y="173136"/>
                  </a:lnTo>
                  <a:lnTo>
                    <a:pt x="307263" y="174835"/>
                  </a:lnTo>
                  <a:lnTo>
                    <a:pt x="332393" y="178041"/>
                  </a:lnTo>
                  <a:lnTo>
                    <a:pt x="367802" y="183755"/>
                  </a:lnTo>
                  <a:lnTo>
                    <a:pt x="453471" y="197946"/>
                  </a:lnTo>
                  <a:lnTo>
                    <a:pt x="492307" y="203047"/>
                  </a:lnTo>
                  <a:lnTo>
                    <a:pt x="568838" y="209783"/>
                  </a:lnTo>
                  <a:lnTo>
                    <a:pt x="612243" y="211912"/>
                  </a:lnTo>
                  <a:lnTo>
                    <a:pt x="663644" y="213310"/>
                  </a:lnTo>
                  <a:lnTo>
                    <a:pt x="731036" y="213996"/>
                  </a:lnTo>
                  <a:lnTo>
                    <a:pt x="854399" y="213961"/>
                  </a:lnTo>
                  <a:lnTo>
                    <a:pt x="1193646" y="213804"/>
                  </a:lnTo>
                  <a:lnTo>
                    <a:pt x="1712225" y="213854"/>
                  </a:lnTo>
                </a:path>
              </a:pathLst>
            </a:custGeom>
            <a:ln w="7232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7" name="object 177"/>
            <p:cNvSpPr/>
            <p:nvPr/>
          </p:nvSpPr>
          <p:spPr>
            <a:xfrm>
              <a:off x="390387" y="1937340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8" name="object 178"/>
          <p:cNvSpPr txBox="1"/>
          <p:nvPr/>
        </p:nvSpPr>
        <p:spPr>
          <a:xfrm>
            <a:off x="236570" y="2246461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3.10</a:t>
            </a:r>
            <a:endParaRPr sz="400">
              <a:latin typeface="Arial"/>
              <a:cs typeface="Arial"/>
            </a:endParaRPr>
          </a:p>
        </p:txBody>
      </p:sp>
      <p:sp>
        <p:nvSpPr>
          <p:cNvPr id="179" name="object 179"/>
          <p:cNvSpPr txBox="1"/>
          <p:nvPr/>
        </p:nvSpPr>
        <p:spPr>
          <a:xfrm>
            <a:off x="236570" y="2126674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3.15</a:t>
            </a:r>
            <a:endParaRPr sz="400">
              <a:latin typeface="Arial"/>
              <a:cs typeface="Arial"/>
            </a:endParaRPr>
          </a:p>
        </p:txBody>
      </p:sp>
      <p:sp>
        <p:nvSpPr>
          <p:cNvPr id="180" name="object 180"/>
          <p:cNvSpPr txBox="1"/>
          <p:nvPr/>
        </p:nvSpPr>
        <p:spPr>
          <a:xfrm>
            <a:off x="236570" y="2006886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3.20</a:t>
            </a:r>
            <a:endParaRPr sz="400">
              <a:latin typeface="Arial"/>
              <a:cs typeface="Arial"/>
            </a:endParaRPr>
          </a:p>
        </p:txBody>
      </p:sp>
      <p:sp>
        <p:nvSpPr>
          <p:cNvPr id="181" name="object 181"/>
          <p:cNvSpPr txBox="1"/>
          <p:nvPr/>
        </p:nvSpPr>
        <p:spPr>
          <a:xfrm>
            <a:off x="178324" y="2104559"/>
            <a:ext cx="6413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3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182" name="object 182"/>
          <p:cNvGrpSpPr/>
          <p:nvPr/>
        </p:nvGrpSpPr>
        <p:grpSpPr>
          <a:xfrm>
            <a:off x="390387" y="2423282"/>
            <a:ext cx="1884045" cy="428625"/>
            <a:chOff x="390387" y="2423282"/>
            <a:chExt cx="1884045" cy="428625"/>
          </a:xfrm>
        </p:grpSpPr>
        <p:sp>
          <p:nvSpPr>
            <p:cNvPr id="183" name="object 183"/>
            <p:cNvSpPr/>
            <p:nvPr/>
          </p:nvSpPr>
          <p:spPr>
            <a:xfrm>
              <a:off x="390387" y="2425504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1883448" y="0"/>
                  </a:moveTo>
                  <a:lnTo>
                    <a:pt x="0" y="0"/>
                  </a:lnTo>
                  <a:lnTo>
                    <a:pt x="0" y="406803"/>
                  </a:lnTo>
                  <a:lnTo>
                    <a:pt x="1883448" y="406803"/>
                  </a:lnTo>
                  <a:lnTo>
                    <a:pt x="188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4" name="object 184"/>
            <p:cNvSpPr/>
            <p:nvPr/>
          </p:nvSpPr>
          <p:spPr>
            <a:xfrm>
              <a:off x="475999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5" name="object 185"/>
            <p:cNvSpPr/>
            <p:nvPr/>
          </p:nvSpPr>
          <p:spPr>
            <a:xfrm>
              <a:off x="475999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6" name="object 186"/>
            <p:cNvSpPr/>
            <p:nvPr/>
          </p:nvSpPr>
          <p:spPr>
            <a:xfrm>
              <a:off x="475999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7" name="object 187"/>
          <p:cNvSpPr txBox="1"/>
          <p:nvPr/>
        </p:nvSpPr>
        <p:spPr>
          <a:xfrm>
            <a:off x="447966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88" name="object 188"/>
          <p:cNvGrpSpPr/>
          <p:nvPr/>
        </p:nvGrpSpPr>
        <p:grpSpPr>
          <a:xfrm>
            <a:off x="702225" y="2423282"/>
            <a:ext cx="4445" cy="428625"/>
            <a:chOff x="702225" y="2423282"/>
            <a:chExt cx="4445" cy="428625"/>
          </a:xfrm>
        </p:grpSpPr>
        <p:sp>
          <p:nvSpPr>
            <p:cNvPr id="189" name="object 189"/>
            <p:cNvSpPr/>
            <p:nvPr/>
          </p:nvSpPr>
          <p:spPr>
            <a:xfrm>
              <a:off x="704448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0" name="object 190"/>
            <p:cNvSpPr/>
            <p:nvPr/>
          </p:nvSpPr>
          <p:spPr>
            <a:xfrm>
              <a:off x="704448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1" name="object 191"/>
            <p:cNvSpPr/>
            <p:nvPr/>
          </p:nvSpPr>
          <p:spPr>
            <a:xfrm>
              <a:off x="704448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2" name="object 192"/>
          <p:cNvSpPr txBox="1"/>
          <p:nvPr/>
        </p:nvSpPr>
        <p:spPr>
          <a:xfrm>
            <a:off x="676415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93" name="object 193"/>
          <p:cNvGrpSpPr/>
          <p:nvPr/>
        </p:nvGrpSpPr>
        <p:grpSpPr>
          <a:xfrm>
            <a:off x="930674" y="2423282"/>
            <a:ext cx="4445" cy="428625"/>
            <a:chOff x="930674" y="2423282"/>
            <a:chExt cx="4445" cy="428625"/>
          </a:xfrm>
        </p:grpSpPr>
        <p:sp>
          <p:nvSpPr>
            <p:cNvPr id="194" name="object 194"/>
            <p:cNvSpPr/>
            <p:nvPr/>
          </p:nvSpPr>
          <p:spPr>
            <a:xfrm>
              <a:off x="932897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5" name="object 195"/>
            <p:cNvSpPr/>
            <p:nvPr/>
          </p:nvSpPr>
          <p:spPr>
            <a:xfrm>
              <a:off x="932897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6" name="object 196"/>
            <p:cNvSpPr/>
            <p:nvPr/>
          </p:nvSpPr>
          <p:spPr>
            <a:xfrm>
              <a:off x="932897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7" name="object 197"/>
          <p:cNvSpPr txBox="1"/>
          <p:nvPr/>
        </p:nvSpPr>
        <p:spPr>
          <a:xfrm>
            <a:off x="904865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98" name="object 198"/>
          <p:cNvGrpSpPr/>
          <p:nvPr/>
        </p:nvGrpSpPr>
        <p:grpSpPr>
          <a:xfrm>
            <a:off x="1159123" y="2423282"/>
            <a:ext cx="4445" cy="428625"/>
            <a:chOff x="1159123" y="2423282"/>
            <a:chExt cx="4445" cy="428625"/>
          </a:xfrm>
        </p:grpSpPr>
        <p:sp>
          <p:nvSpPr>
            <p:cNvPr id="199" name="object 199"/>
            <p:cNvSpPr/>
            <p:nvPr/>
          </p:nvSpPr>
          <p:spPr>
            <a:xfrm>
              <a:off x="1161346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0" name="object 200"/>
            <p:cNvSpPr/>
            <p:nvPr/>
          </p:nvSpPr>
          <p:spPr>
            <a:xfrm>
              <a:off x="116134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1" name="object 201"/>
            <p:cNvSpPr/>
            <p:nvPr/>
          </p:nvSpPr>
          <p:spPr>
            <a:xfrm>
              <a:off x="116134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2" name="object 202"/>
          <p:cNvSpPr txBox="1"/>
          <p:nvPr/>
        </p:nvSpPr>
        <p:spPr>
          <a:xfrm>
            <a:off x="1133314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03" name="object 203"/>
          <p:cNvGrpSpPr/>
          <p:nvPr/>
        </p:nvGrpSpPr>
        <p:grpSpPr>
          <a:xfrm>
            <a:off x="1387572" y="2423282"/>
            <a:ext cx="233045" cy="428625"/>
            <a:chOff x="1387572" y="2423282"/>
            <a:chExt cx="233045" cy="428625"/>
          </a:xfrm>
        </p:grpSpPr>
        <p:sp>
          <p:nvSpPr>
            <p:cNvPr id="204" name="object 204"/>
            <p:cNvSpPr/>
            <p:nvPr/>
          </p:nvSpPr>
          <p:spPr>
            <a:xfrm>
              <a:off x="1389795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5" name="object 205"/>
            <p:cNvSpPr/>
            <p:nvPr/>
          </p:nvSpPr>
          <p:spPr>
            <a:xfrm>
              <a:off x="1389795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6" name="object 206"/>
            <p:cNvSpPr/>
            <p:nvPr/>
          </p:nvSpPr>
          <p:spPr>
            <a:xfrm>
              <a:off x="1389795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7" name="object 207"/>
            <p:cNvSpPr/>
            <p:nvPr/>
          </p:nvSpPr>
          <p:spPr>
            <a:xfrm>
              <a:off x="1618244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8" name="object 208"/>
            <p:cNvSpPr/>
            <p:nvPr/>
          </p:nvSpPr>
          <p:spPr>
            <a:xfrm>
              <a:off x="161824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9" name="object 209"/>
            <p:cNvSpPr/>
            <p:nvPr/>
          </p:nvSpPr>
          <p:spPr>
            <a:xfrm>
              <a:off x="161824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0" name="object 210"/>
          <p:cNvSpPr txBox="1"/>
          <p:nvPr/>
        </p:nvSpPr>
        <p:spPr>
          <a:xfrm>
            <a:off x="1574879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11" name="object 211"/>
          <p:cNvGrpSpPr/>
          <p:nvPr/>
        </p:nvGrpSpPr>
        <p:grpSpPr>
          <a:xfrm>
            <a:off x="1844470" y="2423282"/>
            <a:ext cx="4445" cy="428625"/>
            <a:chOff x="1844470" y="2423282"/>
            <a:chExt cx="4445" cy="428625"/>
          </a:xfrm>
        </p:grpSpPr>
        <p:sp>
          <p:nvSpPr>
            <p:cNvPr id="212" name="object 212"/>
            <p:cNvSpPr/>
            <p:nvPr/>
          </p:nvSpPr>
          <p:spPr>
            <a:xfrm>
              <a:off x="1846693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3" name="object 213"/>
            <p:cNvSpPr/>
            <p:nvPr/>
          </p:nvSpPr>
          <p:spPr>
            <a:xfrm>
              <a:off x="1846693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4" name="object 214"/>
            <p:cNvSpPr/>
            <p:nvPr/>
          </p:nvSpPr>
          <p:spPr>
            <a:xfrm>
              <a:off x="1846693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5" name="object 215"/>
          <p:cNvSpPr txBox="1"/>
          <p:nvPr/>
        </p:nvSpPr>
        <p:spPr>
          <a:xfrm>
            <a:off x="1803329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16" name="object 216"/>
          <p:cNvGrpSpPr/>
          <p:nvPr/>
        </p:nvGrpSpPr>
        <p:grpSpPr>
          <a:xfrm>
            <a:off x="2072920" y="2423282"/>
            <a:ext cx="4445" cy="428625"/>
            <a:chOff x="2072920" y="2423282"/>
            <a:chExt cx="4445" cy="428625"/>
          </a:xfrm>
        </p:grpSpPr>
        <p:sp>
          <p:nvSpPr>
            <p:cNvPr id="217" name="object 217"/>
            <p:cNvSpPr/>
            <p:nvPr/>
          </p:nvSpPr>
          <p:spPr>
            <a:xfrm>
              <a:off x="2075142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8" name="object 218"/>
            <p:cNvSpPr/>
            <p:nvPr/>
          </p:nvSpPr>
          <p:spPr>
            <a:xfrm>
              <a:off x="2075142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9" name="object 219"/>
            <p:cNvSpPr/>
            <p:nvPr/>
          </p:nvSpPr>
          <p:spPr>
            <a:xfrm>
              <a:off x="2075142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0" name="object 220"/>
          <p:cNvSpPr txBox="1"/>
          <p:nvPr/>
        </p:nvSpPr>
        <p:spPr>
          <a:xfrm>
            <a:off x="2031778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221" name="object 221"/>
          <p:cNvSpPr txBox="1"/>
          <p:nvPr/>
        </p:nvSpPr>
        <p:spPr>
          <a:xfrm>
            <a:off x="1197695" y="2835779"/>
            <a:ext cx="268605" cy="156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3340" algn="r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0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22" name="object 222"/>
          <p:cNvGrpSpPr/>
          <p:nvPr/>
        </p:nvGrpSpPr>
        <p:grpSpPr>
          <a:xfrm>
            <a:off x="373511" y="2423575"/>
            <a:ext cx="1902460" cy="410845"/>
            <a:chOff x="373511" y="2423575"/>
            <a:chExt cx="1902460" cy="410845"/>
          </a:xfrm>
        </p:grpSpPr>
        <p:sp>
          <p:nvSpPr>
            <p:cNvPr id="223" name="object 223"/>
            <p:cNvSpPr/>
            <p:nvPr/>
          </p:nvSpPr>
          <p:spPr>
            <a:xfrm>
              <a:off x="390387" y="2761793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4" name="object 224"/>
            <p:cNvSpPr/>
            <p:nvPr/>
          </p:nvSpPr>
          <p:spPr>
            <a:xfrm>
              <a:off x="373511" y="276179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5" name="object 225"/>
            <p:cNvSpPr/>
            <p:nvPr/>
          </p:nvSpPr>
          <p:spPr>
            <a:xfrm>
              <a:off x="373511" y="2761793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6" name="object 226"/>
            <p:cNvSpPr/>
            <p:nvPr/>
          </p:nvSpPr>
          <p:spPr>
            <a:xfrm>
              <a:off x="390387" y="2624354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7" name="object 227"/>
            <p:cNvSpPr/>
            <p:nvPr/>
          </p:nvSpPr>
          <p:spPr>
            <a:xfrm>
              <a:off x="373511" y="262435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8" name="object 228"/>
            <p:cNvSpPr/>
            <p:nvPr/>
          </p:nvSpPr>
          <p:spPr>
            <a:xfrm>
              <a:off x="373511" y="262435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9" name="object 229"/>
            <p:cNvSpPr/>
            <p:nvPr/>
          </p:nvSpPr>
          <p:spPr>
            <a:xfrm>
              <a:off x="390387" y="2486915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0" name="object 230"/>
            <p:cNvSpPr/>
            <p:nvPr/>
          </p:nvSpPr>
          <p:spPr>
            <a:xfrm>
              <a:off x="373511" y="248691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1" name="object 231"/>
            <p:cNvSpPr/>
            <p:nvPr/>
          </p:nvSpPr>
          <p:spPr>
            <a:xfrm>
              <a:off x="373511" y="248691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5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2" name="object 232"/>
            <p:cNvSpPr/>
            <p:nvPr/>
          </p:nvSpPr>
          <p:spPr>
            <a:xfrm>
              <a:off x="475999" y="2483293"/>
              <a:ext cx="1712595" cy="330835"/>
            </a:xfrm>
            <a:custGeom>
              <a:avLst/>
              <a:gdLst/>
              <a:ahLst/>
              <a:cxnLst/>
              <a:rect l="l" t="t" r="r" b="b"/>
              <a:pathLst>
                <a:path w="1712595" h="330835">
                  <a:moveTo>
                    <a:pt x="0" y="3622"/>
                  </a:moveTo>
                  <a:lnTo>
                    <a:pt x="1142" y="264476"/>
                  </a:lnTo>
                  <a:lnTo>
                    <a:pt x="2284" y="330523"/>
                  </a:lnTo>
                  <a:lnTo>
                    <a:pt x="5711" y="66641"/>
                  </a:lnTo>
                  <a:lnTo>
                    <a:pt x="6853" y="31362"/>
                  </a:lnTo>
                  <a:lnTo>
                    <a:pt x="43405" y="130"/>
                  </a:lnTo>
                  <a:lnTo>
                    <a:pt x="79957" y="0"/>
                  </a:lnTo>
                  <a:lnTo>
                    <a:pt x="135927" y="1002"/>
                  </a:lnTo>
                  <a:lnTo>
                    <a:pt x="270712" y="3645"/>
                  </a:lnTo>
                  <a:lnTo>
                    <a:pt x="365518" y="4182"/>
                  </a:lnTo>
                  <a:lnTo>
                    <a:pt x="551704" y="3860"/>
                  </a:lnTo>
                  <a:lnTo>
                    <a:pt x="903516" y="3616"/>
                  </a:lnTo>
                  <a:lnTo>
                    <a:pt x="1712225" y="3622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3" name="object 233"/>
            <p:cNvSpPr/>
            <p:nvPr/>
          </p:nvSpPr>
          <p:spPr>
            <a:xfrm>
              <a:off x="475999" y="2443995"/>
              <a:ext cx="1712595" cy="196850"/>
            </a:xfrm>
            <a:custGeom>
              <a:avLst/>
              <a:gdLst/>
              <a:ahLst/>
              <a:cxnLst/>
              <a:rect l="l" t="t" r="r" b="b"/>
              <a:pathLst>
                <a:path w="1712595" h="196850">
                  <a:moveTo>
                    <a:pt x="0" y="42920"/>
                  </a:moveTo>
                  <a:lnTo>
                    <a:pt x="1142" y="0"/>
                  </a:lnTo>
                  <a:lnTo>
                    <a:pt x="2284" y="192173"/>
                  </a:lnTo>
                  <a:lnTo>
                    <a:pt x="3426" y="196232"/>
                  </a:lnTo>
                  <a:lnTo>
                    <a:pt x="5711" y="94821"/>
                  </a:lnTo>
                  <a:lnTo>
                    <a:pt x="7995" y="52409"/>
                  </a:lnTo>
                  <a:lnTo>
                    <a:pt x="79957" y="39297"/>
                  </a:lnTo>
                  <a:lnTo>
                    <a:pt x="135927" y="40300"/>
                  </a:lnTo>
                  <a:lnTo>
                    <a:pt x="270712" y="42943"/>
                  </a:lnTo>
                  <a:lnTo>
                    <a:pt x="365518" y="43480"/>
                  </a:lnTo>
                  <a:lnTo>
                    <a:pt x="551704" y="43158"/>
                  </a:lnTo>
                  <a:lnTo>
                    <a:pt x="903516" y="42914"/>
                  </a:lnTo>
                  <a:lnTo>
                    <a:pt x="1712225" y="42920"/>
                  </a:lnTo>
                </a:path>
              </a:pathLst>
            </a:custGeom>
            <a:ln w="7232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4" name="object 234"/>
            <p:cNvSpPr/>
            <p:nvPr/>
          </p:nvSpPr>
          <p:spPr>
            <a:xfrm>
              <a:off x="390387" y="2425504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5" name="object 235"/>
          <p:cNvSpPr txBox="1"/>
          <p:nvPr/>
        </p:nvSpPr>
        <p:spPr>
          <a:xfrm>
            <a:off x="313288" y="2713203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sp>
        <p:nvSpPr>
          <p:cNvPr id="236" name="object 236"/>
          <p:cNvSpPr/>
          <p:nvPr/>
        </p:nvSpPr>
        <p:spPr>
          <a:xfrm>
            <a:off x="290697" y="2762984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79" h="4444">
                <a:moveTo>
                  <a:pt x="30185" y="0"/>
                </a:moveTo>
                <a:lnTo>
                  <a:pt x="0" y="0"/>
                </a:lnTo>
                <a:lnTo>
                  <a:pt x="0" y="4002"/>
                </a:lnTo>
                <a:lnTo>
                  <a:pt x="30185" y="4002"/>
                </a:lnTo>
                <a:lnTo>
                  <a:pt x="3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 txBox="1"/>
          <p:nvPr/>
        </p:nvSpPr>
        <p:spPr>
          <a:xfrm>
            <a:off x="313288" y="2575764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sp>
        <p:nvSpPr>
          <p:cNvPr id="238" name="object 238"/>
          <p:cNvSpPr/>
          <p:nvPr/>
        </p:nvSpPr>
        <p:spPr>
          <a:xfrm>
            <a:off x="290697" y="2625545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79" h="4444">
                <a:moveTo>
                  <a:pt x="30185" y="0"/>
                </a:moveTo>
                <a:lnTo>
                  <a:pt x="0" y="0"/>
                </a:lnTo>
                <a:lnTo>
                  <a:pt x="0" y="4002"/>
                </a:lnTo>
                <a:lnTo>
                  <a:pt x="30185" y="4002"/>
                </a:lnTo>
                <a:lnTo>
                  <a:pt x="3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 txBox="1"/>
          <p:nvPr/>
        </p:nvSpPr>
        <p:spPr>
          <a:xfrm>
            <a:off x="313269" y="243832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sp>
        <p:nvSpPr>
          <p:cNvPr id="240" name="object 240"/>
          <p:cNvSpPr txBox="1"/>
          <p:nvPr/>
        </p:nvSpPr>
        <p:spPr>
          <a:xfrm>
            <a:off x="214640" y="2592723"/>
            <a:ext cx="6413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4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241" name="object 241"/>
          <p:cNvGrpSpPr/>
          <p:nvPr/>
        </p:nvGrpSpPr>
        <p:grpSpPr>
          <a:xfrm>
            <a:off x="2643448" y="958788"/>
            <a:ext cx="4445" cy="428625"/>
            <a:chOff x="2643448" y="958788"/>
            <a:chExt cx="4445" cy="428625"/>
          </a:xfrm>
        </p:grpSpPr>
        <p:sp>
          <p:nvSpPr>
            <p:cNvPr id="242" name="object 242"/>
            <p:cNvSpPr/>
            <p:nvPr/>
          </p:nvSpPr>
          <p:spPr>
            <a:xfrm>
              <a:off x="2645670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3" name="object 243"/>
            <p:cNvSpPr/>
            <p:nvPr/>
          </p:nvSpPr>
          <p:spPr>
            <a:xfrm>
              <a:off x="2645670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4" name="object 244"/>
            <p:cNvSpPr/>
            <p:nvPr/>
          </p:nvSpPr>
          <p:spPr>
            <a:xfrm>
              <a:off x="2645670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5" name="object 245"/>
          <p:cNvSpPr txBox="1"/>
          <p:nvPr/>
        </p:nvSpPr>
        <p:spPr>
          <a:xfrm>
            <a:off x="2617638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46" name="object 246"/>
          <p:cNvGrpSpPr/>
          <p:nvPr/>
        </p:nvGrpSpPr>
        <p:grpSpPr>
          <a:xfrm>
            <a:off x="2871897" y="958788"/>
            <a:ext cx="4445" cy="428625"/>
            <a:chOff x="2871897" y="958788"/>
            <a:chExt cx="4445" cy="428625"/>
          </a:xfrm>
        </p:grpSpPr>
        <p:sp>
          <p:nvSpPr>
            <p:cNvPr id="247" name="object 247"/>
            <p:cNvSpPr/>
            <p:nvPr/>
          </p:nvSpPr>
          <p:spPr>
            <a:xfrm>
              <a:off x="2874120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8" name="object 248"/>
            <p:cNvSpPr/>
            <p:nvPr/>
          </p:nvSpPr>
          <p:spPr>
            <a:xfrm>
              <a:off x="2874120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9" name="object 249"/>
            <p:cNvSpPr/>
            <p:nvPr/>
          </p:nvSpPr>
          <p:spPr>
            <a:xfrm>
              <a:off x="2874120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0" name="object 250"/>
          <p:cNvSpPr txBox="1"/>
          <p:nvPr/>
        </p:nvSpPr>
        <p:spPr>
          <a:xfrm>
            <a:off x="2846087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51" name="object 251"/>
          <p:cNvGrpSpPr/>
          <p:nvPr/>
        </p:nvGrpSpPr>
        <p:grpSpPr>
          <a:xfrm>
            <a:off x="3100346" y="958788"/>
            <a:ext cx="4445" cy="428625"/>
            <a:chOff x="3100346" y="958788"/>
            <a:chExt cx="4445" cy="428625"/>
          </a:xfrm>
        </p:grpSpPr>
        <p:sp>
          <p:nvSpPr>
            <p:cNvPr id="252" name="object 252"/>
            <p:cNvSpPr/>
            <p:nvPr/>
          </p:nvSpPr>
          <p:spPr>
            <a:xfrm>
              <a:off x="3102569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3" name="object 253"/>
            <p:cNvSpPr/>
            <p:nvPr/>
          </p:nvSpPr>
          <p:spPr>
            <a:xfrm>
              <a:off x="3102569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4" name="object 254"/>
            <p:cNvSpPr/>
            <p:nvPr/>
          </p:nvSpPr>
          <p:spPr>
            <a:xfrm>
              <a:off x="3102569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5" name="object 255"/>
          <p:cNvSpPr txBox="1"/>
          <p:nvPr/>
        </p:nvSpPr>
        <p:spPr>
          <a:xfrm>
            <a:off x="3074536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56" name="object 256"/>
          <p:cNvGrpSpPr/>
          <p:nvPr/>
        </p:nvGrpSpPr>
        <p:grpSpPr>
          <a:xfrm>
            <a:off x="3328795" y="958788"/>
            <a:ext cx="4445" cy="428625"/>
            <a:chOff x="3328795" y="958788"/>
            <a:chExt cx="4445" cy="428625"/>
          </a:xfrm>
        </p:grpSpPr>
        <p:sp>
          <p:nvSpPr>
            <p:cNvPr id="257" name="object 257"/>
            <p:cNvSpPr/>
            <p:nvPr/>
          </p:nvSpPr>
          <p:spPr>
            <a:xfrm>
              <a:off x="3331018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8" name="object 258"/>
            <p:cNvSpPr/>
            <p:nvPr/>
          </p:nvSpPr>
          <p:spPr>
            <a:xfrm>
              <a:off x="3331018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9" name="object 259"/>
            <p:cNvSpPr/>
            <p:nvPr/>
          </p:nvSpPr>
          <p:spPr>
            <a:xfrm>
              <a:off x="3331018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0" name="object 260"/>
          <p:cNvSpPr txBox="1"/>
          <p:nvPr/>
        </p:nvSpPr>
        <p:spPr>
          <a:xfrm>
            <a:off x="3302985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61" name="object 261"/>
          <p:cNvGrpSpPr/>
          <p:nvPr/>
        </p:nvGrpSpPr>
        <p:grpSpPr>
          <a:xfrm>
            <a:off x="3557244" y="958788"/>
            <a:ext cx="4445" cy="428625"/>
            <a:chOff x="3557244" y="958788"/>
            <a:chExt cx="4445" cy="428625"/>
          </a:xfrm>
        </p:grpSpPr>
        <p:sp>
          <p:nvSpPr>
            <p:cNvPr id="262" name="object 262"/>
            <p:cNvSpPr/>
            <p:nvPr/>
          </p:nvSpPr>
          <p:spPr>
            <a:xfrm>
              <a:off x="3559466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3" name="object 263"/>
            <p:cNvSpPr/>
            <p:nvPr/>
          </p:nvSpPr>
          <p:spPr>
            <a:xfrm>
              <a:off x="355946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4" name="object 264"/>
            <p:cNvSpPr/>
            <p:nvPr/>
          </p:nvSpPr>
          <p:spPr>
            <a:xfrm>
              <a:off x="355946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5" name="object 265"/>
          <p:cNvSpPr txBox="1"/>
          <p:nvPr/>
        </p:nvSpPr>
        <p:spPr>
          <a:xfrm>
            <a:off x="3531434" y="137128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66" name="object 266"/>
          <p:cNvGrpSpPr/>
          <p:nvPr/>
        </p:nvGrpSpPr>
        <p:grpSpPr>
          <a:xfrm>
            <a:off x="3785693" y="958788"/>
            <a:ext cx="4445" cy="428625"/>
            <a:chOff x="3785693" y="958788"/>
            <a:chExt cx="4445" cy="428625"/>
          </a:xfrm>
        </p:grpSpPr>
        <p:sp>
          <p:nvSpPr>
            <p:cNvPr id="267" name="object 267"/>
            <p:cNvSpPr/>
            <p:nvPr/>
          </p:nvSpPr>
          <p:spPr>
            <a:xfrm>
              <a:off x="3787916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8" name="object 268"/>
            <p:cNvSpPr/>
            <p:nvPr/>
          </p:nvSpPr>
          <p:spPr>
            <a:xfrm>
              <a:off x="378791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9" name="object 269"/>
            <p:cNvSpPr/>
            <p:nvPr/>
          </p:nvSpPr>
          <p:spPr>
            <a:xfrm>
              <a:off x="3787916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0" name="object 270"/>
          <p:cNvSpPr txBox="1"/>
          <p:nvPr/>
        </p:nvSpPr>
        <p:spPr>
          <a:xfrm>
            <a:off x="3744551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71" name="object 271"/>
          <p:cNvGrpSpPr/>
          <p:nvPr/>
        </p:nvGrpSpPr>
        <p:grpSpPr>
          <a:xfrm>
            <a:off x="4014142" y="958788"/>
            <a:ext cx="4445" cy="428625"/>
            <a:chOff x="4014142" y="958788"/>
            <a:chExt cx="4445" cy="428625"/>
          </a:xfrm>
        </p:grpSpPr>
        <p:sp>
          <p:nvSpPr>
            <p:cNvPr id="272" name="object 272"/>
            <p:cNvSpPr/>
            <p:nvPr/>
          </p:nvSpPr>
          <p:spPr>
            <a:xfrm>
              <a:off x="4016365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3" name="object 273"/>
            <p:cNvSpPr/>
            <p:nvPr/>
          </p:nvSpPr>
          <p:spPr>
            <a:xfrm>
              <a:off x="4016365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4" name="object 274"/>
            <p:cNvSpPr/>
            <p:nvPr/>
          </p:nvSpPr>
          <p:spPr>
            <a:xfrm>
              <a:off x="4016365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5" name="object 275"/>
          <p:cNvSpPr txBox="1"/>
          <p:nvPr/>
        </p:nvSpPr>
        <p:spPr>
          <a:xfrm>
            <a:off x="3973000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76" name="object 276"/>
          <p:cNvGrpSpPr/>
          <p:nvPr/>
        </p:nvGrpSpPr>
        <p:grpSpPr>
          <a:xfrm>
            <a:off x="4242591" y="958788"/>
            <a:ext cx="4445" cy="428625"/>
            <a:chOff x="4242591" y="958788"/>
            <a:chExt cx="4445" cy="428625"/>
          </a:xfrm>
        </p:grpSpPr>
        <p:sp>
          <p:nvSpPr>
            <p:cNvPr id="277" name="object 277"/>
            <p:cNvSpPr/>
            <p:nvPr/>
          </p:nvSpPr>
          <p:spPr>
            <a:xfrm>
              <a:off x="4244814" y="961011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4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8" name="object 278"/>
            <p:cNvSpPr/>
            <p:nvPr/>
          </p:nvSpPr>
          <p:spPr>
            <a:xfrm>
              <a:off x="424481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9" name="object 279"/>
            <p:cNvSpPr/>
            <p:nvPr/>
          </p:nvSpPr>
          <p:spPr>
            <a:xfrm>
              <a:off x="4244814" y="1367814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0" name="object 280"/>
          <p:cNvSpPr txBox="1"/>
          <p:nvPr/>
        </p:nvSpPr>
        <p:spPr>
          <a:xfrm>
            <a:off x="4201449" y="1371286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281" name="object 281"/>
          <p:cNvSpPr txBox="1"/>
          <p:nvPr/>
        </p:nvSpPr>
        <p:spPr>
          <a:xfrm>
            <a:off x="3367367" y="1437211"/>
            <a:ext cx="26860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82" name="object 282"/>
          <p:cNvGrpSpPr/>
          <p:nvPr/>
        </p:nvGrpSpPr>
        <p:grpSpPr>
          <a:xfrm>
            <a:off x="2543182" y="959082"/>
            <a:ext cx="1902460" cy="410845"/>
            <a:chOff x="2543182" y="959082"/>
            <a:chExt cx="1902460" cy="410845"/>
          </a:xfrm>
        </p:grpSpPr>
        <p:sp>
          <p:nvSpPr>
            <p:cNvPr id="283" name="object 283"/>
            <p:cNvSpPr/>
            <p:nvPr/>
          </p:nvSpPr>
          <p:spPr>
            <a:xfrm>
              <a:off x="2560059" y="1262929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4" name="object 284"/>
            <p:cNvSpPr/>
            <p:nvPr/>
          </p:nvSpPr>
          <p:spPr>
            <a:xfrm>
              <a:off x="2543182" y="126292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5" name="object 285"/>
            <p:cNvSpPr/>
            <p:nvPr/>
          </p:nvSpPr>
          <p:spPr>
            <a:xfrm>
              <a:off x="2543182" y="126292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6" name="object 286"/>
            <p:cNvSpPr/>
            <p:nvPr/>
          </p:nvSpPr>
          <p:spPr>
            <a:xfrm>
              <a:off x="2560059" y="1095315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7" name="object 287"/>
            <p:cNvSpPr/>
            <p:nvPr/>
          </p:nvSpPr>
          <p:spPr>
            <a:xfrm>
              <a:off x="2543182" y="109531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8" name="object 288"/>
            <p:cNvSpPr/>
            <p:nvPr/>
          </p:nvSpPr>
          <p:spPr>
            <a:xfrm>
              <a:off x="2543182" y="1095315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9" name="object 289"/>
            <p:cNvSpPr/>
            <p:nvPr/>
          </p:nvSpPr>
          <p:spPr>
            <a:xfrm>
              <a:off x="2645671" y="979563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115752"/>
                  </a:moveTo>
                  <a:lnTo>
                    <a:pt x="1142" y="144481"/>
                  </a:lnTo>
                  <a:lnTo>
                    <a:pt x="3426" y="289240"/>
                  </a:lnTo>
                  <a:lnTo>
                    <a:pt x="4568" y="331887"/>
                  </a:lnTo>
                  <a:lnTo>
                    <a:pt x="5711" y="354011"/>
                  </a:lnTo>
                  <a:lnTo>
                    <a:pt x="6853" y="364145"/>
                  </a:lnTo>
                  <a:lnTo>
                    <a:pt x="7995" y="368251"/>
                  </a:lnTo>
                  <a:lnTo>
                    <a:pt x="9137" y="369596"/>
                  </a:lnTo>
                  <a:lnTo>
                    <a:pt x="11422" y="369445"/>
                  </a:lnTo>
                  <a:lnTo>
                    <a:pt x="36551" y="336657"/>
                  </a:lnTo>
                  <a:lnTo>
                    <a:pt x="47974" y="296838"/>
                  </a:lnTo>
                  <a:lnTo>
                    <a:pt x="62823" y="238888"/>
                  </a:lnTo>
                  <a:lnTo>
                    <a:pt x="68534" y="221425"/>
                  </a:lnTo>
                  <a:lnTo>
                    <a:pt x="95948" y="184853"/>
                  </a:lnTo>
                  <a:lnTo>
                    <a:pt x="100517" y="179013"/>
                  </a:lnTo>
                  <a:lnTo>
                    <a:pt x="105086" y="170988"/>
                  </a:lnTo>
                  <a:lnTo>
                    <a:pt x="109655" y="160514"/>
                  </a:lnTo>
                  <a:lnTo>
                    <a:pt x="115366" y="144284"/>
                  </a:lnTo>
                  <a:lnTo>
                    <a:pt x="126789" y="106774"/>
                  </a:lnTo>
                  <a:lnTo>
                    <a:pt x="133642" y="86449"/>
                  </a:lnTo>
                  <a:lnTo>
                    <a:pt x="151918" y="61889"/>
                  </a:lnTo>
                  <a:lnTo>
                    <a:pt x="155345" y="61968"/>
                  </a:lnTo>
                  <a:lnTo>
                    <a:pt x="161056" y="63556"/>
                  </a:lnTo>
                  <a:lnTo>
                    <a:pt x="166767" y="65113"/>
                  </a:lnTo>
                  <a:lnTo>
                    <a:pt x="203319" y="14327"/>
                  </a:lnTo>
                  <a:lnTo>
                    <a:pt x="207888" y="7664"/>
                  </a:lnTo>
                  <a:lnTo>
                    <a:pt x="211315" y="4430"/>
                  </a:lnTo>
                  <a:lnTo>
                    <a:pt x="214742" y="2882"/>
                  </a:lnTo>
                  <a:lnTo>
                    <a:pt x="217026" y="2796"/>
                  </a:lnTo>
                  <a:lnTo>
                    <a:pt x="220453" y="4008"/>
                  </a:lnTo>
                  <a:lnTo>
                    <a:pt x="223880" y="6628"/>
                  </a:lnTo>
                  <a:lnTo>
                    <a:pt x="228449" y="11727"/>
                  </a:lnTo>
                  <a:lnTo>
                    <a:pt x="241013" y="27143"/>
                  </a:lnTo>
                  <a:lnTo>
                    <a:pt x="244440" y="29680"/>
                  </a:lnTo>
                  <a:lnTo>
                    <a:pt x="247867" y="30900"/>
                  </a:lnTo>
                  <a:lnTo>
                    <a:pt x="251293" y="30675"/>
                  </a:lnTo>
                  <a:lnTo>
                    <a:pt x="254720" y="29015"/>
                  </a:lnTo>
                  <a:lnTo>
                    <a:pt x="258147" y="26067"/>
                  </a:lnTo>
                  <a:lnTo>
                    <a:pt x="262716" y="20616"/>
                  </a:lnTo>
                  <a:lnTo>
                    <a:pt x="275281" y="4227"/>
                  </a:lnTo>
                  <a:lnTo>
                    <a:pt x="278707" y="1446"/>
                  </a:lnTo>
                  <a:lnTo>
                    <a:pt x="282134" y="57"/>
                  </a:lnTo>
                  <a:lnTo>
                    <a:pt x="284419" y="0"/>
                  </a:lnTo>
                  <a:lnTo>
                    <a:pt x="287845" y="1270"/>
                  </a:lnTo>
                  <a:lnTo>
                    <a:pt x="291272" y="4118"/>
                  </a:lnTo>
                  <a:lnTo>
                    <a:pt x="294699" y="8363"/>
                  </a:lnTo>
                  <a:lnTo>
                    <a:pt x="300410" y="17685"/>
                  </a:lnTo>
                  <a:lnTo>
                    <a:pt x="311832" y="37553"/>
                  </a:lnTo>
                  <a:lnTo>
                    <a:pt x="316401" y="43099"/>
                  </a:lnTo>
                  <a:lnTo>
                    <a:pt x="319828" y="45652"/>
                  </a:lnTo>
                  <a:lnTo>
                    <a:pt x="323255" y="46683"/>
                  </a:lnTo>
                  <a:lnTo>
                    <a:pt x="326682" y="46211"/>
                  </a:lnTo>
                  <a:lnTo>
                    <a:pt x="330108" y="44393"/>
                  </a:lnTo>
                  <a:lnTo>
                    <a:pt x="334677" y="40372"/>
                  </a:lnTo>
                  <a:lnTo>
                    <a:pt x="348384" y="26761"/>
                  </a:lnTo>
                  <a:lnTo>
                    <a:pt x="351811" y="25274"/>
                  </a:lnTo>
                  <a:lnTo>
                    <a:pt x="384936" y="68683"/>
                  </a:lnTo>
                  <a:lnTo>
                    <a:pt x="388363" y="72797"/>
                  </a:lnTo>
                  <a:lnTo>
                    <a:pt x="391790" y="75457"/>
                  </a:lnTo>
                  <a:lnTo>
                    <a:pt x="395216" y="76552"/>
                  </a:lnTo>
                  <a:lnTo>
                    <a:pt x="398643" y="76111"/>
                  </a:lnTo>
                  <a:lnTo>
                    <a:pt x="402070" y="74299"/>
                  </a:lnTo>
                  <a:lnTo>
                    <a:pt x="406639" y="70260"/>
                  </a:lnTo>
                  <a:lnTo>
                    <a:pt x="420346" y="56515"/>
                  </a:lnTo>
                  <a:lnTo>
                    <a:pt x="423772" y="54975"/>
                  </a:lnTo>
                  <a:lnTo>
                    <a:pt x="456898" y="96295"/>
                  </a:lnTo>
                  <a:lnTo>
                    <a:pt x="460324" y="99990"/>
                  </a:lnTo>
                  <a:lnTo>
                    <a:pt x="463751" y="102206"/>
                  </a:lnTo>
                  <a:lnTo>
                    <a:pt x="467178" y="102844"/>
                  </a:lnTo>
                  <a:lnTo>
                    <a:pt x="470605" y="101939"/>
                  </a:lnTo>
                  <a:lnTo>
                    <a:pt x="474031" y="99666"/>
                  </a:lnTo>
                  <a:lnTo>
                    <a:pt x="478600" y="95028"/>
                  </a:lnTo>
                  <a:lnTo>
                    <a:pt x="491165" y="80578"/>
                  </a:lnTo>
                  <a:lnTo>
                    <a:pt x="494592" y="78253"/>
                  </a:lnTo>
                  <a:lnTo>
                    <a:pt x="498018" y="77267"/>
                  </a:lnTo>
                  <a:lnTo>
                    <a:pt x="501445" y="77787"/>
                  </a:lnTo>
                  <a:lnTo>
                    <a:pt x="504872" y="79839"/>
                  </a:lnTo>
                  <a:lnTo>
                    <a:pt x="508299" y="83315"/>
                  </a:lnTo>
                  <a:lnTo>
                    <a:pt x="512868" y="89734"/>
                  </a:lnTo>
                  <a:lnTo>
                    <a:pt x="528859" y="115018"/>
                  </a:lnTo>
                  <a:lnTo>
                    <a:pt x="532286" y="118183"/>
                  </a:lnTo>
                  <a:lnTo>
                    <a:pt x="535713" y="119864"/>
                  </a:lnTo>
                  <a:lnTo>
                    <a:pt x="539139" y="119965"/>
                  </a:lnTo>
                  <a:lnTo>
                    <a:pt x="542566" y="118534"/>
                  </a:lnTo>
                  <a:lnTo>
                    <a:pt x="545993" y="115751"/>
                  </a:lnTo>
                  <a:lnTo>
                    <a:pt x="550562" y="110470"/>
                  </a:lnTo>
                  <a:lnTo>
                    <a:pt x="563126" y="94520"/>
                  </a:lnTo>
                  <a:lnTo>
                    <a:pt x="566553" y="91849"/>
                  </a:lnTo>
                  <a:lnTo>
                    <a:pt x="569980" y="90535"/>
                  </a:lnTo>
                  <a:lnTo>
                    <a:pt x="573407" y="90737"/>
                  </a:lnTo>
                  <a:lnTo>
                    <a:pt x="576833" y="92476"/>
                  </a:lnTo>
                  <a:lnTo>
                    <a:pt x="580260" y="95633"/>
                  </a:lnTo>
                  <a:lnTo>
                    <a:pt x="584829" y="101609"/>
                  </a:lnTo>
                  <a:lnTo>
                    <a:pt x="600821" y="125096"/>
                  </a:lnTo>
                  <a:lnTo>
                    <a:pt x="604247" y="127836"/>
                  </a:lnTo>
                  <a:lnTo>
                    <a:pt x="607674" y="129090"/>
                  </a:lnTo>
                  <a:lnTo>
                    <a:pt x="611101" y="128771"/>
                  </a:lnTo>
                  <a:lnTo>
                    <a:pt x="614527" y="126932"/>
                  </a:lnTo>
                  <a:lnTo>
                    <a:pt x="617954" y="123763"/>
                  </a:lnTo>
                  <a:lnTo>
                    <a:pt x="622523" y="118009"/>
                  </a:lnTo>
                  <a:lnTo>
                    <a:pt x="635088" y="101054"/>
                  </a:lnTo>
                  <a:lnTo>
                    <a:pt x="638515" y="98177"/>
                  </a:lnTo>
                  <a:lnTo>
                    <a:pt x="641941" y="96676"/>
                  </a:lnTo>
                  <a:lnTo>
                    <a:pt x="645368" y="96703"/>
                  </a:lnTo>
                  <a:lnTo>
                    <a:pt x="648795" y="98271"/>
                  </a:lnTo>
                  <a:lnTo>
                    <a:pt x="652222" y="101254"/>
                  </a:lnTo>
                  <a:lnTo>
                    <a:pt x="656791" y="106981"/>
                  </a:lnTo>
                  <a:lnTo>
                    <a:pt x="672782" y="129349"/>
                  </a:lnTo>
                  <a:lnTo>
                    <a:pt x="676209" y="131810"/>
                  </a:lnTo>
                  <a:lnTo>
                    <a:pt x="679635" y="132782"/>
                  </a:lnTo>
                  <a:lnTo>
                    <a:pt x="683062" y="132187"/>
                  </a:lnTo>
                  <a:lnTo>
                    <a:pt x="686489" y="130085"/>
                  </a:lnTo>
                  <a:lnTo>
                    <a:pt x="689916" y="126674"/>
                  </a:lnTo>
                  <a:lnTo>
                    <a:pt x="695627" y="118963"/>
                  </a:lnTo>
                  <a:lnTo>
                    <a:pt x="705907" y="104442"/>
                  </a:lnTo>
                  <a:lnTo>
                    <a:pt x="709334" y="101083"/>
                  </a:lnTo>
                  <a:lnTo>
                    <a:pt x="712761" y="99042"/>
                  </a:lnTo>
                  <a:lnTo>
                    <a:pt x="716187" y="98506"/>
                  </a:lnTo>
                  <a:lnTo>
                    <a:pt x="719614" y="99526"/>
                  </a:lnTo>
                  <a:lnTo>
                    <a:pt x="723041" y="102014"/>
                  </a:lnTo>
                  <a:lnTo>
                    <a:pt x="727610" y="107221"/>
                  </a:lnTo>
                  <a:lnTo>
                    <a:pt x="734463" y="117322"/>
                  </a:lnTo>
                  <a:lnTo>
                    <a:pt x="741317" y="126993"/>
                  </a:lnTo>
                  <a:lnTo>
                    <a:pt x="745886" y="131496"/>
                  </a:lnTo>
                  <a:lnTo>
                    <a:pt x="749312" y="133307"/>
                  </a:lnTo>
                  <a:lnTo>
                    <a:pt x="752739" y="133587"/>
                  </a:lnTo>
                  <a:lnTo>
                    <a:pt x="756166" y="132311"/>
                  </a:lnTo>
                  <a:lnTo>
                    <a:pt x="759593" y="129594"/>
                  </a:lnTo>
                  <a:lnTo>
                    <a:pt x="764162" y="124166"/>
                  </a:lnTo>
                  <a:lnTo>
                    <a:pt x="780153" y="102210"/>
                  </a:lnTo>
                  <a:lnTo>
                    <a:pt x="783580" y="99728"/>
                  </a:lnTo>
                  <a:lnTo>
                    <a:pt x="787007" y="98714"/>
                  </a:lnTo>
                  <a:lnTo>
                    <a:pt x="790433" y="99260"/>
                  </a:lnTo>
                  <a:lnTo>
                    <a:pt x="793860" y="101314"/>
                  </a:lnTo>
                  <a:lnTo>
                    <a:pt x="797287" y="104694"/>
                  </a:lnTo>
                  <a:lnTo>
                    <a:pt x="801856" y="110724"/>
                  </a:lnTo>
                  <a:lnTo>
                    <a:pt x="814420" y="128443"/>
                  </a:lnTo>
                  <a:lnTo>
                    <a:pt x="817847" y="131529"/>
                  </a:lnTo>
                  <a:lnTo>
                    <a:pt x="821274" y="133233"/>
                  </a:lnTo>
                  <a:lnTo>
                    <a:pt x="824701" y="133403"/>
                  </a:lnTo>
                  <a:lnTo>
                    <a:pt x="828127" y="132021"/>
                  </a:lnTo>
                  <a:lnTo>
                    <a:pt x="831554" y="129210"/>
                  </a:lnTo>
                  <a:lnTo>
                    <a:pt x="836123" y="123686"/>
                  </a:lnTo>
                  <a:lnTo>
                    <a:pt x="852114" y="101761"/>
                  </a:lnTo>
                  <a:lnTo>
                    <a:pt x="855541" y="99348"/>
                  </a:lnTo>
                  <a:lnTo>
                    <a:pt x="858968" y="98413"/>
                  </a:lnTo>
                  <a:lnTo>
                    <a:pt x="862395" y="99040"/>
                  </a:lnTo>
                  <a:lnTo>
                    <a:pt x="865821" y="101169"/>
                  </a:lnTo>
                  <a:lnTo>
                    <a:pt x="869248" y="104611"/>
                  </a:lnTo>
                  <a:lnTo>
                    <a:pt x="874959" y="112383"/>
                  </a:lnTo>
                  <a:lnTo>
                    <a:pt x="885240" y="127065"/>
                  </a:lnTo>
                  <a:lnTo>
                    <a:pt x="889809" y="131351"/>
                  </a:lnTo>
                  <a:lnTo>
                    <a:pt x="893235" y="132974"/>
                  </a:lnTo>
                  <a:lnTo>
                    <a:pt x="896662" y="133058"/>
                  </a:lnTo>
                  <a:lnTo>
                    <a:pt x="900089" y="131595"/>
                  </a:lnTo>
                  <a:lnTo>
                    <a:pt x="903516" y="128713"/>
                  </a:lnTo>
                  <a:lnTo>
                    <a:pt x="908084" y="123125"/>
                  </a:lnTo>
                  <a:lnTo>
                    <a:pt x="924076" y="101318"/>
                  </a:lnTo>
                  <a:lnTo>
                    <a:pt x="927503" y="98990"/>
                  </a:lnTo>
                  <a:lnTo>
                    <a:pt x="930929" y="98148"/>
                  </a:lnTo>
                  <a:lnTo>
                    <a:pt x="934356" y="98868"/>
                  </a:lnTo>
                  <a:lnTo>
                    <a:pt x="937783" y="101085"/>
                  </a:lnTo>
                  <a:lnTo>
                    <a:pt x="941210" y="104599"/>
                  </a:lnTo>
                  <a:lnTo>
                    <a:pt x="946921" y="112445"/>
                  </a:lnTo>
                  <a:lnTo>
                    <a:pt x="957201" y="127083"/>
                  </a:lnTo>
                  <a:lnTo>
                    <a:pt x="960628" y="130449"/>
                  </a:lnTo>
                  <a:lnTo>
                    <a:pt x="964055" y="132486"/>
                  </a:lnTo>
                  <a:lnTo>
                    <a:pt x="967481" y="133012"/>
                  </a:lnTo>
                  <a:lnTo>
                    <a:pt x="970908" y="131978"/>
                  </a:lnTo>
                  <a:lnTo>
                    <a:pt x="974335" y="129477"/>
                  </a:lnTo>
                  <a:lnTo>
                    <a:pt x="978904" y="124262"/>
                  </a:lnTo>
                  <a:lnTo>
                    <a:pt x="985757" y="114179"/>
                  </a:lnTo>
                  <a:lnTo>
                    <a:pt x="992611" y="104571"/>
                  </a:lnTo>
                  <a:lnTo>
                    <a:pt x="997180" y="100130"/>
                  </a:lnTo>
                  <a:lnTo>
                    <a:pt x="1000606" y="98370"/>
                  </a:lnTo>
                  <a:lnTo>
                    <a:pt x="1004033" y="98143"/>
                  </a:lnTo>
                  <a:lnTo>
                    <a:pt x="1007460" y="99468"/>
                  </a:lnTo>
                  <a:lnTo>
                    <a:pt x="1010887" y="102227"/>
                  </a:lnTo>
                  <a:lnTo>
                    <a:pt x="1015456" y="107695"/>
                  </a:lnTo>
                  <a:lnTo>
                    <a:pt x="1031447" y="129590"/>
                  </a:lnTo>
                  <a:lnTo>
                    <a:pt x="1034874" y="132025"/>
                  </a:lnTo>
                  <a:lnTo>
                    <a:pt x="1038300" y="132986"/>
                  </a:lnTo>
                  <a:lnTo>
                    <a:pt x="1041727" y="132386"/>
                  </a:lnTo>
                  <a:lnTo>
                    <a:pt x="1045154" y="130281"/>
                  </a:lnTo>
                  <a:lnTo>
                    <a:pt x="1048581" y="126856"/>
                  </a:lnTo>
                  <a:lnTo>
                    <a:pt x="1054292" y="119093"/>
                  </a:lnTo>
                  <a:lnTo>
                    <a:pt x="1064572" y="104345"/>
                  </a:lnTo>
                  <a:lnTo>
                    <a:pt x="1069141" y="100000"/>
                  </a:lnTo>
                  <a:lnTo>
                    <a:pt x="1072568" y="98327"/>
                  </a:lnTo>
                  <a:lnTo>
                    <a:pt x="1075995" y="98191"/>
                  </a:lnTo>
                  <a:lnTo>
                    <a:pt x="1079421" y="99605"/>
                  </a:lnTo>
                  <a:lnTo>
                    <a:pt x="1082848" y="102442"/>
                  </a:lnTo>
                  <a:lnTo>
                    <a:pt x="1087417" y="107986"/>
                  </a:lnTo>
                  <a:lnTo>
                    <a:pt x="1103408" y="129803"/>
                  </a:lnTo>
                  <a:lnTo>
                    <a:pt x="1106835" y="132162"/>
                  </a:lnTo>
                  <a:lnTo>
                    <a:pt x="1110262" y="133039"/>
                  </a:lnTo>
                  <a:lnTo>
                    <a:pt x="1113689" y="132355"/>
                  </a:lnTo>
                  <a:lnTo>
                    <a:pt x="1117115" y="130171"/>
                  </a:lnTo>
                  <a:lnTo>
                    <a:pt x="1120542" y="126683"/>
                  </a:lnTo>
                  <a:lnTo>
                    <a:pt x="1126253" y="118859"/>
                  </a:lnTo>
                  <a:lnTo>
                    <a:pt x="1136534" y="104180"/>
                  </a:lnTo>
                  <a:lnTo>
                    <a:pt x="1139960" y="100780"/>
                  </a:lnTo>
                  <a:lnTo>
                    <a:pt x="1143387" y="98703"/>
                  </a:lnTo>
                  <a:lnTo>
                    <a:pt x="1146814" y="98134"/>
                  </a:lnTo>
                  <a:lnTo>
                    <a:pt x="1150240" y="99126"/>
                  </a:lnTo>
                  <a:lnTo>
                    <a:pt x="1153667" y="101590"/>
                  </a:lnTo>
                  <a:lnTo>
                    <a:pt x="1158236" y="106767"/>
                  </a:lnTo>
                  <a:lnTo>
                    <a:pt x="1165090" y="116831"/>
                  </a:lnTo>
                  <a:lnTo>
                    <a:pt x="1171943" y="126470"/>
                  </a:lnTo>
                  <a:lnTo>
                    <a:pt x="1176512" y="130954"/>
                  </a:lnTo>
                  <a:lnTo>
                    <a:pt x="1179939" y="132755"/>
                  </a:lnTo>
                  <a:lnTo>
                    <a:pt x="1183366" y="133025"/>
                  </a:lnTo>
                  <a:lnTo>
                    <a:pt x="1186792" y="131742"/>
                  </a:lnTo>
                  <a:lnTo>
                    <a:pt x="1190219" y="129020"/>
                  </a:lnTo>
                  <a:lnTo>
                    <a:pt x="1194788" y="123590"/>
                  </a:lnTo>
                  <a:lnTo>
                    <a:pt x="1210779" y="101667"/>
                  </a:lnTo>
                  <a:lnTo>
                    <a:pt x="1214206" y="99198"/>
                  </a:lnTo>
                  <a:lnTo>
                    <a:pt x="1217633" y="98200"/>
                  </a:lnTo>
                  <a:lnTo>
                    <a:pt x="1221060" y="98761"/>
                  </a:lnTo>
                  <a:lnTo>
                    <a:pt x="1224486" y="100833"/>
                  </a:lnTo>
                  <a:lnTo>
                    <a:pt x="1227913" y="104229"/>
                  </a:lnTo>
                  <a:lnTo>
                    <a:pt x="1232482" y="110281"/>
                  </a:lnTo>
                  <a:lnTo>
                    <a:pt x="1245047" y="128053"/>
                  </a:lnTo>
                  <a:lnTo>
                    <a:pt x="1248474" y="131152"/>
                  </a:lnTo>
                  <a:lnTo>
                    <a:pt x="1251900" y="132868"/>
                  </a:lnTo>
                  <a:lnTo>
                    <a:pt x="1255327" y="133050"/>
                  </a:lnTo>
                  <a:lnTo>
                    <a:pt x="1258754" y="131681"/>
                  </a:lnTo>
                  <a:lnTo>
                    <a:pt x="1262181" y="128884"/>
                  </a:lnTo>
                  <a:lnTo>
                    <a:pt x="1266750" y="123380"/>
                  </a:lnTo>
                  <a:lnTo>
                    <a:pt x="1282741" y="101541"/>
                  </a:lnTo>
                  <a:lnTo>
                    <a:pt x="1286168" y="99149"/>
                  </a:lnTo>
                  <a:lnTo>
                    <a:pt x="1289594" y="98237"/>
                  </a:lnTo>
                  <a:lnTo>
                    <a:pt x="1293021" y="98884"/>
                  </a:lnTo>
                  <a:lnTo>
                    <a:pt x="1296448" y="101035"/>
                  </a:lnTo>
                  <a:lnTo>
                    <a:pt x="1299875" y="104497"/>
                  </a:lnTo>
                  <a:lnTo>
                    <a:pt x="1305586" y="112299"/>
                  </a:lnTo>
                  <a:lnTo>
                    <a:pt x="1315866" y="127023"/>
                  </a:lnTo>
                  <a:lnTo>
                    <a:pt x="1320435" y="131324"/>
                  </a:lnTo>
                  <a:lnTo>
                    <a:pt x="1323862" y="132957"/>
                  </a:lnTo>
                  <a:lnTo>
                    <a:pt x="1327289" y="133050"/>
                  </a:lnTo>
                  <a:lnTo>
                    <a:pt x="1330715" y="131596"/>
                  </a:lnTo>
                  <a:lnTo>
                    <a:pt x="1334142" y="128724"/>
                  </a:lnTo>
                  <a:lnTo>
                    <a:pt x="1338711" y="123148"/>
                  </a:lnTo>
                  <a:lnTo>
                    <a:pt x="1354702" y="101400"/>
                  </a:lnTo>
                  <a:lnTo>
                    <a:pt x="1358129" y="99085"/>
                  </a:lnTo>
                  <a:lnTo>
                    <a:pt x="1361556" y="98258"/>
                  </a:lnTo>
                  <a:lnTo>
                    <a:pt x="1364983" y="98992"/>
                  </a:lnTo>
                  <a:lnTo>
                    <a:pt x="1368409" y="101222"/>
                  </a:lnTo>
                  <a:lnTo>
                    <a:pt x="1371836" y="104748"/>
                  </a:lnTo>
                  <a:lnTo>
                    <a:pt x="1377547" y="112611"/>
                  </a:lnTo>
                  <a:lnTo>
                    <a:pt x="1387828" y="127266"/>
                  </a:lnTo>
                  <a:lnTo>
                    <a:pt x="1391254" y="130635"/>
                  </a:lnTo>
                  <a:lnTo>
                    <a:pt x="1394681" y="132674"/>
                  </a:lnTo>
                  <a:lnTo>
                    <a:pt x="1398108" y="133200"/>
                  </a:lnTo>
                  <a:lnTo>
                    <a:pt x="1401534" y="132167"/>
                  </a:lnTo>
                  <a:lnTo>
                    <a:pt x="1404961" y="129667"/>
                  </a:lnTo>
                  <a:lnTo>
                    <a:pt x="1409530" y="124453"/>
                  </a:lnTo>
                  <a:lnTo>
                    <a:pt x="1416384" y="114377"/>
                  </a:lnTo>
                  <a:lnTo>
                    <a:pt x="1423237" y="104778"/>
                  </a:lnTo>
                  <a:lnTo>
                    <a:pt x="1427806" y="100345"/>
                  </a:lnTo>
                  <a:lnTo>
                    <a:pt x="1431233" y="98592"/>
                  </a:lnTo>
                  <a:lnTo>
                    <a:pt x="1434660" y="98371"/>
                  </a:lnTo>
                  <a:lnTo>
                    <a:pt x="1438086" y="99702"/>
                  </a:lnTo>
                  <a:lnTo>
                    <a:pt x="1441513" y="102467"/>
                  </a:lnTo>
                  <a:lnTo>
                    <a:pt x="1446082" y="107940"/>
                  </a:lnTo>
                  <a:lnTo>
                    <a:pt x="1462073" y="129832"/>
                  </a:lnTo>
                  <a:lnTo>
                    <a:pt x="1465500" y="132263"/>
                  </a:lnTo>
                  <a:lnTo>
                    <a:pt x="1468927" y="133219"/>
                  </a:lnTo>
                  <a:lnTo>
                    <a:pt x="1472354" y="132614"/>
                  </a:lnTo>
                  <a:lnTo>
                    <a:pt x="1475780" y="130503"/>
                  </a:lnTo>
                  <a:lnTo>
                    <a:pt x="1479207" y="127074"/>
                  </a:lnTo>
                  <a:lnTo>
                    <a:pt x="1484918" y="119305"/>
                  </a:lnTo>
                  <a:lnTo>
                    <a:pt x="1495199" y="104556"/>
                  </a:lnTo>
                  <a:lnTo>
                    <a:pt x="1499768" y="100213"/>
                  </a:lnTo>
                  <a:lnTo>
                    <a:pt x="1503194" y="98543"/>
                  </a:lnTo>
                  <a:lnTo>
                    <a:pt x="1506621" y="98409"/>
                  </a:lnTo>
                  <a:lnTo>
                    <a:pt x="1510048" y="99825"/>
                  </a:lnTo>
                  <a:lnTo>
                    <a:pt x="1513474" y="102663"/>
                  </a:lnTo>
                  <a:lnTo>
                    <a:pt x="1518043" y="108207"/>
                  </a:lnTo>
                  <a:lnTo>
                    <a:pt x="1534035" y="130006"/>
                  </a:lnTo>
                  <a:lnTo>
                    <a:pt x="1537462" y="132359"/>
                  </a:lnTo>
                  <a:lnTo>
                    <a:pt x="1540888" y="133228"/>
                  </a:lnTo>
                  <a:lnTo>
                    <a:pt x="1544315" y="132536"/>
                  </a:lnTo>
                  <a:lnTo>
                    <a:pt x="1547742" y="130345"/>
                  </a:lnTo>
                  <a:lnTo>
                    <a:pt x="1551169" y="126850"/>
                  </a:lnTo>
                  <a:lnTo>
                    <a:pt x="1556880" y="119018"/>
                  </a:lnTo>
                  <a:lnTo>
                    <a:pt x="1567160" y="104333"/>
                  </a:lnTo>
                  <a:lnTo>
                    <a:pt x="1570587" y="100932"/>
                  </a:lnTo>
                  <a:lnTo>
                    <a:pt x="1574013" y="98856"/>
                  </a:lnTo>
                  <a:lnTo>
                    <a:pt x="1577440" y="98289"/>
                  </a:lnTo>
                  <a:lnTo>
                    <a:pt x="1580867" y="99282"/>
                  </a:lnTo>
                  <a:lnTo>
                    <a:pt x="1584294" y="101747"/>
                  </a:lnTo>
                  <a:lnTo>
                    <a:pt x="1588863" y="106924"/>
                  </a:lnTo>
                  <a:lnTo>
                    <a:pt x="1595716" y="116983"/>
                  </a:lnTo>
                  <a:lnTo>
                    <a:pt x="1602570" y="126612"/>
                  </a:lnTo>
                  <a:lnTo>
                    <a:pt x="1607139" y="131088"/>
                  </a:lnTo>
                  <a:lnTo>
                    <a:pt x="1610565" y="132881"/>
                  </a:lnTo>
                  <a:lnTo>
                    <a:pt x="1613992" y="133144"/>
                  </a:lnTo>
                  <a:lnTo>
                    <a:pt x="1617419" y="131853"/>
                  </a:lnTo>
                  <a:lnTo>
                    <a:pt x="1620846" y="129124"/>
                  </a:lnTo>
                  <a:lnTo>
                    <a:pt x="1625415" y="123685"/>
                  </a:lnTo>
                  <a:lnTo>
                    <a:pt x="1641406" y="101753"/>
                  </a:lnTo>
                  <a:lnTo>
                    <a:pt x="1644833" y="99286"/>
                  </a:lnTo>
                  <a:lnTo>
                    <a:pt x="1648259" y="98289"/>
                  </a:lnTo>
                  <a:lnTo>
                    <a:pt x="1651686" y="98853"/>
                  </a:lnTo>
                  <a:lnTo>
                    <a:pt x="1655113" y="100926"/>
                  </a:lnTo>
                  <a:lnTo>
                    <a:pt x="1658540" y="104323"/>
                  </a:lnTo>
                  <a:lnTo>
                    <a:pt x="1663109" y="110375"/>
                  </a:lnTo>
                  <a:lnTo>
                    <a:pt x="1675673" y="128134"/>
                  </a:lnTo>
                  <a:lnTo>
                    <a:pt x="1679100" y="131226"/>
                  </a:lnTo>
                  <a:lnTo>
                    <a:pt x="1682527" y="132936"/>
                  </a:lnTo>
                  <a:lnTo>
                    <a:pt x="1685954" y="133111"/>
                  </a:lnTo>
                  <a:lnTo>
                    <a:pt x="1689380" y="131736"/>
                  </a:lnTo>
                  <a:lnTo>
                    <a:pt x="1692807" y="128932"/>
                  </a:lnTo>
                  <a:lnTo>
                    <a:pt x="1697376" y="123422"/>
                  </a:lnTo>
                  <a:lnTo>
                    <a:pt x="1712225" y="102671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0" name="object 290"/>
            <p:cNvSpPr/>
            <p:nvPr/>
          </p:nvSpPr>
          <p:spPr>
            <a:xfrm>
              <a:off x="2645671" y="979563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115752"/>
                  </a:moveTo>
                  <a:lnTo>
                    <a:pt x="1142" y="144293"/>
                  </a:lnTo>
                  <a:lnTo>
                    <a:pt x="3426" y="289345"/>
                  </a:lnTo>
                  <a:lnTo>
                    <a:pt x="4568" y="331958"/>
                  </a:lnTo>
                  <a:lnTo>
                    <a:pt x="5711" y="354048"/>
                  </a:lnTo>
                  <a:lnTo>
                    <a:pt x="6853" y="364162"/>
                  </a:lnTo>
                  <a:lnTo>
                    <a:pt x="7995" y="368258"/>
                  </a:lnTo>
                  <a:lnTo>
                    <a:pt x="9137" y="369599"/>
                  </a:lnTo>
                  <a:lnTo>
                    <a:pt x="11422" y="369445"/>
                  </a:lnTo>
                  <a:lnTo>
                    <a:pt x="36551" y="336657"/>
                  </a:lnTo>
                  <a:lnTo>
                    <a:pt x="47974" y="296838"/>
                  </a:lnTo>
                  <a:lnTo>
                    <a:pt x="62823" y="238888"/>
                  </a:lnTo>
                  <a:lnTo>
                    <a:pt x="68534" y="221425"/>
                  </a:lnTo>
                  <a:lnTo>
                    <a:pt x="95948" y="184853"/>
                  </a:lnTo>
                  <a:lnTo>
                    <a:pt x="100517" y="179013"/>
                  </a:lnTo>
                  <a:lnTo>
                    <a:pt x="105086" y="170988"/>
                  </a:lnTo>
                  <a:lnTo>
                    <a:pt x="109655" y="160514"/>
                  </a:lnTo>
                  <a:lnTo>
                    <a:pt x="115366" y="144284"/>
                  </a:lnTo>
                  <a:lnTo>
                    <a:pt x="126789" y="106774"/>
                  </a:lnTo>
                  <a:lnTo>
                    <a:pt x="133642" y="86449"/>
                  </a:lnTo>
                  <a:lnTo>
                    <a:pt x="151918" y="61889"/>
                  </a:lnTo>
                  <a:lnTo>
                    <a:pt x="155345" y="61968"/>
                  </a:lnTo>
                  <a:lnTo>
                    <a:pt x="161056" y="63556"/>
                  </a:lnTo>
                  <a:lnTo>
                    <a:pt x="166767" y="65113"/>
                  </a:lnTo>
                  <a:lnTo>
                    <a:pt x="203319" y="14327"/>
                  </a:lnTo>
                  <a:lnTo>
                    <a:pt x="207888" y="7664"/>
                  </a:lnTo>
                  <a:lnTo>
                    <a:pt x="211315" y="4430"/>
                  </a:lnTo>
                  <a:lnTo>
                    <a:pt x="214742" y="2882"/>
                  </a:lnTo>
                  <a:lnTo>
                    <a:pt x="217026" y="2796"/>
                  </a:lnTo>
                  <a:lnTo>
                    <a:pt x="220453" y="4008"/>
                  </a:lnTo>
                  <a:lnTo>
                    <a:pt x="223880" y="6628"/>
                  </a:lnTo>
                  <a:lnTo>
                    <a:pt x="228449" y="11727"/>
                  </a:lnTo>
                  <a:lnTo>
                    <a:pt x="241013" y="27143"/>
                  </a:lnTo>
                  <a:lnTo>
                    <a:pt x="244440" y="29680"/>
                  </a:lnTo>
                  <a:lnTo>
                    <a:pt x="247867" y="30900"/>
                  </a:lnTo>
                  <a:lnTo>
                    <a:pt x="251293" y="30675"/>
                  </a:lnTo>
                  <a:lnTo>
                    <a:pt x="254720" y="29015"/>
                  </a:lnTo>
                  <a:lnTo>
                    <a:pt x="258147" y="26067"/>
                  </a:lnTo>
                  <a:lnTo>
                    <a:pt x="262716" y="20616"/>
                  </a:lnTo>
                  <a:lnTo>
                    <a:pt x="275281" y="4227"/>
                  </a:lnTo>
                  <a:lnTo>
                    <a:pt x="278707" y="1446"/>
                  </a:lnTo>
                  <a:lnTo>
                    <a:pt x="282134" y="57"/>
                  </a:lnTo>
                  <a:lnTo>
                    <a:pt x="284419" y="0"/>
                  </a:lnTo>
                  <a:lnTo>
                    <a:pt x="287845" y="1270"/>
                  </a:lnTo>
                  <a:lnTo>
                    <a:pt x="291272" y="4118"/>
                  </a:lnTo>
                  <a:lnTo>
                    <a:pt x="294699" y="8363"/>
                  </a:lnTo>
                  <a:lnTo>
                    <a:pt x="300410" y="17685"/>
                  </a:lnTo>
                  <a:lnTo>
                    <a:pt x="311832" y="37553"/>
                  </a:lnTo>
                  <a:lnTo>
                    <a:pt x="316401" y="43099"/>
                  </a:lnTo>
                  <a:lnTo>
                    <a:pt x="319828" y="45652"/>
                  </a:lnTo>
                  <a:lnTo>
                    <a:pt x="323255" y="46683"/>
                  </a:lnTo>
                  <a:lnTo>
                    <a:pt x="326682" y="46211"/>
                  </a:lnTo>
                  <a:lnTo>
                    <a:pt x="330108" y="44393"/>
                  </a:lnTo>
                  <a:lnTo>
                    <a:pt x="334677" y="40372"/>
                  </a:lnTo>
                  <a:lnTo>
                    <a:pt x="348384" y="26761"/>
                  </a:lnTo>
                  <a:lnTo>
                    <a:pt x="351811" y="25274"/>
                  </a:lnTo>
                  <a:lnTo>
                    <a:pt x="384936" y="68683"/>
                  </a:lnTo>
                  <a:lnTo>
                    <a:pt x="388363" y="72797"/>
                  </a:lnTo>
                  <a:lnTo>
                    <a:pt x="391790" y="75457"/>
                  </a:lnTo>
                  <a:lnTo>
                    <a:pt x="395216" y="76552"/>
                  </a:lnTo>
                  <a:lnTo>
                    <a:pt x="398643" y="76111"/>
                  </a:lnTo>
                  <a:lnTo>
                    <a:pt x="402070" y="74299"/>
                  </a:lnTo>
                  <a:lnTo>
                    <a:pt x="406639" y="70260"/>
                  </a:lnTo>
                  <a:lnTo>
                    <a:pt x="420346" y="56515"/>
                  </a:lnTo>
                  <a:lnTo>
                    <a:pt x="423772" y="54975"/>
                  </a:lnTo>
                  <a:lnTo>
                    <a:pt x="456898" y="96295"/>
                  </a:lnTo>
                  <a:lnTo>
                    <a:pt x="460324" y="99990"/>
                  </a:lnTo>
                  <a:lnTo>
                    <a:pt x="463751" y="102206"/>
                  </a:lnTo>
                  <a:lnTo>
                    <a:pt x="467178" y="102844"/>
                  </a:lnTo>
                  <a:lnTo>
                    <a:pt x="470605" y="101939"/>
                  </a:lnTo>
                  <a:lnTo>
                    <a:pt x="474031" y="99666"/>
                  </a:lnTo>
                  <a:lnTo>
                    <a:pt x="478600" y="95028"/>
                  </a:lnTo>
                  <a:lnTo>
                    <a:pt x="491165" y="80578"/>
                  </a:lnTo>
                  <a:lnTo>
                    <a:pt x="494592" y="78253"/>
                  </a:lnTo>
                  <a:lnTo>
                    <a:pt x="498018" y="77267"/>
                  </a:lnTo>
                  <a:lnTo>
                    <a:pt x="501445" y="77787"/>
                  </a:lnTo>
                  <a:lnTo>
                    <a:pt x="504872" y="79839"/>
                  </a:lnTo>
                  <a:lnTo>
                    <a:pt x="508299" y="83315"/>
                  </a:lnTo>
                  <a:lnTo>
                    <a:pt x="512868" y="89734"/>
                  </a:lnTo>
                  <a:lnTo>
                    <a:pt x="528859" y="115018"/>
                  </a:lnTo>
                  <a:lnTo>
                    <a:pt x="532286" y="118183"/>
                  </a:lnTo>
                  <a:lnTo>
                    <a:pt x="535713" y="119864"/>
                  </a:lnTo>
                  <a:lnTo>
                    <a:pt x="539139" y="119965"/>
                  </a:lnTo>
                  <a:lnTo>
                    <a:pt x="542566" y="118534"/>
                  </a:lnTo>
                  <a:lnTo>
                    <a:pt x="545993" y="115751"/>
                  </a:lnTo>
                  <a:lnTo>
                    <a:pt x="550562" y="110470"/>
                  </a:lnTo>
                  <a:lnTo>
                    <a:pt x="563126" y="94520"/>
                  </a:lnTo>
                  <a:lnTo>
                    <a:pt x="566553" y="91849"/>
                  </a:lnTo>
                  <a:lnTo>
                    <a:pt x="569980" y="90535"/>
                  </a:lnTo>
                  <a:lnTo>
                    <a:pt x="573407" y="90737"/>
                  </a:lnTo>
                  <a:lnTo>
                    <a:pt x="576833" y="92476"/>
                  </a:lnTo>
                  <a:lnTo>
                    <a:pt x="580260" y="95633"/>
                  </a:lnTo>
                  <a:lnTo>
                    <a:pt x="584829" y="101609"/>
                  </a:lnTo>
                  <a:lnTo>
                    <a:pt x="600821" y="125096"/>
                  </a:lnTo>
                  <a:lnTo>
                    <a:pt x="604247" y="127836"/>
                  </a:lnTo>
                  <a:lnTo>
                    <a:pt x="607674" y="129090"/>
                  </a:lnTo>
                  <a:lnTo>
                    <a:pt x="611101" y="128771"/>
                  </a:lnTo>
                  <a:lnTo>
                    <a:pt x="614527" y="126932"/>
                  </a:lnTo>
                  <a:lnTo>
                    <a:pt x="617954" y="123763"/>
                  </a:lnTo>
                  <a:lnTo>
                    <a:pt x="622523" y="118009"/>
                  </a:lnTo>
                  <a:lnTo>
                    <a:pt x="635088" y="101054"/>
                  </a:lnTo>
                  <a:lnTo>
                    <a:pt x="638515" y="98177"/>
                  </a:lnTo>
                  <a:lnTo>
                    <a:pt x="641941" y="96676"/>
                  </a:lnTo>
                  <a:lnTo>
                    <a:pt x="645368" y="96703"/>
                  </a:lnTo>
                  <a:lnTo>
                    <a:pt x="648795" y="98271"/>
                  </a:lnTo>
                  <a:lnTo>
                    <a:pt x="652222" y="101254"/>
                  </a:lnTo>
                  <a:lnTo>
                    <a:pt x="656791" y="106981"/>
                  </a:lnTo>
                  <a:lnTo>
                    <a:pt x="672782" y="129349"/>
                  </a:lnTo>
                  <a:lnTo>
                    <a:pt x="676209" y="131810"/>
                  </a:lnTo>
                  <a:lnTo>
                    <a:pt x="679635" y="132782"/>
                  </a:lnTo>
                  <a:lnTo>
                    <a:pt x="683062" y="132187"/>
                  </a:lnTo>
                  <a:lnTo>
                    <a:pt x="686489" y="130085"/>
                  </a:lnTo>
                  <a:lnTo>
                    <a:pt x="689916" y="126674"/>
                  </a:lnTo>
                  <a:lnTo>
                    <a:pt x="695627" y="118963"/>
                  </a:lnTo>
                  <a:lnTo>
                    <a:pt x="705907" y="104442"/>
                  </a:lnTo>
                  <a:lnTo>
                    <a:pt x="709334" y="101083"/>
                  </a:lnTo>
                  <a:lnTo>
                    <a:pt x="712761" y="99042"/>
                  </a:lnTo>
                  <a:lnTo>
                    <a:pt x="716187" y="98506"/>
                  </a:lnTo>
                  <a:lnTo>
                    <a:pt x="719614" y="99526"/>
                  </a:lnTo>
                  <a:lnTo>
                    <a:pt x="723041" y="102014"/>
                  </a:lnTo>
                  <a:lnTo>
                    <a:pt x="727610" y="107221"/>
                  </a:lnTo>
                  <a:lnTo>
                    <a:pt x="734463" y="117322"/>
                  </a:lnTo>
                  <a:lnTo>
                    <a:pt x="741317" y="126993"/>
                  </a:lnTo>
                  <a:lnTo>
                    <a:pt x="745886" y="131496"/>
                  </a:lnTo>
                  <a:lnTo>
                    <a:pt x="749312" y="133307"/>
                  </a:lnTo>
                  <a:lnTo>
                    <a:pt x="752739" y="133587"/>
                  </a:lnTo>
                  <a:lnTo>
                    <a:pt x="756166" y="132311"/>
                  </a:lnTo>
                  <a:lnTo>
                    <a:pt x="759593" y="129594"/>
                  </a:lnTo>
                  <a:lnTo>
                    <a:pt x="764162" y="124166"/>
                  </a:lnTo>
                  <a:lnTo>
                    <a:pt x="780153" y="102210"/>
                  </a:lnTo>
                  <a:lnTo>
                    <a:pt x="783580" y="99728"/>
                  </a:lnTo>
                  <a:lnTo>
                    <a:pt x="787007" y="98714"/>
                  </a:lnTo>
                  <a:lnTo>
                    <a:pt x="790433" y="99260"/>
                  </a:lnTo>
                  <a:lnTo>
                    <a:pt x="793860" y="101314"/>
                  </a:lnTo>
                  <a:lnTo>
                    <a:pt x="797287" y="104694"/>
                  </a:lnTo>
                  <a:lnTo>
                    <a:pt x="801856" y="110724"/>
                  </a:lnTo>
                  <a:lnTo>
                    <a:pt x="814420" y="128443"/>
                  </a:lnTo>
                  <a:lnTo>
                    <a:pt x="817847" y="131529"/>
                  </a:lnTo>
                  <a:lnTo>
                    <a:pt x="821274" y="133233"/>
                  </a:lnTo>
                  <a:lnTo>
                    <a:pt x="824701" y="133403"/>
                  </a:lnTo>
                  <a:lnTo>
                    <a:pt x="828127" y="132021"/>
                  </a:lnTo>
                  <a:lnTo>
                    <a:pt x="831554" y="129210"/>
                  </a:lnTo>
                  <a:lnTo>
                    <a:pt x="836123" y="123686"/>
                  </a:lnTo>
                  <a:lnTo>
                    <a:pt x="852114" y="101761"/>
                  </a:lnTo>
                  <a:lnTo>
                    <a:pt x="855541" y="99348"/>
                  </a:lnTo>
                  <a:lnTo>
                    <a:pt x="858968" y="98413"/>
                  </a:lnTo>
                  <a:lnTo>
                    <a:pt x="862395" y="99040"/>
                  </a:lnTo>
                  <a:lnTo>
                    <a:pt x="865821" y="101169"/>
                  </a:lnTo>
                  <a:lnTo>
                    <a:pt x="869248" y="104611"/>
                  </a:lnTo>
                  <a:lnTo>
                    <a:pt x="874959" y="112383"/>
                  </a:lnTo>
                  <a:lnTo>
                    <a:pt x="885240" y="127065"/>
                  </a:lnTo>
                  <a:lnTo>
                    <a:pt x="889809" y="131351"/>
                  </a:lnTo>
                  <a:lnTo>
                    <a:pt x="893235" y="132974"/>
                  </a:lnTo>
                  <a:lnTo>
                    <a:pt x="896662" y="133058"/>
                  </a:lnTo>
                  <a:lnTo>
                    <a:pt x="900089" y="131595"/>
                  </a:lnTo>
                  <a:lnTo>
                    <a:pt x="903516" y="128713"/>
                  </a:lnTo>
                  <a:lnTo>
                    <a:pt x="908084" y="123125"/>
                  </a:lnTo>
                  <a:lnTo>
                    <a:pt x="924076" y="101318"/>
                  </a:lnTo>
                  <a:lnTo>
                    <a:pt x="927503" y="98990"/>
                  </a:lnTo>
                  <a:lnTo>
                    <a:pt x="930929" y="98148"/>
                  </a:lnTo>
                  <a:lnTo>
                    <a:pt x="934356" y="98868"/>
                  </a:lnTo>
                  <a:lnTo>
                    <a:pt x="937783" y="101085"/>
                  </a:lnTo>
                  <a:lnTo>
                    <a:pt x="941210" y="104599"/>
                  </a:lnTo>
                  <a:lnTo>
                    <a:pt x="946921" y="112445"/>
                  </a:lnTo>
                  <a:lnTo>
                    <a:pt x="957201" y="127083"/>
                  </a:lnTo>
                  <a:lnTo>
                    <a:pt x="960628" y="130449"/>
                  </a:lnTo>
                  <a:lnTo>
                    <a:pt x="964055" y="132486"/>
                  </a:lnTo>
                  <a:lnTo>
                    <a:pt x="967481" y="133012"/>
                  </a:lnTo>
                  <a:lnTo>
                    <a:pt x="970908" y="131978"/>
                  </a:lnTo>
                  <a:lnTo>
                    <a:pt x="974335" y="129477"/>
                  </a:lnTo>
                  <a:lnTo>
                    <a:pt x="978904" y="124262"/>
                  </a:lnTo>
                  <a:lnTo>
                    <a:pt x="985757" y="114179"/>
                  </a:lnTo>
                  <a:lnTo>
                    <a:pt x="992611" y="104571"/>
                  </a:lnTo>
                  <a:lnTo>
                    <a:pt x="997180" y="100130"/>
                  </a:lnTo>
                  <a:lnTo>
                    <a:pt x="1000606" y="98370"/>
                  </a:lnTo>
                  <a:lnTo>
                    <a:pt x="1004033" y="98143"/>
                  </a:lnTo>
                  <a:lnTo>
                    <a:pt x="1007460" y="99468"/>
                  </a:lnTo>
                  <a:lnTo>
                    <a:pt x="1010887" y="102227"/>
                  </a:lnTo>
                  <a:lnTo>
                    <a:pt x="1015456" y="107695"/>
                  </a:lnTo>
                  <a:lnTo>
                    <a:pt x="1031447" y="129590"/>
                  </a:lnTo>
                  <a:lnTo>
                    <a:pt x="1034874" y="132025"/>
                  </a:lnTo>
                  <a:lnTo>
                    <a:pt x="1038300" y="132986"/>
                  </a:lnTo>
                  <a:lnTo>
                    <a:pt x="1041727" y="132386"/>
                  </a:lnTo>
                  <a:lnTo>
                    <a:pt x="1045154" y="130281"/>
                  </a:lnTo>
                  <a:lnTo>
                    <a:pt x="1048581" y="126856"/>
                  </a:lnTo>
                  <a:lnTo>
                    <a:pt x="1054292" y="119093"/>
                  </a:lnTo>
                  <a:lnTo>
                    <a:pt x="1064572" y="104345"/>
                  </a:lnTo>
                  <a:lnTo>
                    <a:pt x="1069141" y="100000"/>
                  </a:lnTo>
                  <a:lnTo>
                    <a:pt x="1072568" y="98327"/>
                  </a:lnTo>
                  <a:lnTo>
                    <a:pt x="1075995" y="98191"/>
                  </a:lnTo>
                  <a:lnTo>
                    <a:pt x="1079421" y="99605"/>
                  </a:lnTo>
                  <a:lnTo>
                    <a:pt x="1082848" y="102442"/>
                  </a:lnTo>
                  <a:lnTo>
                    <a:pt x="1087417" y="107986"/>
                  </a:lnTo>
                  <a:lnTo>
                    <a:pt x="1103408" y="129803"/>
                  </a:lnTo>
                  <a:lnTo>
                    <a:pt x="1106835" y="132162"/>
                  </a:lnTo>
                  <a:lnTo>
                    <a:pt x="1110262" y="133039"/>
                  </a:lnTo>
                  <a:lnTo>
                    <a:pt x="1113689" y="132355"/>
                  </a:lnTo>
                  <a:lnTo>
                    <a:pt x="1117115" y="130171"/>
                  </a:lnTo>
                  <a:lnTo>
                    <a:pt x="1120542" y="126683"/>
                  </a:lnTo>
                  <a:lnTo>
                    <a:pt x="1126253" y="118859"/>
                  </a:lnTo>
                  <a:lnTo>
                    <a:pt x="1136534" y="104180"/>
                  </a:lnTo>
                  <a:lnTo>
                    <a:pt x="1139960" y="100780"/>
                  </a:lnTo>
                  <a:lnTo>
                    <a:pt x="1143387" y="98703"/>
                  </a:lnTo>
                  <a:lnTo>
                    <a:pt x="1146814" y="98134"/>
                  </a:lnTo>
                  <a:lnTo>
                    <a:pt x="1150240" y="99126"/>
                  </a:lnTo>
                  <a:lnTo>
                    <a:pt x="1153667" y="101590"/>
                  </a:lnTo>
                  <a:lnTo>
                    <a:pt x="1158236" y="106767"/>
                  </a:lnTo>
                  <a:lnTo>
                    <a:pt x="1165090" y="116831"/>
                  </a:lnTo>
                  <a:lnTo>
                    <a:pt x="1171943" y="126470"/>
                  </a:lnTo>
                  <a:lnTo>
                    <a:pt x="1176512" y="130954"/>
                  </a:lnTo>
                  <a:lnTo>
                    <a:pt x="1179939" y="132755"/>
                  </a:lnTo>
                  <a:lnTo>
                    <a:pt x="1183366" y="133025"/>
                  </a:lnTo>
                  <a:lnTo>
                    <a:pt x="1186792" y="131742"/>
                  </a:lnTo>
                  <a:lnTo>
                    <a:pt x="1190219" y="129020"/>
                  </a:lnTo>
                  <a:lnTo>
                    <a:pt x="1194788" y="123590"/>
                  </a:lnTo>
                  <a:lnTo>
                    <a:pt x="1210779" y="101667"/>
                  </a:lnTo>
                  <a:lnTo>
                    <a:pt x="1214206" y="99198"/>
                  </a:lnTo>
                  <a:lnTo>
                    <a:pt x="1217633" y="98200"/>
                  </a:lnTo>
                  <a:lnTo>
                    <a:pt x="1221060" y="98761"/>
                  </a:lnTo>
                  <a:lnTo>
                    <a:pt x="1224486" y="100833"/>
                  </a:lnTo>
                  <a:lnTo>
                    <a:pt x="1227913" y="104229"/>
                  </a:lnTo>
                  <a:lnTo>
                    <a:pt x="1232482" y="110281"/>
                  </a:lnTo>
                  <a:lnTo>
                    <a:pt x="1245047" y="128053"/>
                  </a:lnTo>
                  <a:lnTo>
                    <a:pt x="1248474" y="131152"/>
                  </a:lnTo>
                  <a:lnTo>
                    <a:pt x="1251900" y="132868"/>
                  </a:lnTo>
                  <a:lnTo>
                    <a:pt x="1255327" y="133050"/>
                  </a:lnTo>
                  <a:lnTo>
                    <a:pt x="1258754" y="131681"/>
                  </a:lnTo>
                  <a:lnTo>
                    <a:pt x="1262181" y="128884"/>
                  </a:lnTo>
                  <a:lnTo>
                    <a:pt x="1266750" y="123380"/>
                  </a:lnTo>
                  <a:lnTo>
                    <a:pt x="1282741" y="101541"/>
                  </a:lnTo>
                  <a:lnTo>
                    <a:pt x="1286168" y="99149"/>
                  </a:lnTo>
                  <a:lnTo>
                    <a:pt x="1289594" y="98237"/>
                  </a:lnTo>
                  <a:lnTo>
                    <a:pt x="1293021" y="98884"/>
                  </a:lnTo>
                  <a:lnTo>
                    <a:pt x="1296448" y="101035"/>
                  </a:lnTo>
                  <a:lnTo>
                    <a:pt x="1299875" y="104497"/>
                  </a:lnTo>
                  <a:lnTo>
                    <a:pt x="1305586" y="112299"/>
                  </a:lnTo>
                  <a:lnTo>
                    <a:pt x="1315866" y="127023"/>
                  </a:lnTo>
                  <a:lnTo>
                    <a:pt x="1320435" y="131324"/>
                  </a:lnTo>
                  <a:lnTo>
                    <a:pt x="1323862" y="132957"/>
                  </a:lnTo>
                  <a:lnTo>
                    <a:pt x="1327289" y="133050"/>
                  </a:lnTo>
                  <a:lnTo>
                    <a:pt x="1330715" y="131596"/>
                  </a:lnTo>
                  <a:lnTo>
                    <a:pt x="1334142" y="128724"/>
                  </a:lnTo>
                  <a:lnTo>
                    <a:pt x="1338711" y="123148"/>
                  </a:lnTo>
                  <a:lnTo>
                    <a:pt x="1354702" y="101400"/>
                  </a:lnTo>
                  <a:lnTo>
                    <a:pt x="1358129" y="99085"/>
                  </a:lnTo>
                  <a:lnTo>
                    <a:pt x="1361556" y="98258"/>
                  </a:lnTo>
                  <a:lnTo>
                    <a:pt x="1364983" y="98992"/>
                  </a:lnTo>
                  <a:lnTo>
                    <a:pt x="1368409" y="101222"/>
                  </a:lnTo>
                  <a:lnTo>
                    <a:pt x="1371836" y="104748"/>
                  </a:lnTo>
                  <a:lnTo>
                    <a:pt x="1377547" y="112611"/>
                  </a:lnTo>
                  <a:lnTo>
                    <a:pt x="1387828" y="127266"/>
                  </a:lnTo>
                  <a:lnTo>
                    <a:pt x="1391254" y="130635"/>
                  </a:lnTo>
                  <a:lnTo>
                    <a:pt x="1394681" y="132674"/>
                  </a:lnTo>
                  <a:lnTo>
                    <a:pt x="1398108" y="133200"/>
                  </a:lnTo>
                  <a:lnTo>
                    <a:pt x="1401534" y="132167"/>
                  </a:lnTo>
                  <a:lnTo>
                    <a:pt x="1404961" y="129667"/>
                  </a:lnTo>
                  <a:lnTo>
                    <a:pt x="1409530" y="124453"/>
                  </a:lnTo>
                  <a:lnTo>
                    <a:pt x="1416384" y="114377"/>
                  </a:lnTo>
                  <a:lnTo>
                    <a:pt x="1423237" y="104778"/>
                  </a:lnTo>
                  <a:lnTo>
                    <a:pt x="1427806" y="100345"/>
                  </a:lnTo>
                  <a:lnTo>
                    <a:pt x="1431233" y="98592"/>
                  </a:lnTo>
                  <a:lnTo>
                    <a:pt x="1434660" y="98371"/>
                  </a:lnTo>
                  <a:lnTo>
                    <a:pt x="1438086" y="99702"/>
                  </a:lnTo>
                  <a:lnTo>
                    <a:pt x="1441513" y="102467"/>
                  </a:lnTo>
                  <a:lnTo>
                    <a:pt x="1446082" y="107940"/>
                  </a:lnTo>
                  <a:lnTo>
                    <a:pt x="1462073" y="129832"/>
                  </a:lnTo>
                  <a:lnTo>
                    <a:pt x="1465500" y="132263"/>
                  </a:lnTo>
                  <a:lnTo>
                    <a:pt x="1468927" y="133219"/>
                  </a:lnTo>
                  <a:lnTo>
                    <a:pt x="1472354" y="132614"/>
                  </a:lnTo>
                  <a:lnTo>
                    <a:pt x="1475780" y="130503"/>
                  </a:lnTo>
                  <a:lnTo>
                    <a:pt x="1479207" y="127074"/>
                  </a:lnTo>
                  <a:lnTo>
                    <a:pt x="1484918" y="119305"/>
                  </a:lnTo>
                  <a:lnTo>
                    <a:pt x="1495199" y="104556"/>
                  </a:lnTo>
                  <a:lnTo>
                    <a:pt x="1499768" y="100213"/>
                  </a:lnTo>
                  <a:lnTo>
                    <a:pt x="1503194" y="98543"/>
                  </a:lnTo>
                  <a:lnTo>
                    <a:pt x="1506621" y="98409"/>
                  </a:lnTo>
                  <a:lnTo>
                    <a:pt x="1510048" y="99825"/>
                  </a:lnTo>
                  <a:lnTo>
                    <a:pt x="1513474" y="102663"/>
                  </a:lnTo>
                  <a:lnTo>
                    <a:pt x="1518043" y="108207"/>
                  </a:lnTo>
                  <a:lnTo>
                    <a:pt x="1534035" y="130006"/>
                  </a:lnTo>
                  <a:lnTo>
                    <a:pt x="1537462" y="132359"/>
                  </a:lnTo>
                  <a:lnTo>
                    <a:pt x="1540888" y="133228"/>
                  </a:lnTo>
                  <a:lnTo>
                    <a:pt x="1544315" y="132536"/>
                  </a:lnTo>
                  <a:lnTo>
                    <a:pt x="1547742" y="130345"/>
                  </a:lnTo>
                  <a:lnTo>
                    <a:pt x="1551169" y="126850"/>
                  </a:lnTo>
                  <a:lnTo>
                    <a:pt x="1556880" y="119018"/>
                  </a:lnTo>
                  <a:lnTo>
                    <a:pt x="1567160" y="104333"/>
                  </a:lnTo>
                  <a:lnTo>
                    <a:pt x="1570587" y="100932"/>
                  </a:lnTo>
                  <a:lnTo>
                    <a:pt x="1574013" y="98856"/>
                  </a:lnTo>
                  <a:lnTo>
                    <a:pt x="1577440" y="98289"/>
                  </a:lnTo>
                  <a:lnTo>
                    <a:pt x="1580867" y="99282"/>
                  </a:lnTo>
                  <a:lnTo>
                    <a:pt x="1584294" y="101747"/>
                  </a:lnTo>
                  <a:lnTo>
                    <a:pt x="1588863" y="106924"/>
                  </a:lnTo>
                  <a:lnTo>
                    <a:pt x="1595716" y="116983"/>
                  </a:lnTo>
                  <a:lnTo>
                    <a:pt x="1602570" y="126612"/>
                  </a:lnTo>
                  <a:lnTo>
                    <a:pt x="1607139" y="131088"/>
                  </a:lnTo>
                  <a:lnTo>
                    <a:pt x="1610565" y="132881"/>
                  </a:lnTo>
                  <a:lnTo>
                    <a:pt x="1613992" y="133144"/>
                  </a:lnTo>
                  <a:lnTo>
                    <a:pt x="1617419" y="131853"/>
                  </a:lnTo>
                  <a:lnTo>
                    <a:pt x="1620846" y="129124"/>
                  </a:lnTo>
                  <a:lnTo>
                    <a:pt x="1625415" y="123685"/>
                  </a:lnTo>
                  <a:lnTo>
                    <a:pt x="1641406" y="101753"/>
                  </a:lnTo>
                  <a:lnTo>
                    <a:pt x="1644833" y="99286"/>
                  </a:lnTo>
                  <a:lnTo>
                    <a:pt x="1648259" y="98289"/>
                  </a:lnTo>
                  <a:lnTo>
                    <a:pt x="1651686" y="98853"/>
                  </a:lnTo>
                  <a:lnTo>
                    <a:pt x="1655113" y="100926"/>
                  </a:lnTo>
                  <a:lnTo>
                    <a:pt x="1658540" y="104323"/>
                  </a:lnTo>
                  <a:lnTo>
                    <a:pt x="1663109" y="110375"/>
                  </a:lnTo>
                  <a:lnTo>
                    <a:pt x="1675673" y="128134"/>
                  </a:lnTo>
                  <a:lnTo>
                    <a:pt x="1679100" y="131226"/>
                  </a:lnTo>
                  <a:lnTo>
                    <a:pt x="1682527" y="132936"/>
                  </a:lnTo>
                  <a:lnTo>
                    <a:pt x="1685954" y="133111"/>
                  </a:lnTo>
                  <a:lnTo>
                    <a:pt x="1689380" y="131736"/>
                  </a:lnTo>
                  <a:lnTo>
                    <a:pt x="1692807" y="128932"/>
                  </a:lnTo>
                  <a:lnTo>
                    <a:pt x="1697376" y="123422"/>
                  </a:lnTo>
                  <a:lnTo>
                    <a:pt x="1712225" y="102671"/>
                  </a:lnTo>
                </a:path>
              </a:pathLst>
            </a:custGeom>
            <a:ln w="7232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1" name="object 291"/>
            <p:cNvSpPr/>
            <p:nvPr/>
          </p:nvSpPr>
          <p:spPr>
            <a:xfrm>
              <a:off x="2560059" y="961011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4">
                  <a:moveTo>
                    <a:pt x="0" y="406803"/>
                  </a:moveTo>
                  <a:lnTo>
                    <a:pt x="0" y="0"/>
                  </a:lnTo>
                </a:path>
                <a:path w="1884045" h="407034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4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4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2" name="object 292"/>
          <p:cNvSpPr txBox="1"/>
          <p:nvPr/>
        </p:nvSpPr>
        <p:spPr>
          <a:xfrm>
            <a:off x="2436926" y="1214339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0.2</a:t>
            </a:r>
            <a:endParaRPr sz="400">
              <a:latin typeface="Arial"/>
              <a:cs typeface="Arial"/>
            </a:endParaRPr>
          </a:p>
        </p:txBody>
      </p:sp>
      <p:sp>
        <p:nvSpPr>
          <p:cNvPr id="293" name="object 293"/>
          <p:cNvSpPr/>
          <p:nvPr/>
        </p:nvSpPr>
        <p:spPr>
          <a:xfrm>
            <a:off x="2414334" y="1264119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80" h="4444">
                <a:moveTo>
                  <a:pt x="30185" y="0"/>
                </a:moveTo>
                <a:lnTo>
                  <a:pt x="0" y="0"/>
                </a:lnTo>
                <a:lnTo>
                  <a:pt x="0" y="4002"/>
                </a:lnTo>
                <a:lnTo>
                  <a:pt x="30185" y="4002"/>
                </a:lnTo>
                <a:lnTo>
                  <a:pt x="3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 txBox="1"/>
          <p:nvPr/>
        </p:nvSpPr>
        <p:spPr>
          <a:xfrm>
            <a:off x="2436907" y="1046725"/>
            <a:ext cx="10223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0.0</a:t>
            </a:r>
            <a:endParaRPr sz="400">
              <a:latin typeface="Arial"/>
              <a:cs typeface="Arial"/>
            </a:endParaRPr>
          </a:p>
        </p:txBody>
      </p:sp>
      <p:sp>
        <p:nvSpPr>
          <p:cNvPr id="295" name="object 295"/>
          <p:cNvSpPr txBox="1"/>
          <p:nvPr/>
        </p:nvSpPr>
        <p:spPr>
          <a:xfrm>
            <a:off x="2338277" y="1128230"/>
            <a:ext cx="6413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1</a:t>
            </a:r>
            <a:endParaRPr sz="300">
              <a:latin typeface="Arial"/>
              <a:cs typeface="Arial"/>
            </a:endParaRPr>
          </a:p>
        </p:txBody>
      </p:sp>
      <p:sp>
        <p:nvSpPr>
          <p:cNvPr id="296" name="object 296"/>
          <p:cNvSpPr txBox="1"/>
          <p:nvPr/>
        </p:nvSpPr>
        <p:spPr>
          <a:xfrm>
            <a:off x="2716029" y="854341"/>
            <a:ext cx="1571625" cy="1035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500" dirty="0">
                <a:latin typeface="Arial"/>
                <a:cs typeface="Arial"/>
              </a:rPr>
              <a:t>States</a:t>
            </a:r>
            <a:r>
              <a:rPr sz="500" spc="45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(solid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lines)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and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their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estimates</a:t>
            </a:r>
            <a:r>
              <a:rPr sz="500" spc="50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(dashed</a:t>
            </a:r>
            <a:r>
              <a:rPr sz="500" spc="45" dirty="0">
                <a:latin typeface="Arial"/>
                <a:cs typeface="Arial"/>
              </a:rPr>
              <a:t> </a:t>
            </a:r>
            <a:r>
              <a:rPr sz="500" spc="-10" dirty="0">
                <a:latin typeface="Arial"/>
                <a:cs typeface="Arial"/>
              </a:rPr>
              <a:t>lines)</a:t>
            </a:r>
            <a:endParaRPr sz="500">
              <a:latin typeface="Arial"/>
              <a:cs typeface="Arial"/>
            </a:endParaRPr>
          </a:p>
        </p:txBody>
      </p:sp>
      <p:grpSp>
        <p:nvGrpSpPr>
          <p:cNvPr id="297" name="object 297"/>
          <p:cNvGrpSpPr/>
          <p:nvPr/>
        </p:nvGrpSpPr>
        <p:grpSpPr>
          <a:xfrm>
            <a:off x="2560059" y="1446953"/>
            <a:ext cx="1884045" cy="428625"/>
            <a:chOff x="2560059" y="1446953"/>
            <a:chExt cx="1884045" cy="428625"/>
          </a:xfrm>
        </p:grpSpPr>
        <p:sp>
          <p:nvSpPr>
            <p:cNvPr id="298" name="object 298"/>
            <p:cNvSpPr/>
            <p:nvPr/>
          </p:nvSpPr>
          <p:spPr>
            <a:xfrm>
              <a:off x="2560059" y="1449175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1883448" y="0"/>
                  </a:moveTo>
                  <a:lnTo>
                    <a:pt x="0" y="0"/>
                  </a:lnTo>
                  <a:lnTo>
                    <a:pt x="0" y="406803"/>
                  </a:lnTo>
                  <a:lnTo>
                    <a:pt x="1883448" y="406803"/>
                  </a:lnTo>
                  <a:lnTo>
                    <a:pt x="188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9" name="object 299"/>
            <p:cNvSpPr/>
            <p:nvPr/>
          </p:nvSpPr>
          <p:spPr>
            <a:xfrm>
              <a:off x="2645670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0" name="object 300"/>
            <p:cNvSpPr/>
            <p:nvPr/>
          </p:nvSpPr>
          <p:spPr>
            <a:xfrm>
              <a:off x="2645670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1" name="object 301"/>
            <p:cNvSpPr/>
            <p:nvPr/>
          </p:nvSpPr>
          <p:spPr>
            <a:xfrm>
              <a:off x="2645670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2" name="object 302"/>
          <p:cNvSpPr txBox="1"/>
          <p:nvPr/>
        </p:nvSpPr>
        <p:spPr>
          <a:xfrm>
            <a:off x="2617638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03" name="object 303"/>
          <p:cNvGrpSpPr/>
          <p:nvPr/>
        </p:nvGrpSpPr>
        <p:grpSpPr>
          <a:xfrm>
            <a:off x="2871897" y="1446953"/>
            <a:ext cx="4445" cy="428625"/>
            <a:chOff x="2871897" y="1446953"/>
            <a:chExt cx="4445" cy="428625"/>
          </a:xfrm>
        </p:grpSpPr>
        <p:sp>
          <p:nvSpPr>
            <p:cNvPr id="304" name="object 304"/>
            <p:cNvSpPr/>
            <p:nvPr/>
          </p:nvSpPr>
          <p:spPr>
            <a:xfrm>
              <a:off x="2874120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5" name="object 305"/>
            <p:cNvSpPr/>
            <p:nvPr/>
          </p:nvSpPr>
          <p:spPr>
            <a:xfrm>
              <a:off x="2874120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6" name="object 306"/>
            <p:cNvSpPr/>
            <p:nvPr/>
          </p:nvSpPr>
          <p:spPr>
            <a:xfrm>
              <a:off x="2874120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7" name="object 307"/>
          <p:cNvSpPr txBox="1"/>
          <p:nvPr/>
        </p:nvSpPr>
        <p:spPr>
          <a:xfrm>
            <a:off x="2846087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08" name="object 308"/>
          <p:cNvGrpSpPr/>
          <p:nvPr/>
        </p:nvGrpSpPr>
        <p:grpSpPr>
          <a:xfrm>
            <a:off x="3100346" y="1446953"/>
            <a:ext cx="4445" cy="428625"/>
            <a:chOff x="3100346" y="1446953"/>
            <a:chExt cx="4445" cy="428625"/>
          </a:xfrm>
        </p:grpSpPr>
        <p:sp>
          <p:nvSpPr>
            <p:cNvPr id="309" name="object 309"/>
            <p:cNvSpPr/>
            <p:nvPr/>
          </p:nvSpPr>
          <p:spPr>
            <a:xfrm>
              <a:off x="3102569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0" name="object 310"/>
            <p:cNvSpPr/>
            <p:nvPr/>
          </p:nvSpPr>
          <p:spPr>
            <a:xfrm>
              <a:off x="3102569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1" name="object 311"/>
            <p:cNvSpPr/>
            <p:nvPr/>
          </p:nvSpPr>
          <p:spPr>
            <a:xfrm>
              <a:off x="3102569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2" name="object 312"/>
          <p:cNvSpPr txBox="1"/>
          <p:nvPr/>
        </p:nvSpPr>
        <p:spPr>
          <a:xfrm>
            <a:off x="3074536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13" name="object 313"/>
          <p:cNvGrpSpPr/>
          <p:nvPr/>
        </p:nvGrpSpPr>
        <p:grpSpPr>
          <a:xfrm>
            <a:off x="3328795" y="1446953"/>
            <a:ext cx="4445" cy="428625"/>
            <a:chOff x="3328795" y="1446953"/>
            <a:chExt cx="4445" cy="428625"/>
          </a:xfrm>
        </p:grpSpPr>
        <p:sp>
          <p:nvSpPr>
            <p:cNvPr id="314" name="object 314"/>
            <p:cNvSpPr/>
            <p:nvPr/>
          </p:nvSpPr>
          <p:spPr>
            <a:xfrm>
              <a:off x="3331018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5" name="object 315"/>
            <p:cNvSpPr/>
            <p:nvPr/>
          </p:nvSpPr>
          <p:spPr>
            <a:xfrm>
              <a:off x="3331018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6" name="object 316"/>
            <p:cNvSpPr/>
            <p:nvPr/>
          </p:nvSpPr>
          <p:spPr>
            <a:xfrm>
              <a:off x="3331018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7" name="object 317"/>
          <p:cNvSpPr txBox="1"/>
          <p:nvPr/>
        </p:nvSpPr>
        <p:spPr>
          <a:xfrm>
            <a:off x="3302985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18" name="object 318"/>
          <p:cNvGrpSpPr/>
          <p:nvPr/>
        </p:nvGrpSpPr>
        <p:grpSpPr>
          <a:xfrm>
            <a:off x="3557244" y="1446953"/>
            <a:ext cx="4445" cy="428625"/>
            <a:chOff x="3557244" y="1446953"/>
            <a:chExt cx="4445" cy="428625"/>
          </a:xfrm>
        </p:grpSpPr>
        <p:sp>
          <p:nvSpPr>
            <p:cNvPr id="319" name="object 319"/>
            <p:cNvSpPr/>
            <p:nvPr/>
          </p:nvSpPr>
          <p:spPr>
            <a:xfrm>
              <a:off x="3559466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0" name="object 320"/>
            <p:cNvSpPr/>
            <p:nvPr/>
          </p:nvSpPr>
          <p:spPr>
            <a:xfrm>
              <a:off x="355946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1" name="object 321"/>
            <p:cNvSpPr/>
            <p:nvPr/>
          </p:nvSpPr>
          <p:spPr>
            <a:xfrm>
              <a:off x="355946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2" name="object 322"/>
          <p:cNvSpPr txBox="1"/>
          <p:nvPr/>
        </p:nvSpPr>
        <p:spPr>
          <a:xfrm>
            <a:off x="3531434" y="1859451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23" name="object 323"/>
          <p:cNvGrpSpPr/>
          <p:nvPr/>
        </p:nvGrpSpPr>
        <p:grpSpPr>
          <a:xfrm>
            <a:off x="3785693" y="1446953"/>
            <a:ext cx="4445" cy="428625"/>
            <a:chOff x="3785693" y="1446953"/>
            <a:chExt cx="4445" cy="428625"/>
          </a:xfrm>
        </p:grpSpPr>
        <p:sp>
          <p:nvSpPr>
            <p:cNvPr id="324" name="object 324"/>
            <p:cNvSpPr/>
            <p:nvPr/>
          </p:nvSpPr>
          <p:spPr>
            <a:xfrm>
              <a:off x="3787916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5" name="object 325"/>
            <p:cNvSpPr/>
            <p:nvPr/>
          </p:nvSpPr>
          <p:spPr>
            <a:xfrm>
              <a:off x="378791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6" name="object 326"/>
            <p:cNvSpPr/>
            <p:nvPr/>
          </p:nvSpPr>
          <p:spPr>
            <a:xfrm>
              <a:off x="3787916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7" name="object 327"/>
          <p:cNvSpPr txBox="1"/>
          <p:nvPr/>
        </p:nvSpPr>
        <p:spPr>
          <a:xfrm>
            <a:off x="3744551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28" name="object 328"/>
          <p:cNvGrpSpPr/>
          <p:nvPr/>
        </p:nvGrpSpPr>
        <p:grpSpPr>
          <a:xfrm>
            <a:off x="4014142" y="1446953"/>
            <a:ext cx="4445" cy="428625"/>
            <a:chOff x="4014142" y="1446953"/>
            <a:chExt cx="4445" cy="428625"/>
          </a:xfrm>
        </p:grpSpPr>
        <p:sp>
          <p:nvSpPr>
            <p:cNvPr id="329" name="object 329"/>
            <p:cNvSpPr/>
            <p:nvPr/>
          </p:nvSpPr>
          <p:spPr>
            <a:xfrm>
              <a:off x="4016365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0" name="object 330"/>
            <p:cNvSpPr/>
            <p:nvPr/>
          </p:nvSpPr>
          <p:spPr>
            <a:xfrm>
              <a:off x="4016365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1" name="object 331"/>
            <p:cNvSpPr/>
            <p:nvPr/>
          </p:nvSpPr>
          <p:spPr>
            <a:xfrm>
              <a:off x="4016365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2" name="object 332"/>
          <p:cNvSpPr txBox="1"/>
          <p:nvPr/>
        </p:nvSpPr>
        <p:spPr>
          <a:xfrm>
            <a:off x="3973000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33" name="object 333"/>
          <p:cNvGrpSpPr/>
          <p:nvPr/>
        </p:nvGrpSpPr>
        <p:grpSpPr>
          <a:xfrm>
            <a:off x="4242591" y="1446953"/>
            <a:ext cx="4445" cy="428625"/>
            <a:chOff x="4242591" y="1446953"/>
            <a:chExt cx="4445" cy="428625"/>
          </a:xfrm>
        </p:grpSpPr>
        <p:sp>
          <p:nvSpPr>
            <p:cNvPr id="334" name="object 334"/>
            <p:cNvSpPr/>
            <p:nvPr/>
          </p:nvSpPr>
          <p:spPr>
            <a:xfrm>
              <a:off x="4244814" y="1449175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5" name="object 335"/>
            <p:cNvSpPr/>
            <p:nvPr/>
          </p:nvSpPr>
          <p:spPr>
            <a:xfrm>
              <a:off x="424481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6" name="object 336"/>
            <p:cNvSpPr/>
            <p:nvPr/>
          </p:nvSpPr>
          <p:spPr>
            <a:xfrm>
              <a:off x="4244814" y="1855979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7" name="object 337"/>
          <p:cNvSpPr txBox="1"/>
          <p:nvPr/>
        </p:nvSpPr>
        <p:spPr>
          <a:xfrm>
            <a:off x="4201449" y="1859451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338" name="object 338"/>
          <p:cNvSpPr txBox="1"/>
          <p:nvPr/>
        </p:nvSpPr>
        <p:spPr>
          <a:xfrm>
            <a:off x="3367367" y="1925375"/>
            <a:ext cx="26860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39" name="object 339"/>
          <p:cNvGrpSpPr/>
          <p:nvPr/>
        </p:nvGrpSpPr>
        <p:grpSpPr>
          <a:xfrm>
            <a:off x="2543182" y="1447246"/>
            <a:ext cx="1902460" cy="410845"/>
            <a:chOff x="2543182" y="1447246"/>
            <a:chExt cx="1902460" cy="410845"/>
          </a:xfrm>
        </p:grpSpPr>
        <p:sp>
          <p:nvSpPr>
            <p:cNvPr id="340" name="object 340"/>
            <p:cNvSpPr/>
            <p:nvPr/>
          </p:nvSpPr>
          <p:spPr>
            <a:xfrm>
              <a:off x="2560059" y="1673728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1" name="object 341"/>
            <p:cNvSpPr/>
            <p:nvPr/>
          </p:nvSpPr>
          <p:spPr>
            <a:xfrm>
              <a:off x="2543182" y="167372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2" name="object 342"/>
            <p:cNvSpPr/>
            <p:nvPr/>
          </p:nvSpPr>
          <p:spPr>
            <a:xfrm>
              <a:off x="2543182" y="1673728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3" name="object 343"/>
            <p:cNvSpPr/>
            <p:nvPr/>
          </p:nvSpPr>
          <p:spPr>
            <a:xfrm>
              <a:off x="2560059" y="1488274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4" name="object 344"/>
            <p:cNvSpPr/>
            <p:nvPr/>
          </p:nvSpPr>
          <p:spPr>
            <a:xfrm>
              <a:off x="2543182" y="148827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5" name="object 345"/>
            <p:cNvSpPr/>
            <p:nvPr/>
          </p:nvSpPr>
          <p:spPr>
            <a:xfrm>
              <a:off x="2543182" y="1488274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6" name="object 346"/>
            <p:cNvSpPr/>
            <p:nvPr/>
          </p:nvSpPr>
          <p:spPr>
            <a:xfrm>
              <a:off x="2645671" y="1467747"/>
              <a:ext cx="1712595" cy="369570"/>
            </a:xfrm>
            <a:custGeom>
              <a:avLst/>
              <a:gdLst/>
              <a:ahLst/>
              <a:cxnLst/>
              <a:rect l="l" t="t" r="r" b="b"/>
              <a:pathLst>
                <a:path w="1712595" h="369569">
                  <a:moveTo>
                    <a:pt x="0" y="20526"/>
                  </a:moveTo>
                  <a:lnTo>
                    <a:pt x="1142" y="298439"/>
                  </a:lnTo>
                  <a:lnTo>
                    <a:pt x="2284" y="369383"/>
                  </a:lnTo>
                  <a:lnTo>
                    <a:pt x="5711" y="86343"/>
                  </a:lnTo>
                  <a:lnTo>
                    <a:pt x="6853" y="48773"/>
                  </a:lnTo>
                  <a:lnTo>
                    <a:pt x="21702" y="16007"/>
                  </a:lnTo>
                  <a:lnTo>
                    <a:pt x="27413" y="12857"/>
                  </a:lnTo>
                  <a:lnTo>
                    <a:pt x="45689" y="1105"/>
                  </a:lnTo>
                  <a:lnTo>
                    <a:pt x="50258" y="0"/>
                  </a:lnTo>
                  <a:lnTo>
                    <a:pt x="54827" y="158"/>
                  </a:lnTo>
                  <a:lnTo>
                    <a:pt x="59396" y="1547"/>
                  </a:lnTo>
                  <a:lnTo>
                    <a:pt x="65107" y="4666"/>
                  </a:lnTo>
                  <a:lnTo>
                    <a:pt x="81099" y="14819"/>
                  </a:lnTo>
                  <a:lnTo>
                    <a:pt x="85668" y="16209"/>
                  </a:lnTo>
                  <a:lnTo>
                    <a:pt x="90237" y="16423"/>
                  </a:lnTo>
                  <a:lnTo>
                    <a:pt x="94806" y="15469"/>
                  </a:lnTo>
                  <a:lnTo>
                    <a:pt x="100517" y="12942"/>
                  </a:lnTo>
                  <a:lnTo>
                    <a:pt x="116509" y="4503"/>
                  </a:lnTo>
                  <a:lnTo>
                    <a:pt x="121078" y="3613"/>
                  </a:lnTo>
                  <a:lnTo>
                    <a:pt x="125646" y="3921"/>
                  </a:lnTo>
                  <a:lnTo>
                    <a:pt x="130215" y="5436"/>
                  </a:lnTo>
                  <a:lnTo>
                    <a:pt x="135927" y="8740"/>
                  </a:lnTo>
                  <a:lnTo>
                    <a:pt x="154203" y="20899"/>
                  </a:lnTo>
                  <a:lnTo>
                    <a:pt x="158772" y="22095"/>
                  </a:lnTo>
                  <a:lnTo>
                    <a:pt x="163341" y="22068"/>
                  </a:lnTo>
                  <a:lnTo>
                    <a:pt x="167910" y="20882"/>
                  </a:lnTo>
                  <a:lnTo>
                    <a:pt x="173621" y="18159"/>
                  </a:lnTo>
                  <a:lnTo>
                    <a:pt x="187328" y="10794"/>
                  </a:lnTo>
                  <a:lnTo>
                    <a:pt x="191897" y="9640"/>
                  </a:lnTo>
                  <a:lnTo>
                    <a:pt x="221595" y="24093"/>
                  </a:lnTo>
                  <a:lnTo>
                    <a:pt x="226164" y="26215"/>
                  </a:lnTo>
                  <a:lnTo>
                    <a:pt x="230733" y="27225"/>
                  </a:lnTo>
                  <a:lnTo>
                    <a:pt x="235302" y="27005"/>
                  </a:lnTo>
                  <a:lnTo>
                    <a:pt x="239871" y="25627"/>
                  </a:lnTo>
                  <a:lnTo>
                    <a:pt x="245582" y="22677"/>
                  </a:lnTo>
                  <a:lnTo>
                    <a:pt x="259289" y="14870"/>
                  </a:lnTo>
                  <a:lnTo>
                    <a:pt x="263858" y="13597"/>
                  </a:lnTo>
                  <a:lnTo>
                    <a:pt x="268427" y="13484"/>
                  </a:lnTo>
                  <a:lnTo>
                    <a:pt x="272996" y="14574"/>
                  </a:lnTo>
                  <a:lnTo>
                    <a:pt x="277565" y="16721"/>
                  </a:lnTo>
                  <a:lnTo>
                    <a:pt x="285561" y="22001"/>
                  </a:lnTo>
                  <a:lnTo>
                    <a:pt x="293557" y="27113"/>
                  </a:lnTo>
                  <a:lnTo>
                    <a:pt x="298126" y="29032"/>
                  </a:lnTo>
                  <a:lnTo>
                    <a:pt x="302694" y="29834"/>
                  </a:lnTo>
                  <a:lnTo>
                    <a:pt x="307263" y="29408"/>
                  </a:lnTo>
                  <a:lnTo>
                    <a:pt x="311832" y="27833"/>
                  </a:lnTo>
                  <a:lnTo>
                    <a:pt x="317544" y="24663"/>
                  </a:lnTo>
                  <a:lnTo>
                    <a:pt x="331251" y="16474"/>
                  </a:lnTo>
                  <a:lnTo>
                    <a:pt x="335820" y="15112"/>
                  </a:lnTo>
                  <a:lnTo>
                    <a:pt x="340389" y="14921"/>
                  </a:lnTo>
                  <a:lnTo>
                    <a:pt x="344958" y="15934"/>
                  </a:lnTo>
                  <a:lnTo>
                    <a:pt x="350669" y="18644"/>
                  </a:lnTo>
                  <a:lnTo>
                    <a:pt x="370087" y="29766"/>
                  </a:lnTo>
                  <a:lnTo>
                    <a:pt x="374656" y="30420"/>
                  </a:lnTo>
                  <a:lnTo>
                    <a:pt x="379225" y="29848"/>
                  </a:lnTo>
                  <a:lnTo>
                    <a:pt x="383794" y="28141"/>
                  </a:lnTo>
                  <a:lnTo>
                    <a:pt x="389505" y="24833"/>
                  </a:lnTo>
                  <a:lnTo>
                    <a:pt x="402070" y="16969"/>
                  </a:lnTo>
                  <a:lnTo>
                    <a:pt x="406639" y="15318"/>
                  </a:lnTo>
                  <a:lnTo>
                    <a:pt x="437479" y="27737"/>
                  </a:lnTo>
                  <a:lnTo>
                    <a:pt x="442048" y="29430"/>
                  </a:lnTo>
                  <a:lnTo>
                    <a:pt x="472889" y="16854"/>
                  </a:lnTo>
                  <a:lnTo>
                    <a:pt x="477458" y="14975"/>
                  </a:lnTo>
                  <a:lnTo>
                    <a:pt x="482027" y="14200"/>
                  </a:lnTo>
                  <a:lnTo>
                    <a:pt x="486596" y="14646"/>
                  </a:lnTo>
                  <a:lnTo>
                    <a:pt x="491165" y="16235"/>
                  </a:lnTo>
                  <a:lnTo>
                    <a:pt x="496876" y="19422"/>
                  </a:lnTo>
                  <a:lnTo>
                    <a:pt x="510583" y="27667"/>
                  </a:lnTo>
                  <a:lnTo>
                    <a:pt x="515152" y="29050"/>
                  </a:lnTo>
                  <a:lnTo>
                    <a:pt x="519721" y="29260"/>
                  </a:lnTo>
                  <a:lnTo>
                    <a:pt x="524290" y="28258"/>
                  </a:lnTo>
                  <a:lnTo>
                    <a:pt x="528859" y="26196"/>
                  </a:lnTo>
                  <a:lnTo>
                    <a:pt x="536855" y="21064"/>
                  </a:lnTo>
                  <a:lnTo>
                    <a:pt x="544850" y="16107"/>
                  </a:lnTo>
                  <a:lnTo>
                    <a:pt x="549419" y="14276"/>
                  </a:lnTo>
                  <a:lnTo>
                    <a:pt x="553988" y="13560"/>
                  </a:lnTo>
                  <a:lnTo>
                    <a:pt x="558557" y="14065"/>
                  </a:lnTo>
                  <a:lnTo>
                    <a:pt x="563126" y="15707"/>
                  </a:lnTo>
                  <a:lnTo>
                    <a:pt x="568838" y="18941"/>
                  </a:lnTo>
                  <a:lnTo>
                    <a:pt x="581402" y="26679"/>
                  </a:lnTo>
                  <a:lnTo>
                    <a:pt x="585971" y="28295"/>
                  </a:lnTo>
                  <a:lnTo>
                    <a:pt x="616812" y="15542"/>
                  </a:lnTo>
                  <a:lnTo>
                    <a:pt x="621381" y="13768"/>
                  </a:lnTo>
                  <a:lnTo>
                    <a:pt x="625950" y="13116"/>
                  </a:lnTo>
                  <a:lnTo>
                    <a:pt x="630519" y="13687"/>
                  </a:lnTo>
                  <a:lnTo>
                    <a:pt x="635088" y="15386"/>
                  </a:lnTo>
                  <a:lnTo>
                    <a:pt x="641941" y="19419"/>
                  </a:lnTo>
                  <a:lnTo>
                    <a:pt x="653364" y="26410"/>
                  </a:lnTo>
                  <a:lnTo>
                    <a:pt x="657933" y="27996"/>
                  </a:lnTo>
                  <a:lnTo>
                    <a:pt x="688773" y="15190"/>
                  </a:lnTo>
                  <a:lnTo>
                    <a:pt x="693342" y="13471"/>
                  </a:lnTo>
                  <a:lnTo>
                    <a:pt x="724183" y="25782"/>
                  </a:lnTo>
                  <a:lnTo>
                    <a:pt x="728752" y="27590"/>
                  </a:lnTo>
                  <a:lnTo>
                    <a:pt x="733321" y="28289"/>
                  </a:lnTo>
                  <a:lnTo>
                    <a:pt x="737890" y="27767"/>
                  </a:lnTo>
                  <a:lnTo>
                    <a:pt x="742459" y="26107"/>
                  </a:lnTo>
                  <a:lnTo>
                    <a:pt x="748170" y="22842"/>
                  </a:lnTo>
                  <a:lnTo>
                    <a:pt x="761877" y="14479"/>
                  </a:lnTo>
                  <a:lnTo>
                    <a:pt x="766446" y="13076"/>
                  </a:lnTo>
                  <a:lnTo>
                    <a:pt x="771015" y="12849"/>
                  </a:lnTo>
                  <a:lnTo>
                    <a:pt x="775584" y="13834"/>
                  </a:lnTo>
                  <a:lnTo>
                    <a:pt x="780153" y="15874"/>
                  </a:lnTo>
                  <a:lnTo>
                    <a:pt x="788149" y="20948"/>
                  </a:lnTo>
                  <a:lnTo>
                    <a:pt x="796144" y="25818"/>
                  </a:lnTo>
                  <a:lnTo>
                    <a:pt x="800713" y="27589"/>
                  </a:lnTo>
                  <a:lnTo>
                    <a:pt x="805282" y="28242"/>
                  </a:lnTo>
                  <a:lnTo>
                    <a:pt x="809851" y="27674"/>
                  </a:lnTo>
                  <a:lnTo>
                    <a:pt x="814420" y="25974"/>
                  </a:lnTo>
                  <a:lnTo>
                    <a:pt x="820132" y="22681"/>
                  </a:lnTo>
                  <a:lnTo>
                    <a:pt x="832696" y="14875"/>
                  </a:lnTo>
                  <a:lnTo>
                    <a:pt x="837265" y="13253"/>
                  </a:lnTo>
                  <a:lnTo>
                    <a:pt x="868106" y="25906"/>
                  </a:lnTo>
                  <a:lnTo>
                    <a:pt x="872675" y="27636"/>
                  </a:lnTo>
                  <a:lnTo>
                    <a:pt x="903516" y="15341"/>
                  </a:lnTo>
                  <a:lnTo>
                    <a:pt x="908084" y="13508"/>
                  </a:lnTo>
                  <a:lnTo>
                    <a:pt x="912653" y="12781"/>
                  </a:lnTo>
                  <a:lnTo>
                    <a:pt x="917222" y="13273"/>
                  </a:lnTo>
                  <a:lnTo>
                    <a:pt x="921791" y="14908"/>
                  </a:lnTo>
                  <a:lnTo>
                    <a:pt x="927503" y="18152"/>
                  </a:lnTo>
                  <a:lnTo>
                    <a:pt x="941210" y="26525"/>
                  </a:lnTo>
                  <a:lnTo>
                    <a:pt x="945779" y="27948"/>
                  </a:lnTo>
                  <a:lnTo>
                    <a:pt x="950348" y="28197"/>
                  </a:lnTo>
                  <a:lnTo>
                    <a:pt x="954917" y="27233"/>
                  </a:lnTo>
                  <a:lnTo>
                    <a:pt x="959486" y="25209"/>
                  </a:lnTo>
                  <a:lnTo>
                    <a:pt x="967481" y="20145"/>
                  </a:lnTo>
                  <a:lnTo>
                    <a:pt x="975477" y="15257"/>
                  </a:lnTo>
                  <a:lnTo>
                    <a:pt x="980046" y="13465"/>
                  </a:lnTo>
                  <a:lnTo>
                    <a:pt x="984615" y="12788"/>
                  </a:lnTo>
                  <a:lnTo>
                    <a:pt x="989184" y="13331"/>
                  </a:lnTo>
                  <a:lnTo>
                    <a:pt x="993753" y="15010"/>
                  </a:lnTo>
                  <a:lnTo>
                    <a:pt x="999464" y="18287"/>
                  </a:lnTo>
                  <a:lnTo>
                    <a:pt x="1012029" y="26110"/>
                  </a:lnTo>
                  <a:lnTo>
                    <a:pt x="1016598" y="27753"/>
                  </a:lnTo>
                  <a:lnTo>
                    <a:pt x="1047438" y="15170"/>
                  </a:lnTo>
                  <a:lnTo>
                    <a:pt x="1052007" y="13420"/>
                  </a:lnTo>
                  <a:lnTo>
                    <a:pt x="1056576" y="12793"/>
                  </a:lnTo>
                  <a:lnTo>
                    <a:pt x="1061145" y="13387"/>
                  </a:lnTo>
                  <a:lnTo>
                    <a:pt x="1065714" y="15108"/>
                  </a:lnTo>
                  <a:lnTo>
                    <a:pt x="1072568" y="19171"/>
                  </a:lnTo>
                  <a:lnTo>
                    <a:pt x="1083990" y="26204"/>
                  </a:lnTo>
                  <a:lnTo>
                    <a:pt x="1088559" y="27804"/>
                  </a:lnTo>
                  <a:lnTo>
                    <a:pt x="1119400" y="15080"/>
                  </a:lnTo>
                  <a:lnTo>
                    <a:pt x="1123969" y="13373"/>
                  </a:lnTo>
                  <a:lnTo>
                    <a:pt x="1154809" y="25749"/>
                  </a:lnTo>
                  <a:lnTo>
                    <a:pt x="1159378" y="27561"/>
                  </a:lnTo>
                  <a:lnTo>
                    <a:pt x="1163947" y="28262"/>
                  </a:lnTo>
                  <a:lnTo>
                    <a:pt x="1168516" y="27744"/>
                  </a:lnTo>
                  <a:lnTo>
                    <a:pt x="1173085" y="26086"/>
                  </a:lnTo>
                  <a:lnTo>
                    <a:pt x="1178797" y="22825"/>
                  </a:lnTo>
                  <a:lnTo>
                    <a:pt x="1192504" y="14477"/>
                  </a:lnTo>
                  <a:lnTo>
                    <a:pt x="1197073" y="13079"/>
                  </a:lnTo>
                  <a:lnTo>
                    <a:pt x="1201642" y="12858"/>
                  </a:lnTo>
                  <a:lnTo>
                    <a:pt x="1206211" y="13848"/>
                  </a:lnTo>
                  <a:lnTo>
                    <a:pt x="1210779" y="15893"/>
                  </a:lnTo>
                  <a:lnTo>
                    <a:pt x="1218775" y="20972"/>
                  </a:lnTo>
                  <a:lnTo>
                    <a:pt x="1226771" y="25843"/>
                  </a:lnTo>
                  <a:lnTo>
                    <a:pt x="1231340" y="27613"/>
                  </a:lnTo>
                  <a:lnTo>
                    <a:pt x="1235909" y="28264"/>
                  </a:lnTo>
                  <a:lnTo>
                    <a:pt x="1240478" y="27695"/>
                  </a:lnTo>
                  <a:lnTo>
                    <a:pt x="1245047" y="25994"/>
                  </a:lnTo>
                  <a:lnTo>
                    <a:pt x="1250758" y="22700"/>
                  </a:lnTo>
                  <a:lnTo>
                    <a:pt x="1263323" y="14897"/>
                  </a:lnTo>
                  <a:lnTo>
                    <a:pt x="1267892" y="13276"/>
                  </a:lnTo>
                  <a:lnTo>
                    <a:pt x="1298732" y="25935"/>
                  </a:lnTo>
                  <a:lnTo>
                    <a:pt x="1303301" y="27663"/>
                  </a:lnTo>
                  <a:lnTo>
                    <a:pt x="1334142" y="15355"/>
                  </a:lnTo>
                  <a:lnTo>
                    <a:pt x="1338711" y="13524"/>
                  </a:lnTo>
                  <a:lnTo>
                    <a:pt x="1343280" y="12798"/>
                  </a:lnTo>
                  <a:lnTo>
                    <a:pt x="1347849" y="13292"/>
                  </a:lnTo>
                  <a:lnTo>
                    <a:pt x="1352418" y="14929"/>
                  </a:lnTo>
                  <a:lnTo>
                    <a:pt x="1358129" y="18173"/>
                  </a:lnTo>
                  <a:lnTo>
                    <a:pt x="1371836" y="26542"/>
                  </a:lnTo>
                  <a:lnTo>
                    <a:pt x="1376405" y="27961"/>
                  </a:lnTo>
                  <a:lnTo>
                    <a:pt x="1380974" y="28207"/>
                  </a:lnTo>
                  <a:lnTo>
                    <a:pt x="1385543" y="27240"/>
                  </a:lnTo>
                  <a:lnTo>
                    <a:pt x="1390112" y="25213"/>
                  </a:lnTo>
                  <a:lnTo>
                    <a:pt x="1398108" y="20146"/>
                  </a:lnTo>
                  <a:lnTo>
                    <a:pt x="1406103" y="15258"/>
                  </a:lnTo>
                  <a:lnTo>
                    <a:pt x="1410672" y="13468"/>
                  </a:lnTo>
                  <a:lnTo>
                    <a:pt x="1415241" y="12793"/>
                  </a:lnTo>
                  <a:lnTo>
                    <a:pt x="1419810" y="13338"/>
                  </a:lnTo>
                  <a:lnTo>
                    <a:pt x="1424379" y="15019"/>
                  </a:lnTo>
                  <a:lnTo>
                    <a:pt x="1430091" y="18297"/>
                  </a:lnTo>
                  <a:lnTo>
                    <a:pt x="1442655" y="26116"/>
                  </a:lnTo>
                  <a:lnTo>
                    <a:pt x="1447224" y="27757"/>
                  </a:lnTo>
                  <a:lnTo>
                    <a:pt x="1478065" y="15163"/>
                  </a:lnTo>
                  <a:lnTo>
                    <a:pt x="1482634" y="13416"/>
                  </a:lnTo>
                  <a:lnTo>
                    <a:pt x="1487203" y="12791"/>
                  </a:lnTo>
                  <a:lnTo>
                    <a:pt x="1491772" y="13387"/>
                  </a:lnTo>
                  <a:lnTo>
                    <a:pt x="1496341" y="15110"/>
                  </a:lnTo>
                  <a:lnTo>
                    <a:pt x="1503194" y="19175"/>
                  </a:lnTo>
                  <a:lnTo>
                    <a:pt x="1514617" y="26205"/>
                  </a:lnTo>
                  <a:lnTo>
                    <a:pt x="1519186" y="27802"/>
                  </a:lnTo>
                  <a:lnTo>
                    <a:pt x="1550026" y="15070"/>
                  </a:lnTo>
                  <a:lnTo>
                    <a:pt x="1554595" y="13365"/>
                  </a:lnTo>
                  <a:lnTo>
                    <a:pt x="1585436" y="25749"/>
                  </a:lnTo>
                  <a:lnTo>
                    <a:pt x="1590005" y="27559"/>
                  </a:lnTo>
                  <a:lnTo>
                    <a:pt x="1594574" y="28258"/>
                  </a:lnTo>
                  <a:lnTo>
                    <a:pt x="1599143" y="27736"/>
                  </a:lnTo>
                  <a:lnTo>
                    <a:pt x="1603712" y="26077"/>
                  </a:lnTo>
                  <a:lnTo>
                    <a:pt x="1609423" y="22814"/>
                  </a:lnTo>
                  <a:lnTo>
                    <a:pt x="1621988" y="14979"/>
                  </a:lnTo>
                  <a:lnTo>
                    <a:pt x="1626557" y="13317"/>
                  </a:lnTo>
                  <a:lnTo>
                    <a:pt x="1657397" y="25844"/>
                  </a:lnTo>
                  <a:lnTo>
                    <a:pt x="1661966" y="27612"/>
                  </a:lnTo>
                  <a:lnTo>
                    <a:pt x="1666535" y="28261"/>
                  </a:lnTo>
                  <a:lnTo>
                    <a:pt x="1671104" y="27688"/>
                  </a:lnTo>
                  <a:lnTo>
                    <a:pt x="1675673" y="25985"/>
                  </a:lnTo>
                  <a:lnTo>
                    <a:pt x="1681385" y="22690"/>
                  </a:lnTo>
                  <a:lnTo>
                    <a:pt x="1693949" y="14889"/>
                  </a:lnTo>
                  <a:lnTo>
                    <a:pt x="1698518" y="13271"/>
                  </a:lnTo>
                  <a:lnTo>
                    <a:pt x="1703087" y="12798"/>
                  </a:lnTo>
                  <a:lnTo>
                    <a:pt x="1707656" y="13546"/>
                  </a:lnTo>
                  <a:lnTo>
                    <a:pt x="1712225" y="15396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7" name="object 347"/>
            <p:cNvSpPr/>
            <p:nvPr/>
          </p:nvSpPr>
          <p:spPr>
            <a:xfrm>
              <a:off x="2645671" y="1467747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20526"/>
                  </a:moveTo>
                  <a:lnTo>
                    <a:pt x="1142" y="297415"/>
                  </a:lnTo>
                  <a:lnTo>
                    <a:pt x="2284" y="369740"/>
                  </a:lnTo>
                  <a:lnTo>
                    <a:pt x="5711" y="86545"/>
                  </a:lnTo>
                  <a:lnTo>
                    <a:pt x="6853" y="48865"/>
                  </a:lnTo>
                  <a:lnTo>
                    <a:pt x="21702" y="16007"/>
                  </a:lnTo>
                  <a:lnTo>
                    <a:pt x="27413" y="12857"/>
                  </a:lnTo>
                  <a:lnTo>
                    <a:pt x="45689" y="1105"/>
                  </a:lnTo>
                  <a:lnTo>
                    <a:pt x="50258" y="0"/>
                  </a:lnTo>
                  <a:lnTo>
                    <a:pt x="54827" y="158"/>
                  </a:lnTo>
                  <a:lnTo>
                    <a:pt x="59396" y="1547"/>
                  </a:lnTo>
                  <a:lnTo>
                    <a:pt x="65107" y="4666"/>
                  </a:lnTo>
                  <a:lnTo>
                    <a:pt x="81099" y="14819"/>
                  </a:lnTo>
                  <a:lnTo>
                    <a:pt x="85668" y="16209"/>
                  </a:lnTo>
                  <a:lnTo>
                    <a:pt x="90237" y="16423"/>
                  </a:lnTo>
                  <a:lnTo>
                    <a:pt x="94806" y="15469"/>
                  </a:lnTo>
                  <a:lnTo>
                    <a:pt x="100517" y="12942"/>
                  </a:lnTo>
                  <a:lnTo>
                    <a:pt x="116509" y="4503"/>
                  </a:lnTo>
                  <a:lnTo>
                    <a:pt x="121078" y="3613"/>
                  </a:lnTo>
                  <a:lnTo>
                    <a:pt x="125646" y="3921"/>
                  </a:lnTo>
                  <a:lnTo>
                    <a:pt x="130215" y="5436"/>
                  </a:lnTo>
                  <a:lnTo>
                    <a:pt x="135927" y="8740"/>
                  </a:lnTo>
                  <a:lnTo>
                    <a:pt x="154203" y="20899"/>
                  </a:lnTo>
                  <a:lnTo>
                    <a:pt x="158772" y="22095"/>
                  </a:lnTo>
                  <a:lnTo>
                    <a:pt x="163341" y="22068"/>
                  </a:lnTo>
                  <a:lnTo>
                    <a:pt x="167910" y="20882"/>
                  </a:lnTo>
                  <a:lnTo>
                    <a:pt x="173621" y="18159"/>
                  </a:lnTo>
                  <a:lnTo>
                    <a:pt x="187328" y="10794"/>
                  </a:lnTo>
                  <a:lnTo>
                    <a:pt x="191897" y="9640"/>
                  </a:lnTo>
                  <a:lnTo>
                    <a:pt x="221595" y="24093"/>
                  </a:lnTo>
                  <a:lnTo>
                    <a:pt x="226164" y="26215"/>
                  </a:lnTo>
                  <a:lnTo>
                    <a:pt x="230733" y="27225"/>
                  </a:lnTo>
                  <a:lnTo>
                    <a:pt x="235302" y="27005"/>
                  </a:lnTo>
                  <a:lnTo>
                    <a:pt x="239871" y="25627"/>
                  </a:lnTo>
                  <a:lnTo>
                    <a:pt x="245582" y="22677"/>
                  </a:lnTo>
                  <a:lnTo>
                    <a:pt x="259289" y="14870"/>
                  </a:lnTo>
                  <a:lnTo>
                    <a:pt x="263858" y="13597"/>
                  </a:lnTo>
                  <a:lnTo>
                    <a:pt x="268427" y="13484"/>
                  </a:lnTo>
                  <a:lnTo>
                    <a:pt x="272996" y="14574"/>
                  </a:lnTo>
                  <a:lnTo>
                    <a:pt x="277565" y="16721"/>
                  </a:lnTo>
                  <a:lnTo>
                    <a:pt x="285561" y="22001"/>
                  </a:lnTo>
                  <a:lnTo>
                    <a:pt x="293557" y="27113"/>
                  </a:lnTo>
                  <a:lnTo>
                    <a:pt x="298126" y="29032"/>
                  </a:lnTo>
                  <a:lnTo>
                    <a:pt x="302694" y="29834"/>
                  </a:lnTo>
                  <a:lnTo>
                    <a:pt x="307263" y="29408"/>
                  </a:lnTo>
                  <a:lnTo>
                    <a:pt x="311832" y="27833"/>
                  </a:lnTo>
                  <a:lnTo>
                    <a:pt x="317544" y="24663"/>
                  </a:lnTo>
                  <a:lnTo>
                    <a:pt x="331251" y="16474"/>
                  </a:lnTo>
                  <a:lnTo>
                    <a:pt x="335820" y="15112"/>
                  </a:lnTo>
                  <a:lnTo>
                    <a:pt x="340389" y="14921"/>
                  </a:lnTo>
                  <a:lnTo>
                    <a:pt x="344958" y="15934"/>
                  </a:lnTo>
                  <a:lnTo>
                    <a:pt x="350669" y="18644"/>
                  </a:lnTo>
                  <a:lnTo>
                    <a:pt x="370087" y="29766"/>
                  </a:lnTo>
                  <a:lnTo>
                    <a:pt x="374656" y="30420"/>
                  </a:lnTo>
                  <a:lnTo>
                    <a:pt x="379225" y="29848"/>
                  </a:lnTo>
                  <a:lnTo>
                    <a:pt x="383794" y="28141"/>
                  </a:lnTo>
                  <a:lnTo>
                    <a:pt x="389505" y="24833"/>
                  </a:lnTo>
                  <a:lnTo>
                    <a:pt x="402070" y="16969"/>
                  </a:lnTo>
                  <a:lnTo>
                    <a:pt x="406639" y="15318"/>
                  </a:lnTo>
                  <a:lnTo>
                    <a:pt x="437479" y="27737"/>
                  </a:lnTo>
                  <a:lnTo>
                    <a:pt x="442048" y="29430"/>
                  </a:lnTo>
                  <a:lnTo>
                    <a:pt x="472889" y="16854"/>
                  </a:lnTo>
                  <a:lnTo>
                    <a:pt x="477458" y="14975"/>
                  </a:lnTo>
                  <a:lnTo>
                    <a:pt x="482027" y="14200"/>
                  </a:lnTo>
                  <a:lnTo>
                    <a:pt x="486596" y="14646"/>
                  </a:lnTo>
                  <a:lnTo>
                    <a:pt x="491165" y="16235"/>
                  </a:lnTo>
                  <a:lnTo>
                    <a:pt x="496876" y="19422"/>
                  </a:lnTo>
                  <a:lnTo>
                    <a:pt x="510583" y="27667"/>
                  </a:lnTo>
                  <a:lnTo>
                    <a:pt x="515152" y="29050"/>
                  </a:lnTo>
                  <a:lnTo>
                    <a:pt x="519721" y="29260"/>
                  </a:lnTo>
                  <a:lnTo>
                    <a:pt x="524290" y="28258"/>
                  </a:lnTo>
                  <a:lnTo>
                    <a:pt x="528859" y="26196"/>
                  </a:lnTo>
                  <a:lnTo>
                    <a:pt x="536855" y="21064"/>
                  </a:lnTo>
                  <a:lnTo>
                    <a:pt x="544850" y="16107"/>
                  </a:lnTo>
                  <a:lnTo>
                    <a:pt x="549419" y="14276"/>
                  </a:lnTo>
                  <a:lnTo>
                    <a:pt x="553988" y="13560"/>
                  </a:lnTo>
                  <a:lnTo>
                    <a:pt x="558557" y="14065"/>
                  </a:lnTo>
                  <a:lnTo>
                    <a:pt x="563126" y="15707"/>
                  </a:lnTo>
                  <a:lnTo>
                    <a:pt x="568838" y="18941"/>
                  </a:lnTo>
                  <a:lnTo>
                    <a:pt x="581402" y="26679"/>
                  </a:lnTo>
                  <a:lnTo>
                    <a:pt x="585971" y="28295"/>
                  </a:lnTo>
                  <a:lnTo>
                    <a:pt x="616812" y="15542"/>
                  </a:lnTo>
                  <a:lnTo>
                    <a:pt x="621381" y="13768"/>
                  </a:lnTo>
                  <a:lnTo>
                    <a:pt x="625950" y="13116"/>
                  </a:lnTo>
                  <a:lnTo>
                    <a:pt x="630519" y="13687"/>
                  </a:lnTo>
                  <a:lnTo>
                    <a:pt x="635088" y="15386"/>
                  </a:lnTo>
                  <a:lnTo>
                    <a:pt x="641941" y="19419"/>
                  </a:lnTo>
                  <a:lnTo>
                    <a:pt x="653364" y="26410"/>
                  </a:lnTo>
                  <a:lnTo>
                    <a:pt x="657933" y="27996"/>
                  </a:lnTo>
                  <a:lnTo>
                    <a:pt x="688773" y="15190"/>
                  </a:lnTo>
                  <a:lnTo>
                    <a:pt x="693342" y="13471"/>
                  </a:lnTo>
                  <a:lnTo>
                    <a:pt x="724183" y="25782"/>
                  </a:lnTo>
                  <a:lnTo>
                    <a:pt x="728752" y="27590"/>
                  </a:lnTo>
                  <a:lnTo>
                    <a:pt x="733321" y="28289"/>
                  </a:lnTo>
                  <a:lnTo>
                    <a:pt x="737890" y="27767"/>
                  </a:lnTo>
                  <a:lnTo>
                    <a:pt x="742459" y="26107"/>
                  </a:lnTo>
                  <a:lnTo>
                    <a:pt x="748170" y="22842"/>
                  </a:lnTo>
                  <a:lnTo>
                    <a:pt x="761877" y="14479"/>
                  </a:lnTo>
                  <a:lnTo>
                    <a:pt x="766446" y="13076"/>
                  </a:lnTo>
                  <a:lnTo>
                    <a:pt x="771015" y="12849"/>
                  </a:lnTo>
                  <a:lnTo>
                    <a:pt x="775584" y="13834"/>
                  </a:lnTo>
                  <a:lnTo>
                    <a:pt x="780153" y="15874"/>
                  </a:lnTo>
                  <a:lnTo>
                    <a:pt x="788149" y="20948"/>
                  </a:lnTo>
                  <a:lnTo>
                    <a:pt x="796144" y="25818"/>
                  </a:lnTo>
                  <a:lnTo>
                    <a:pt x="800713" y="27589"/>
                  </a:lnTo>
                  <a:lnTo>
                    <a:pt x="805282" y="28242"/>
                  </a:lnTo>
                  <a:lnTo>
                    <a:pt x="809851" y="27674"/>
                  </a:lnTo>
                  <a:lnTo>
                    <a:pt x="814420" y="25974"/>
                  </a:lnTo>
                  <a:lnTo>
                    <a:pt x="820132" y="22681"/>
                  </a:lnTo>
                  <a:lnTo>
                    <a:pt x="832696" y="14875"/>
                  </a:lnTo>
                  <a:lnTo>
                    <a:pt x="837265" y="13253"/>
                  </a:lnTo>
                  <a:lnTo>
                    <a:pt x="868106" y="25906"/>
                  </a:lnTo>
                  <a:lnTo>
                    <a:pt x="872675" y="27636"/>
                  </a:lnTo>
                  <a:lnTo>
                    <a:pt x="903516" y="15341"/>
                  </a:lnTo>
                  <a:lnTo>
                    <a:pt x="908084" y="13508"/>
                  </a:lnTo>
                  <a:lnTo>
                    <a:pt x="912653" y="12781"/>
                  </a:lnTo>
                  <a:lnTo>
                    <a:pt x="917222" y="13273"/>
                  </a:lnTo>
                  <a:lnTo>
                    <a:pt x="921791" y="14908"/>
                  </a:lnTo>
                  <a:lnTo>
                    <a:pt x="927503" y="18152"/>
                  </a:lnTo>
                  <a:lnTo>
                    <a:pt x="941210" y="26525"/>
                  </a:lnTo>
                  <a:lnTo>
                    <a:pt x="945779" y="27948"/>
                  </a:lnTo>
                  <a:lnTo>
                    <a:pt x="950348" y="28197"/>
                  </a:lnTo>
                  <a:lnTo>
                    <a:pt x="954917" y="27233"/>
                  </a:lnTo>
                  <a:lnTo>
                    <a:pt x="959486" y="25209"/>
                  </a:lnTo>
                  <a:lnTo>
                    <a:pt x="967481" y="20145"/>
                  </a:lnTo>
                  <a:lnTo>
                    <a:pt x="975477" y="15257"/>
                  </a:lnTo>
                  <a:lnTo>
                    <a:pt x="980046" y="13465"/>
                  </a:lnTo>
                  <a:lnTo>
                    <a:pt x="984615" y="12788"/>
                  </a:lnTo>
                  <a:lnTo>
                    <a:pt x="989184" y="13331"/>
                  </a:lnTo>
                  <a:lnTo>
                    <a:pt x="993753" y="15010"/>
                  </a:lnTo>
                  <a:lnTo>
                    <a:pt x="999464" y="18287"/>
                  </a:lnTo>
                  <a:lnTo>
                    <a:pt x="1012029" y="26110"/>
                  </a:lnTo>
                  <a:lnTo>
                    <a:pt x="1016598" y="27753"/>
                  </a:lnTo>
                  <a:lnTo>
                    <a:pt x="1047438" y="15170"/>
                  </a:lnTo>
                  <a:lnTo>
                    <a:pt x="1052007" y="13420"/>
                  </a:lnTo>
                  <a:lnTo>
                    <a:pt x="1056576" y="12793"/>
                  </a:lnTo>
                  <a:lnTo>
                    <a:pt x="1061145" y="13387"/>
                  </a:lnTo>
                  <a:lnTo>
                    <a:pt x="1065714" y="15108"/>
                  </a:lnTo>
                  <a:lnTo>
                    <a:pt x="1072568" y="19171"/>
                  </a:lnTo>
                  <a:lnTo>
                    <a:pt x="1083990" y="26204"/>
                  </a:lnTo>
                  <a:lnTo>
                    <a:pt x="1088559" y="27804"/>
                  </a:lnTo>
                  <a:lnTo>
                    <a:pt x="1119400" y="15080"/>
                  </a:lnTo>
                  <a:lnTo>
                    <a:pt x="1123969" y="13373"/>
                  </a:lnTo>
                  <a:lnTo>
                    <a:pt x="1154809" y="25749"/>
                  </a:lnTo>
                  <a:lnTo>
                    <a:pt x="1159378" y="27561"/>
                  </a:lnTo>
                  <a:lnTo>
                    <a:pt x="1163947" y="28262"/>
                  </a:lnTo>
                  <a:lnTo>
                    <a:pt x="1168516" y="27744"/>
                  </a:lnTo>
                  <a:lnTo>
                    <a:pt x="1173085" y="26086"/>
                  </a:lnTo>
                  <a:lnTo>
                    <a:pt x="1178797" y="22825"/>
                  </a:lnTo>
                  <a:lnTo>
                    <a:pt x="1192504" y="14477"/>
                  </a:lnTo>
                  <a:lnTo>
                    <a:pt x="1197073" y="13079"/>
                  </a:lnTo>
                  <a:lnTo>
                    <a:pt x="1201642" y="12858"/>
                  </a:lnTo>
                  <a:lnTo>
                    <a:pt x="1206211" y="13848"/>
                  </a:lnTo>
                  <a:lnTo>
                    <a:pt x="1210779" y="15893"/>
                  </a:lnTo>
                  <a:lnTo>
                    <a:pt x="1218775" y="20972"/>
                  </a:lnTo>
                  <a:lnTo>
                    <a:pt x="1226771" y="25843"/>
                  </a:lnTo>
                  <a:lnTo>
                    <a:pt x="1231340" y="27613"/>
                  </a:lnTo>
                  <a:lnTo>
                    <a:pt x="1235909" y="28264"/>
                  </a:lnTo>
                  <a:lnTo>
                    <a:pt x="1240478" y="27695"/>
                  </a:lnTo>
                  <a:lnTo>
                    <a:pt x="1245047" y="25994"/>
                  </a:lnTo>
                  <a:lnTo>
                    <a:pt x="1250758" y="22700"/>
                  </a:lnTo>
                  <a:lnTo>
                    <a:pt x="1263323" y="14897"/>
                  </a:lnTo>
                  <a:lnTo>
                    <a:pt x="1267892" y="13276"/>
                  </a:lnTo>
                  <a:lnTo>
                    <a:pt x="1298732" y="25935"/>
                  </a:lnTo>
                  <a:lnTo>
                    <a:pt x="1303301" y="27663"/>
                  </a:lnTo>
                  <a:lnTo>
                    <a:pt x="1334142" y="15355"/>
                  </a:lnTo>
                  <a:lnTo>
                    <a:pt x="1338711" y="13524"/>
                  </a:lnTo>
                  <a:lnTo>
                    <a:pt x="1343280" y="12798"/>
                  </a:lnTo>
                  <a:lnTo>
                    <a:pt x="1347849" y="13292"/>
                  </a:lnTo>
                  <a:lnTo>
                    <a:pt x="1352418" y="14929"/>
                  </a:lnTo>
                  <a:lnTo>
                    <a:pt x="1358129" y="18173"/>
                  </a:lnTo>
                  <a:lnTo>
                    <a:pt x="1371836" y="26542"/>
                  </a:lnTo>
                  <a:lnTo>
                    <a:pt x="1376405" y="27961"/>
                  </a:lnTo>
                  <a:lnTo>
                    <a:pt x="1380974" y="28207"/>
                  </a:lnTo>
                  <a:lnTo>
                    <a:pt x="1385543" y="27240"/>
                  </a:lnTo>
                  <a:lnTo>
                    <a:pt x="1390112" y="25213"/>
                  </a:lnTo>
                  <a:lnTo>
                    <a:pt x="1398108" y="20146"/>
                  </a:lnTo>
                  <a:lnTo>
                    <a:pt x="1406103" y="15258"/>
                  </a:lnTo>
                  <a:lnTo>
                    <a:pt x="1410672" y="13468"/>
                  </a:lnTo>
                  <a:lnTo>
                    <a:pt x="1415241" y="12793"/>
                  </a:lnTo>
                  <a:lnTo>
                    <a:pt x="1419810" y="13338"/>
                  </a:lnTo>
                  <a:lnTo>
                    <a:pt x="1424379" y="15019"/>
                  </a:lnTo>
                  <a:lnTo>
                    <a:pt x="1430091" y="18297"/>
                  </a:lnTo>
                  <a:lnTo>
                    <a:pt x="1442655" y="26116"/>
                  </a:lnTo>
                  <a:lnTo>
                    <a:pt x="1447224" y="27757"/>
                  </a:lnTo>
                  <a:lnTo>
                    <a:pt x="1478065" y="15163"/>
                  </a:lnTo>
                  <a:lnTo>
                    <a:pt x="1482634" y="13416"/>
                  </a:lnTo>
                  <a:lnTo>
                    <a:pt x="1487203" y="12791"/>
                  </a:lnTo>
                  <a:lnTo>
                    <a:pt x="1491772" y="13387"/>
                  </a:lnTo>
                  <a:lnTo>
                    <a:pt x="1496341" y="15110"/>
                  </a:lnTo>
                  <a:lnTo>
                    <a:pt x="1503194" y="19175"/>
                  </a:lnTo>
                  <a:lnTo>
                    <a:pt x="1514617" y="26205"/>
                  </a:lnTo>
                  <a:lnTo>
                    <a:pt x="1519186" y="27802"/>
                  </a:lnTo>
                  <a:lnTo>
                    <a:pt x="1550026" y="15070"/>
                  </a:lnTo>
                  <a:lnTo>
                    <a:pt x="1554595" y="13365"/>
                  </a:lnTo>
                  <a:lnTo>
                    <a:pt x="1585436" y="25749"/>
                  </a:lnTo>
                  <a:lnTo>
                    <a:pt x="1590005" y="27559"/>
                  </a:lnTo>
                  <a:lnTo>
                    <a:pt x="1594574" y="28258"/>
                  </a:lnTo>
                  <a:lnTo>
                    <a:pt x="1599143" y="27736"/>
                  </a:lnTo>
                  <a:lnTo>
                    <a:pt x="1603712" y="26077"/>
                  </a:lnTo>
                  <a:lnTo>
                    <a:pt x="1609423" y="22814"/>
                  </a:lnTo>
                  <a:lnTo>
                    <a:pt x="1621988" y="14979"/>
                  </a:lnTo>
                  <a:lnTo>
                    <a:pt x="1626557" y="13317"/>
                  </a:lnTo>
                  <a:lnTo>
                    <a:pt x="1657397" y="25844"/>
                  </a:lnTo>
                  <a:lnTo>
                    <a:pt x="1661966" y="27612"/>
                  </a:lnTo>
                  <a:lnTo>
                    <a:pt x="1666535" y="28261"/>
                  </a:lnTo>
                  <a:lnTo>
                    <a:pt x="1671104" y="27688"/>
                  </a:lnTo>
                  <a:lnTo>
                    <a:pt x="1675673" y="25985"/>
                  </a:lnTo>
                  <a:lnTo>
                    <a:pt x="1681385" y="22690"/>
                  </a:lnTo>
                  <a:lnTo>
                    <a:pt x="1693949" y="14889"/>
                  </a:lnTo>
                  <a:lnTo>
                    <a:pt x="1698518" y="13271"/>
                  </a:lnTo>
                  <a:lnTo>
                    <a:pt x="1703087" y="12798"/>
                  </a:lnTo>
                  <a:lnTo>
                    <a:pt x="1707656" y="13546"/>
                  </a:lnTo>
                  <a:lnTo>
                    <a:pt x="1712225" y="15396"/>
                  </a:lnTo>
                </a:path>
              </a:pathLst>
            </a:custGeom>
            <a:ln w="7232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8" name="object 348"/>
            <p:cNvSpPr/>
            <p:nvPr/>
          </p:nvSpPr>
          <p:spPr>
            <a:xfrm>
              <a:off x="2560059" y="1449175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9" name="object 349"/>
          <p:cNvSpPr txBox="1"/>
          <p:nvPr/>
        </p:nvSpPr>
        <p:spPr>
          <a:xfrm>
            <a:off x="2482960" y="1625137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5</a:t>
            </a:r>
            <a:endParaRPr sz="400">
              <a:latin typeface="Arial"/>
              <a:cs typeface="Arial"/>
            </a:endParaRPr>
          </a:p>
        </p:txBody>
      </p:sp>
      <p:sp>
        <p:nvSpPr>
          <p:cNvPr id="350" name="object 350"/>
          <p:cNvSpPr/>
          <p:nvPr/>
        </p:nvSpPr>
        <p:spPr>
          <a:xfrm>
            <a:off x="2460369" y="1674918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80" h="4444">
                <a:moveTo>
                  <a:pt x="30185" y="0"/>
                </a:moveTo>
                <a:lnTo>
                  <a:pt x="0" y="0"/>
                </a:lnTo>
                <a:lnTo>
                  <a:pt x="0" y="4002"/>
                </a:lnTo>
                <a:lnTo>
                  <a:pt x="30185" y="4002"/>
                </a:lnTo>
                <a:lnTo>
                  <a:pt x="3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 txBox="1"/>
          <p:nvPr/>
        </p:nvSpPr>
        <p:spPr>
          <a:xfrm>
            <a:off x="2482941" y="1439684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sp>
        <p:nvSpPr>
          <p:cNvPr id="352" name="object 352"/>
          <p:cNvSpPr txBox="1"/>
          <p:nvPr/>
        </p:nvSpPr>
        <p:spPr>
          <a:xfrm>
            <a:off x="2384311" y="1616394"/>
            <a:ext cx="6413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2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353" name="object 353"/>
          <p:cNvGrpSpPr/>
          <p:nvPr/>
        </p:nvGrpSpPr>
        <p:grpSpPr>
          <a:xfrm>
            <a:off x="2560059" y="1935117"/>
            <a:ext cx="1884045" cy="428625"/>
            <a:chOff x="2560059" y="1935117"/>
            <a:chExt cx="1884045" cy="428625"/>
          </a:xfrm>
        </p:grpSpPr>
        <p:sp>
          <p:nvSpPr>
            <p:cNvPr id="354" name="object 354"/>
            <p:cNvSpPr/>
            <p:nvPr/>
          </p:nvSpPr>
          <p:spPr>
            <a:xfrm>
              <a:off x="2560059" y="1937340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1883448" y="0"/>
                  </a:moveTo>
                  <a:lnTo>
                    <a:pt x="0" y="0"/>
                  </a:lnTo>
                  <a:lnTo>
                    <a:pt x="0" y="406803"/>
                  </a:lnTo>
                  <a:lnTo>
                    <a:pt x="1883448" y="406803"/>
                  </a:lnTo>
                  <a:lnTo>
                    <a:pt x="188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5" name="object 355"/>
            <p:cNvSpPr/>
            <p:nvPr/>
          </p:nvSpPr>
          <p:spPr>
            <a:xfrm>
              <a:off x="2645670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6" name="object 356"/>
            <p:cNvSpPr/>
            <p:nvPr/>
          </p:nvSpPr>
          <p:spPr>
            <a:xfrm>
              <a:off x="2645670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7" name="object 357"/>
            <p:cNvSpPr/>
            <p:nvPr/>
          </p:nvSpPr>
          <p:spPr>
            <a:xfrm>
              <a:off x="2645670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8" name="object 358"/>
          <p:cNvSpPr txBox="1"/>
          <p:nvPr/>
        </p:nvSpPr>
        <p:spPr>
          <a:xfrm>
            <a:off x="2617638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59" name="object 359"/>
          <p:cNvGrpSpPr/>
          <p:nvPr/>
        </p:nvGrpSpPr>
        <p:grpSpPr>
          <a:xfrm>
            <a:off x="2871897" y="1935117"/>
            <a:ext cx="4445" cy="428625"/>
            <a:chOff x="2871897" y="1935117"/>
            <a:chExt cx="4445" cy="428625"/>
          </a:xfrm>
        </p:grpSpPr>
        <p:sp>
          <p:nvSpPr>
            <p:cNvPr id="360" name="object 360"/>
            <p:cNvSpPr/>
            <p:nvPr/>
          </p:nvSpPr>
          <p:spPr>
            <a:xfrm>
              <a:off x="2874120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1" name="object 361"/>
            <p:cNvSpPr/>
            <p:nvPr/>
          </p:nvSpPr>
          <p:spPr>
            <a:xfrm>
              <a:off x="2874120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2" name="object 362"/>
            <p:cNvSpPr/>
            <p:nvPr/>
          </p:nvSpPr>
          <p:spPr>
            <a:xfrm>
              <a:off x="2874120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3" name="object 363"/>
          <p:cNvSpPr txBox="1"/>
          <p:nvPr/>
        </p:nvSpPr>
        <p:spPr>
          <a:xfrm>
            <a:off x="2846087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64" name="object 364"/>
          <p:cNvGrpSpPr/>
          <p:nvPr/>
        </p:nvGrpSpPr>
        <p:grpSpPr>
          <a:xfrm>
            <a:off x="3100346" y="1935117"/>
            <a:ext cx="4445" cy="428625"/>
            <a:chOff x="3100346" y="1935117"/>
            <a:chExt cx="4445" cy="428625"/>
          </a:xfrm>
        </p:grpSpPr>
        <p:sp>
          <p:nvSpPr>
            <p:cNvPr id="365" name="object 365"/>
            <p:cNvSpPr/>
            <p:nvPr/>
          </p:nvSpPr>
          <p:spPr>
            <a:xfrm>
              <a:off x="3102569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6" name="object 366"/>
            <p:cNvSpPr/>
            <p:nvPr/>
          </p:nvSpPr>
          <p:spPr>
            <a:xfrm>
              <a:off x="3102569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7" name="object 367"/>
            <p:cNvSpPr/>
            <p:nvPr/>
          </p:nvSpPr>
          <p:spPr>
            <a:xfrm>
              <a:off x="3102569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8" name="object 368"/>
          <p:cNvSpPr txBox="1"/>
          <p:nvPr/>
        </p:nvSpPr>
        <p:spPr>
          <a:xfrm>
            <a:off x="3074536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69" name="object 369"/>
          <p:cNvGrpSpPr/>
          <p:nvPr/>
        </p:nvGrpSpPr>
        <p:grpSpPr>
          <a:xfrm>
            <a:off x="3328795" y="1935117"/>
            <a:ext cx="4445" cy="428625"/>
            <a:chOff x="3328795" y="1935117"/>
            <a:chExt cx="4445" cy="428625"/>
          </a:xfrm>
        </p:grpSpPr>
        <p:sp>
          <p:nvSpPr>
            <p:cNvPr id="370" name="object 370"/>
            <p:cNvSpPr/>
            <p:nvPr/>
          </p:nvSpPr>
          <p:spPr>
            <a:xfrm>
              <a:off x="3331018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1" name="object 371"/>
            <p:cNvSpPr/>
            <p:nvPr/>
          </p:nvSpPr>
          <p:spPr>
            <a:xfrm>
              <a:off x="3331018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2" name="object 372"/>
            <p:cNvSpPr/>
            <p:nvPr/>
          </p:nvSpPr>
          <p:spPr>
            <a:xfrm>
              <a:off x="3331018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3" name="object 373"/>
          <p:cNvSpPr txBox="1"/>
          <p:nvPr/>
        </p:nvSpPr>
        <p:spPr>
          <a:xfrm>
            <a:off x="3302985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74" name="object 374"/>
          <p:cNvGrpSpPr/>
          <p:nvPr/>
        </p:nvGrpSpPr>
        <p:grpSpPr>
          <a:xfrm>
            <a:off x="3557244" y="1935117"/>
            <a:ext cx="4445" cy="428625"/>
            <a:chOff x="3557244" y="1935117"/>
            <a:chExt cx="4445" cy="428625"/>
          </a:xfrm>
        </p:grpSpPr>
        <p:sp>
          <p:nvSpPr>
            <p:cNvPr id="375" name="object 375"/>
            <p:cNvSpPr/>
            <p:nvPr/>
          </p:nvSpPr>
          <p:spPr>
            <a:xfrm>
              <a:off x="3559466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6" name="object 376"/>
            <p:cNvSpPr/>
            <p:nvPr/>
          </p:nvSpPr>
          <p:spPr>
            <a:xfrm>
              <a:off x="355946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7" name="object 377"/>
            <p:cNvSpPr/>
            <p:nvPr/>
          </p:nvSpPr>
          <p:spPr>
            <a:xfrm>
              <a:off x="355946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8" name="object 378"/>
          <p:cNvSpPr txBox="1"/>
          <p:nvPr/>
        </p:nvSpPr>
        <p:spPr>
          <a:xfrm>
            <a:off x="3531434" y="2347615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79" name="object 379"/>
          <p:cNvGrpSpPr/>
          <p:nvPr/>
        </p:nvGrpSpPr>
        <p:grpSpPr>
          <a:xfrm>
            <a:off x="3785693" y="1935117"/>
            <a:ext cx="4445" cy="428625"/>
            <a:chOff x="3785693" y="1935117"/>
            <a:chExt cx="4445" cy="428625"/>
          </a:xfrm>
        </p:grpSpPr>
        <p:sp>
          <p:nvSpPr>
            <p:cNvPr id="380" name="object 380"/>
            <p:cNvSpPr/>
            <p:nvPr/>
          </p:nvSpPr>
          <p:spPr>
            <a:xfrm>
              <a:off x="3787916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1" name="object 381"/>
            <p:cNvSpPr/>
            <p:nvPr/>
          </p:nvSpPr>
          <p:spPr>
            <a:xfrm>
              <a:off x="378791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2" name="object 382"/>
            <p:cNvSpPr/>
            <p:nvPr/>
          </p:nvSpPr>
          <p:spPr>
            <a:xfrm>
              <a:off x="3787916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3" name="object 383"/>
          <p:cNvSpPr txBox="1"/>
          <p:nvPr/>
        </p:nvSpPr>
        <p:spPr>
          <a:xfrm>
            <a:off x="3744551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84" name="object 384"/>
          <p:cNvGrpSpPr/>
          <p:nvPr/>
        </p:nvGrpSpPr>
        <p:grpSpPr>
          <a:xfrm>
            <a:off x="4014142" y="1935117"/>
            <a:ext cx="4445" cy="428625"/>
            <a:chOff x="4014142" y="1935117"/>
            <a:chExt cx="4445" cy="428625"/>
          </a:xfrm>
        </p:grpSpPr>
        <p:sp>
          <p:nvSpPr>
            <p:cNvPr id="385" name="object 385"/>
            <p:cNvSpPr/>
            <p:nvPr/>
          </p:nvSpPr>
          <p:spPr>
            <a:xfrm>
              <a:off x="4016365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6" name="object 386"/>
            <p:cNvSpPr/>
            <p:nvPr/>
          </p:nvSpPr>
          <p:spPr>
            <a:xfrm>
              <a:off x="4016365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7" name="object 387"/>
            <p:cNvSpPr/>
            <p:nvPr/>
          </p:nvSpPr>
          <p:spPr>
            <a:xfrm>
              <a:off x="4016365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8" name="object 388"/>
          <p:cNvSpPr txBox="1"/>
          <p:nvPr/>
        </p:nvSpPr>
        <p:spPr>
          <a:xfrm>
            <a:off x="3973000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89" name="object 389"/>
          <p:cNvGrpSpPr/>
          <p:nvPr/>
        </p:nvGrpSpPr>
        <p:grpSpPr>
          <a:xfrm>
            <a:off x="4242591" y="1935117"/>
            <a:ext cx="4445" cy="428625"/>
            <a:chOff x="4242591" y="1935117"/>
            <a:chExt cx="4445" cy="428625"/>
          </a:xfrm>
        </p:grpSpPr>
        <p:sp>
          <p:nvSpPr>
            <p:cNvPr id="390" name="object 390"/>
            <p:cNvSpPr/>
            <p:nvPr/>
          </p:nvSpPr>
          <p:spPr>
            <a:xfrm>
              <a:off x="4244814" y="1937340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1" name="object 391"/>
            <p:cNvSpPr/>
            <p:nvPr/>
          </p:nvSpPr>
          <p:spPr>
            <a:xfrm>
              <a:off x="424481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2" name="object 392"/>
            <p:cNvSpPr/>
            <p:nvPr/>
          </p:nvSpPr>
          <p:spPr>
            <a:xfrm>
              <a:off x="4244814" y="2344143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3" name="object 393"/>
          <p:cNvSpPr txBox="1"/>
          <p:nvPr/>
        </p:nvSpPr>
        <p:spPr>
          <a:xfrm>
            <a:off x="4201449" y="2347615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394" name="object 394"/>
          <p:cNvSpPr txBox="1"/>
          <p:nvPr/>
        </p:nvSpPr>
        <p:spPr>
          <a:xfrm>
            <a:off x="3367367" y="2413540"/>
            <a:ext cx="26860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95" name="object 395"/>
          <p:cNvGrpSpPr/>
          <p:nvPr/>
        </p:nvGrpSpPr>
        <p:grpSpPr>
          <a:xfrm>
            <a:off x="2543182" y="1935411"/>
            <a:ext cx="1902460" cy="410845"/>
            <a:chOff x="2543182" y="1935411"/>
            <a:chExt cx="1902460" cy="410845"/>
          </a:xfrm>
        </p:grpSpPr>
        <p:sp>
          <p:nvSpPr>
            <p:cNvPr id="396" name="object 396"/>
            <p:cNvSpPr/>
            <p:nvPr/>
          </p:nvSpPr>
          <p:spPr>
            <a:xfrm>
              <a:off x="2560059" y="2304581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7" name="object 397"/>
            <p:cNvSpPr/>
            <p:nvPr/>
          </p:nvSpPr>
          <p:spPr>
            <a:xfrm>
              <a:off x="2543182" y="2304581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8" name="object 398"/>
            <p:cNvSpPr/>
            <p:nvPr/>
          </p:nvSpPr>
          <p:spPr>
            <a:xfrm>
              <a:off x="2543182" y="2304581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9" name="object 399"/>
            <p:cNvSpPr/>
            <p:nvPr/>
          </p:nvSpPr>
          <p:spPr>
            <a:xfrm>
              <a:off x="2560059" y="2181429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0" name="object 400"/>
            <p:cNvSpPr/>
            <p:nvPr/>
          </p:nvSpPr>
          <p:spPr>
            <a:xfrm>
              <a:off x="2543182" y="218142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1" name="object 401"/>
            <p:cNvSpPr/>
            <p:nvPr/>
          </p:nvSpPr>
          <p:spPr>
            <a:xfrm>
              <a:off x="2543182" y="2181429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2" name="object 402"/>
            <p:cNvSpPr/>
            <p:nvPr/>
          </p:nvSpPr>
          <p:spPr>
            <a:xfrm>
              <a:off x="2560059" y="2058276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3" name="object 403"/>
            <p:cNvSpPr/>
            <p:nvPr/>
          </p:nvSpPr>
          <p:spPr>
            <a:xfrm>
              <a:off x="2543182" y="205827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4" name="object 404"/>
            <p:cNvSpPr/>
            <p:nvPr/>
          </p:nvSpPr>
          <p:spPr>
            <a:xfrm>
              <a:off x="2543182" y="205827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5" name="object 405"/>
            <p:cNvSpPr/>
            <p:nvPr/>
          </p:nvSpPr>
          <p:spPr>
            <a:xfrm>
              <a:off x="2645671" y="1955831"/>
              <a:ext cx="1712595" cy="370205"/>
            </a:xfrm>
            <a:custGeom>
              <a:avLst/>
              <a:gdLst/>
              <a:ahLst/>
              <a:cxnLst/>
              <a:rect l="l" t="t" r="r" b="b"/>
              <a:pathLst>
                <a:path w="1712595" h="370205">
                  <a:moveTo>
                    <a:pt x="0" y="0"/>
                  </a:moveTo>
                  <a:lnTo>
                    <a:pt x="1142" y="42117"/>
                  </a:lnTo>
                  <a:lnTo>
                    <a:pt x="3426" y="254035"/>
                  </a:lnTo>
                  <a:lnTo>
                    <a:pt x="4568" y="316154"/>
                  </a:lnTo>
                  <a:lnTo>
                    <a:pt x="6853" y="362531"/>
                  </a:lnTo>
                  <a:lnTo>
                    <a:pt x="10280" y="369821"/>
                  </a:lnTo>
                  <a:lnTo>
                    <a:pt x="14849" y="366904"/>
                  </a:lnTo>
                  <a:lnTo>
                    <a:pt x="39978" y="330649"/>
                  </a:lnTo>
                  <a:lnTo>
                    <a:pt x="60539" y="258290"/>
                  </a:lnTo>
                  <a:lnTo>
                    <a:pt x="65107" y="246460"/>
                  </a:lnTo>
                  <a:lnTo>
                    <a:pt x="68534" y="240142"/>
                  </a:lnTo>
                  <a:lnTo>
                    <a:pt x="71961" y="236201"/>
                  </a:lnTo>
                  <a:lnTo>
                    <a:pt x="74245" y="234883"/>
                  </a:lnTo>
                  <a:lnTo>
                    <a:pt x="76530" y="234550"/>
                  </a:lnTo>
                  <a:lnTo>
                    <a:pt x="78814" y="235108"/>
                  </a:lnTo>
                  <a:lnTo>
                    <a:pt x="82241" y="237339"/>
                  </a:lnTo>
                  <a:lnTo>
                    <a:pt x="86810" y="242069"/>
                  </a:lnTo>
                  <a:lnTo>
                    <a:pt x="94806" y="251003"/>
                  </a:lnTo>
                  <a:lnTo>
                    <a:pt x="98233" y="253498"/>
                  </a:lnTo>
                  <a:lnTo>
                    <a:pt x="101659" y="254471"/>
                  </a:lnTo>
                  <a:lnTo>
                    <a:pt x="103944" y="254113"/>
                  </a:lnTo>
                  <a:lnTo>
                    <a:pt x="106228" y="252890"/>
                  </a:lnTo>
                  <a:lnTo>
                    <a:pt x="109655" y="249419"/>
                  </a:lnTo>
                  <a:lnTo>
                    <a:pt x="113082" y="244107"/>
                  </a:lnTo>
                  <a:lnTo>
                    <a:pt x="117651" y="234707"/>
                  </a:lnTo>
                  <a:lnTo>
                    <a:pt x="133642" y="198581"/>
                  </a:lnTo>
                  <a:lnTo>
                    <a:pt x="137069" y="194034"/>
                  </a:lnTo>
                  <a:lnTo>
                    <a:pt x="140496" y="191580"/>
                  </a:lnTo>
                  <a:lnTo>
                    <a:pt x="142780" y="191184"/>
                  </a:lnTo>
                  <a:lnTo>
                    <a:pt x="145065" y="191783"/>
                  </a:lnTo>
                  <a:lnTo>
                    <a:pt x="147349" y="193333"/>
                  </a:lnTo>
                  <a:lnTo>
                    <a:pt x="150776" y="197262"/>
                  </a:lnTo>
                  <a:lnTo>
                    <a:pt x="155345" y="204840"/>
                  </a:lnTo>
                  <a:lnTo>
                    <a:pt x="169052" y="230468"/>
                  </a:lnTo>
                  <a:lnTo>
                    <a:pt x="172479" y="234409"/>
                  </a:lnTo>
                  <a:lnTo>
                    <a:pt x="175905" y="236472"/>
                  </a:lnTo>
                  <a:lnTo>
                    <a:pt x="178190" y="236706"/>
                  </a:lnTo>
                  <a:lnTo>
                    <a:pt x="180474" y="236016"/>
                  </a:lnTo>
                  <a:lnTo>
                    <a:pt x="182759" y="234432"/>
                  </a:lnTo>
                  <a:lnTo>
                    <a:pt x="186185" y="230538"/>
                  </a:lnTo>
                  <a:lnTo>
                    <a:pt x="190754" y="223126"/>
                  </a:lnTo>
                  <a:lnTo>
                    <a:pt x="204461" y="198420"/>
                  </a:lnTo>
                  <a:lnTo>
                    <a:pt x="207888" y="194796"/>
                  </a:lnTo>
                  <a:lnTo>
                    <a:pt x="210173" y="193438"/>
                  </a:lnTo>
                  <a:lnTo>
                    <a:pt x="212457" y="193011"/>
                  </a:lnTo>
                  <a:lnTo>
                    <a:pt x="214742" y="193546"/>
                  </a:lnTo>
                  <a:lnTo>
                    <a:pt x="238729" y="236518"/>
                  </a:lnTo>
                  <a:lnTo>
                    <a:pt x="243298" y="243669"/>
                  </a:lnTo>
                  <a:lnTo>
                    <a:pt x="246724" y="246914"/>
                  </a:lnTo>
                  <a:lnTo>
                    <a:pt x="249009" y="247927"/>
                  </a:lnTo>
                  <a:lnTo>
                    <a:pt x="251293" y="247988"/>
                  </a:lnTo>
                  <a:lnTo>
                    <a:pt x="253578" y="247114"/>
                  </a:lnTo>
                  <a:lnTo>
                    <a:pt x="257005" y="244177"/>
                  </a:lnTo>
                  <a:lnTo>
                    <a:pt x="260431" y="239592"/>
                  </a:lnTo>
                  <a:lnTo>
                    <a:pt x="266143" y="229622"/>
                  </a:lnTo>
                  <a:lnTo>
                    <a:pt x="274138" y="215495"/>
                  </a:lnTo>
                  <a:lnTo>
                    <a:pt x="277565" y="211069"/>
                  </a:lnTo>
                  <a:lnTo>
                    <a:pt x="280992" y="208334"/>
                  </a:lnTo>
                  <a:lnTo>
                    <a:pt x="283276" y="207607"/>
                  </a:lnTo>
                  <a:lnTo>
                    <a:pt x="285561" y="207820"/>
                  </a:lnTo>
                  <a:lnTo>
                    <a:pt x="311832" y="253485"/>
                  </a:lnTo>
                  <a:lnTo>
                    <a:pt x="315259" y="258384"/>
                  </a:lnTo>
                  <a:lnTo>
                    <a:pt x="318686" y="261389"/>
                  </a:lnTo>
                  <a:lnTo>
                    <a:pt x="320970" y="262226"/>
                  </a:lnTo>
                  <a:lnTo>
                    <a:pt x="323255" y="262105"/>
                  </a:lnTo>
                  <a:lnTo>
                    <a:pt x="346100" y="227987"/>
                  </a:lnTo>
                  <a:lnTo>
                    <a:pt x="349527" y="223395"/>
                  </a:lnTo>
                  <a:lnTo>
                    <a:pt x="352953" y="220507"/>
                  </a:lnTo>
                  <a:lnTo>
                    <a:pt x="355238" y="219683"/>
                  </a:lnTo>
                  <a:lnTo>
                    <a:pt x="357522" y="219796"/>
                  </a:lnTo>
                  <a:lnTo>
                    <a:pt x="383794" y="263516"/>
                  </a:lnTo>
                  <a:lnTo>
                    <a:pt x="387221" y="268020"/>
                  </a:lnTo>
                  <a:lnTo>
                    <a:pt x="390647" y="270613"/>
                  </a:lnTo>
                  <a:lnTo>
                    <a:pt x="392932" y="271171"/>
                  </a:lnTo>
                  <a:lnTo>
                    <a:pt x="395216" y="270771"/>
                  </a:lnTo>
                  <a:lnTo>
                    <a:pt x="397501" y="269435"/>
                  </a:lnTo>
                  <a:lnTo>
                    <a:pt x="400928" y="265818"/>
                  </a:lnTo>
                  <a:lnTo>
                    <a:pt x="405497" y="258565"/>
                  </a:lnTo>
                  <a:lnTo>
                    <a:pt x="421488" y="229676"/>
                  </a:lnTo>
                  <a:lnTo>
                    <a:pt x="424915" y="226616"/>
                  </a:lnTo>
                  <a:lnTo>
                    <a:pt x="427199" y="225686"/>
                  </a:lnTo>
                  <a:lnTo>
                    <a:pt x="429484" y="225697"/>
                  </a:lnTo>
                  <a:lnTo>
                    <a:pt x="431768" y="226654"/>
                  </a:lnTo>
                  <a:lnTo>
                    <a:pt x="435195" y="229777"/>
                  </a:lnTo>
                  <a:lnTo>
                    <a:pt x="438622" y="234676"/>
                  </a:lnTo>
                  <a:lnTo>
                    <a:pt x="443191" y="243216"/>
                  </a:lnTo>
                  <a:lnTo>
                    <a:pt x="454613" y="265960"/>
                  </a:lnTo>
                  <a:lnTo>
                    <a:pt x="458040" y="270700"/>
                  </a:lnTo>
                  <a:lnTo>
                    <a:pt x="461467" y="273623"/>
                  </a:lnTo>
                  <a:lnTo>
                    <a:pt x="463751" y="274429"/>
                  </a:lnTo>
                  <a:lnTo>
                    <a:pt x="466036" y="274281"/>
                  </a:lnTo>
                  <a:lnTo>
                    <a:pt x="490023" y="236001"/>
                  </a:lnTo>
                  <a:lnTo>
                    <a:pt x="493449" y="231124"/>
                  </a:lnTo>
                  <a:lnTo>
                    <a:pt x="496876" y="228001"/>
                  </a:lnTo>
                  <a:lnTo>
                    <a:pt x="499161" y="227040"/>
                  </a:lnTo>
                  <a:lnTo>
                    <a:pt x="501445" y="227024"/>
                  </a:lnTo>
                  <a:lnTo>
                    <a:pt x="503730" y="227954"/>
                  </a:lnTo>
                  <a:lnTo>
                    <a:pt x="507156" y="231034"/>
                  </a:lnTo>
                  <a:lnTo>
                    <a:pt x="510583" y="235874"/>
                  </a:lnTo>
                  <a:lnTo>
                    <a:pt x="515152" y="244300"/>
                  </a:lnTo>
                  <a:lnTo>
                    <a:pt x="526575" y="266533"/>
                  </a:lnTo>
                  <a:lnTo>
                    <a:pt x="530001" y="271064"/>
                  </a:lnTo>
                  <a:lnTo>
                    <a:pt x="533428" y="273765"/>
                  </a:lnTo>
                  <a:lnTo>
                    <a:pt x="535713" y="274420"/>
                  </a:lnTo>
                  <a:lnTo>
                    <a:pt x="537997" y="274122"/>
                  </a:lnTo>
                  <a:lnTo>
                    <a:pt x="561984" y="234984"/>
                  </a:lnTo>
                  <a:lnTo>
                    <a:pt x="565411" y="230127"/>
                  </a:lnTo>
                  <a:lnTo>
                    <a:pt x="568838" y="227048"/>
                  </a:lnTo>
                  <a:lnTo>
                    <a:pt x="571122" y="226124"/>
                  </a:lnTo>
                  <a:lnTo>
                    <a:pt x="573407" y="226149"/>
                  </a:lnTo>
                  <a:lnTo>
                    <a:pt x="597394" y="263776"/>
                  </a:lnTo>
                  <a:lnTo>
                    <a:pt x="600821" y="268718"/>
                  </a:lnTo>
                  <a:lnTo>
                    <a:pt x="604247" y="271930"/>
                  </a:lnTo>
                  <a:lnTo>
                    <a:pt x="606532" y="272959"/>
                  </a:lnTo>
                  <a:lnTo>
                    <a:pt x="608816" y="273042"/>
                  </a:lnTo>
                  <a:lnTo>
                    <a:pt x="611101" y="272175"/>
                  </a:lnTo>
                  <a:lnTo>
                    <a:pt x="613385" y="270389"/>
                  </a:lnTo>
                  <a:lnTo>
                    <a:pt x="616812" y="266151"/>
                  </a:lnTo>
                  <a:lnTo>
                    <a:pt x="621381" y="258207"/>
                  </a:lnTo>
                  <a:lnTo>
                    <a:pt x="636230" y="229886"/>
                  </a:lnTo>
                  <a:lnTo>
                    <a:pt x="639657" y="226277"/>
                  </a:lnTo>
                  <a:lnTo>
                    <a:pt x="641941" y="224965"/>
                  </a:lnTo>
                  <a:lnTo>
                    <a:pt x="644226" y="224594"/>
                  </a:lnTo>
                  <a:lnTo>
                    <a:pt x="646510" y="225175"/>
                  </a:lnTo>
                  <a:lnTo>
                    <a:pt x="648795" y="226685"/>
                  </a:lnTo>
                  <a:lnTo>
                    <a:pt x="652222" y="230545"/>
                  </a:lnTo>
                  <a:lnTo>
                    <a:pt x="656791" y="238084"/>
                  </a:lnTo>
                  <a:lnTo>
                    <a:pt x="671640" y="266126"/>
                  </a:lnTo>
                  <a:lnTo>
                    <a:pt x="675066" y="269867"/>
                  </a:lnTo>
                  <a:lnTo>
                    <a:pt x="677351" y="271287"/>
                  </a:lnTo>
                  <a:lnTo>
                    <a:pt x="679635" y="271775"/>
                  </a:lnTo>
                  <a:lnTo>
                    <a:pt x="681920" y="271311"/>
                  </a:lnTo>
                  <a:lnTo>
                    <a:pt x="704765" y="233617"/>
                  </a:lnTo>
                  <a:lnTo>
                    <a:pt x="709334" y="227065"/>
                  </a:lnTo>
                  <a:lnTo>
                    <a:pt x="712761" y="224223"/>
                  </a:lnTo>
                  <a:lnTo>
                    <a:pt x="715045" y="223471"/>
                  </a:lnTo>
                  <a:lnTo>
                    <a:pt x="717330" y="223671"/>
                  </a:lnTo>
                  <a:lnTo>
                    <a:pt x="741317" y="262026"/>
                  </a:lnTo>
                  <a:lnTo>
                    <a:pt x="744743" y="266828"/>
                  </a:lnTo>
                  <a:lnTo>
                    <a:pt x="748170" y="269860"/>
                  </a:lnTo>
                  <a:lnTo>
                    <a:pt x="750455" y="270756"/>
                  </a:lnTo>
                  <a:lnTo>
                    <a:pt x="752739" y="270704"/>
                  </a:lnTo>
                  <a:lnTo>
                    <a:pt x="776726" y="232530"/>
                  </a:lnTo>
                  <a:lnTo>
                    <a:pt x="780153" y="227453"/>
                  </a:lnTo>
                  <a:lnTo>
                    <a:pt x="783580" y="224097"/>
                  </a:lnTo>
                  <a:lnTo>
                    <a:pt x="785864" y="222969"/>
                  </a:lnTo>
                  <a:lnTo>
                    <a:pt x="788149" y="222786"/>
                  </a:lnTo>
                  <a:lnTo>
                    <a:pt x="790433" y="223555"/>
                  </a:lnTo>
                  <a:lnTo>
                    <a:pt x="792718" y="225244"/>
                  </a:lnTo>
                  <a:lnTo>
                    <a:pt x="796144" y="229345"/>
                  </a:lnTo>
                  <a:lnTo>
                    <a:pt x="800713" y="237128"/>
                  </a:lnTo>
                  <a:lnTo>
                    <a:pt x="815563" y="265133"/>
                  </a:lnTo>
                  <a:lnTo>
                    <a:pt x="818989" y="268710"/>
                  </a:lnTo>
                  <a:lnTo>
                    <a:pt x="821274" y="270004"/>
                  </a:lnTo>
                  <a:lnTo>
                    <a:pt x="823558" y="270360"/>
                  </a:lnTo>
                  <a:lnTo>
                    <a:pt x="825843" y="269764"/>
                  </a:lnTo>
                  <a:lnTo>
                    <a:pt x="828127" y="268238"/>
                  </a:lnTo>
                  <a:lnTo>
                    <a:pt x="831554" y="264348"/>
                  </a:lnTo>
                  <a:lnTo>
                    <a:pt x="836123" y="256754"/>
                  </a:lnTo>
                  <a:lnTo>
                    <a:pt x="852114" y="226873"/>
                  </a:lnTo>
                  <a:lnTo>
                    <a:pt x="855541" y="223638"/>
                  </a:lnTo>
                  <a:lnTo>
                    <a:pt x="857826" y="222599"/>
                  </a:lnTo>
                  <a:lnTo>
                    <a:pt x="860110" y="222505"/>
                  </a:lnTo>
                  <a:lnTo>
                    <a:pt x="862395" y="223363"/>
                  </a:lnTo>
                  <a:lnTo>
                    <a:pt x="864679" y="225136"/>
                  </a:lnTo>
                  <a:lnTo>
                    <a:pt x="868106" y="229348"/>
                  </a:lnTo>
                  <a:lnTo>
                    <a:pt x="872675" y="237238"/>
                  </a:lnTo>
                  <a:lnTo>
                    <a:pt x="886382" y="263619"/>
                  </a:lnTo>
                  <a:lnTo>
                    <a:pt x="889809" y="267707"/>
                  </a:lnTo>
                  <a:lnTo>
                    <a:pt x="893235" y="269882"/>
                  </a:lnTo>
                  <a:lnTo>
                    <a:pt x="895520" y="270165"/>
                  </a:lnTo>
                  <a:lnTo>
                    <a:pt x="897804" y="269496"/>
                  </a:lnTo>
                  <a:lnTo>
                    <a:pt x="900089" y="267901"/>
                  </a:lnTo>
                  <a:lnTo>
                    <a:pt x="903516" y="263921"/>
                  </a:lnTo>
                  <a:lnTo>
                    <a:pt x="908084" y="256244"/>
                  </a:lnTo>
                  <a:lnTo>
                    <a:pt x="922934" y="227986"/>
                  </a:lnTo>
                  <a:lnTo>
                    <a:pt x="926360" y="224240"/>
                  </a:lnTo>
                  <a:lnTo>
                    <a:pt x="928645" y="222821"/>
                  </a:lnTo>
                  <a:lnTo>
                    <a:pt x="930929" y="222337"/>
                  </a:lnTo>
                  <a:lnTo>
                    <a:pt x="933214" y="222806"/>
                  </a:lnTo>
                  <a:lnTo>
                    <a:pt x="935498" y="224209"/>
                  </a:lnTo>
                  <a:lnTo>
                    <a:pt x="938925" y="227934"/>
                  </a:lnTo>
                  <a:lnTo>
                    <a:pt x="943494" y="235366"/>
                  </a:lnTo>
                  <a:lnTo>
                    <a:pt x="952632" y="253939"/>
                  </a:lnTo>
                  <a:lnTo>
                    <a:pt x="957201" y="262147"/>
                  </a:lnTo>
                  <a:lnTo>
                    <a:pt x="960628" y="266713"/>
                  </a:lnTo>
                  <a:lnTo>
                    <a:pt x="964055" y="269451"/>
                  </a:lnTo>
                  <a:lnTo>
                    <a:pt x="966339" y="270132"/>
                  </a:lnTo>
                  <a:lnTo>
                    <a:pt x="968623" y="269860"/>
                  </a:lnTo>
                  <a:lnTo>
                    <a:pt x="992611" y="231101"/>
                  </a:lnTo>
                  <a:lnTo>
                    <a:pt x="996037" y="226311"/>
                  </a:lnTo>
                  <a:lnTo>
                    <a:pt x="999464" y="223303"/>
                  </a:lnTo>
                  <a:lnTo>
                    <a:pt x="1001749" y="222427"/>
                  </a:lnTo>
                  <a:lnTo>
                    <a:pt x="1004033" y="222501"/>
                  </a:lnTo>
                  <a:lnTo>
                    <a:pt x="1028020" y="260627"/>
                  </a:lnTo>
                  <a:lnTo>
                    <a:pt x="1031447" y="265635"/>
                  </a:lnTo>
                  <a:lnTo>
                    <a:pt x="1034874" y="268913"/>
                  </a:lnTo>
                  <a:lnTo>
                    <a:pt x="1037158" y="269985"/>
                  </a:lnTo>
                  <a:lnTo>
                    <a:pt x="1039443" y="270112"/>
                  </a:lnTo>
                  <a:lnTo>
                    <a:pt x="1041727" y="269287"/>
                  </a:lnTo>
                  <a:lnTo>
                    <a:pt x="1044012" y="267545"/>
                  </a:lnTo>
                  <a:lnTo>
                    <a:pt x="1047438" y="263373"/>
                  </a:lnTo>
                  <a:lnTo>
                    <a:pt x="1052007" y="255518"/>
                  </a:lnTo>
                  <a:lnTo>
                    <a:pt x="1065714" y="229076"/>
                  </a:lnTo>
                  <a:lnTo>
                    <a:pt x="1069141" y="224937"/>
                  </a:lnTo>
                  <a:lnTo>
                    <a:pt x="1072568" y="222705"/>
                  </a:lnTo>
                  <a:lnTo>
                    <a:pt x="1074852" y="222382"/>
                  </a:lnTo>
                  <a:lnTo>
                    <a:pt x="1077137" y="223012"/>
                  </a:lnTo>
                  <a:lnTo>
                    <a:pt x="1079421" y="224570"/>
                  </a:lnTo>
                  <a:lnTo>
                    <a:pt x="1082848" y="228500"/>
                  </a:lnTo>
                  <a:lnTo>
                    <a:pt x="1087417" y="236130"/>
                  </a:lnTo>
                  <a:lnTo>
                    <a:pt x="1102266" y="264432"/>
                  </a:lnTo>
                  <a:lnTo>
                    <a:pt x="1105693" y="268226"/>
                  </a:lnTo>
                  <a:lnTo>
                    <a:pt x="1107977" y="269680"/>
                  </a:lnTo>
                  <a:lnTo>
                    <a:pt x="1110262" y="270203"/>
                  </a:lnTo>
                  <a:lnTo>
                    <a:pt x="1112546" y="269772"/>
                  </a:lnTo>
                  <a:lnTo>
                    <a:pt x="1135391" y="232413"/>
                  </a:lnTo>
                  <a:lnTo>
                    <a:pt x="1139960" y="225930"/>
                  </a:lnTo>
                  <a:lnTo>
                    <a:pt x="1143387" y="223141"/>
                  </a:lnTo>
                  <a:lnTo>
                    <a:pt x="1145672" y="222423"/>
                  </a:lnTo>
                  <a:lnTo>
                    <a:pt x="1147956" y="222657"/>
                  </a:lnTo>
                  <a:lnTo>
                    <a:pt x="1171943" y="261308"/>
                  </a:lnTo>
                  <a:lnTo>
                    <a:pt x="1175370" y="266141"/>
                  </a:lnTo>
                  <a:lnTo>
                    <a:pt x="1178797" y="269203"/>
                  </a:lnTo>
                  <a:lnTo>
                    <a:pt x="1181081" y="270117"/>
                  </a:lnTo>
                  <a:lnTo>
                    <a:pt x="1183366" y="270083"/>
                  </a:lnTo>
                  <a:lnTo>
                    <a:pt x="1208495" y="230251"/>
                  </a:lnTo>
                  <a:lnTo>
                    <a:pt x="1211922" y="225734"/>
                  </a:lnTo>
                  <a:lnTo>
                    <a:pt x="1215348" y="223056"/>
                  </a:lnTo>
                  <a:lnTo>
                    <a:pt x="1217633" y="222417"/>
                  </a:lnTo>
                  <a:lnTo>
                    <a:pt x="1219917" y="222731"/>
                  </a:lnTo>
                  <a:lnTo>
                    <a:pt x="1242762" y="259716"/>
                  </a:lnTo>
                  <a:lnTo>
                    <a:pt x="1247331" y="266370"/>
                  </a:lnTo>
                  <a:lnTo>
                    <a:pt x="1250758" y="269322"/>
                  </a:lnTo>
                  <a:lnTo>
                    <a:pt x="1253043" y="270157"/>
                  </a:lnTo>
                  <a:lnTo>
                    <a:pt x="1255327" y="270042"/>
                  </a:lnTo>
                  <a:lnTo>
                    <a:pt x="1279314" y="231781"/>
                  </a:lnTo>
                  <a:lnTo>
                    <a:pt x="1282741" y="226819"/>
                  </a:lnTo>
                  <a:lnTo>
                    <a:pt x="1286168" y="223599"/>
                  </a:lnTo>
                  <a:lnTo>
                    <a:pt x="1288452" y="222569"/>
                  </a:lnTo>
                  <a:lnTo>
                    <a:pt x="1290737" y="222486"/>
                  </a:lnTo>
                  <a:lnTo>
                    <a:pt x="1293021" y="223353"/>
                  </a:lnTo>
                  <a:lnTo>
                    <a:pt x="1295306" y="225135"/>
                  </a:lnTo>
                  <a:lnTo>
                    <a:pt x="1298732" y="229360"/>
                  </a:lnTo>
                  <a:lnTo>
                    <a:pt x="1303301" y="237264"/>
                  </a:lnTo>
                  <a:lnTo>
                    <a:pt x="1317008" y="263662"/>
                  </a:lnTo>
                  <a:lnTo>
                    <a:pt x="1320435" y="267750"/>
                  </a:lnTo>
                  <a:lnTo>
                    <a:pt x="1323862" y="269923"/>
                  </a:lnTo>
                  <a:lnTo>
                    <a:pt x="1326146" y="270205"/>
                  </a:lnTo>
                  <a:lnTo>
                    <a:pt x="1328431" y="269534"/>
                  </a:lnTo>
                  <a:lnTo>
                    <a:pt x="1330715" y="267937"/>
                  </a:lnTo>
                  <a:lnTo>
                    <a:pt x="1334142" y="263955"/>
                  </a:lnTo>
                  <a:lnTo>
                    <a:pt x="1338711" y="256277"/>
                  </a:lnTo>
                  <a:lnTo>
                    <a:pt x="1353560" y="228035"/>
                  </a:lnTo>
                  <a:lnTo>
                    <a:pt x="1356987" y="224296"/>
                  </a:lnTo>
                  <a:lnTo>
                    <a:pt x="1359271" y="222882"/>
                  </a:lnTo>
                  <a:lnTo>
                    <a:pt x="1361556" y="222402"/>
                  </a:lnTo>
                  <a:lnTo>
                    <a:pt x="1363840" y="222876"/>
                  </a:lnTo>
                  <a:lnTo>
                    <a:pt x="1366125" y="224284"/>
                  </a:lnTo>
                  <a:lnTo>
                    <a:pt x="1369552" y="228015"/>
                  </a:lnTo>
                  <a:lnTo>
                    <a:pt x="1374121" y="235453"/>
                  </a:lnTo>
                  <a:lnTo>
                    <a:pt x="1383259" y="254028"/>
                  </a:lnTo>
                  <a:lnTo>
                    <a:pt x="1387828" y="262232"/>
                  </a:lnTo>
                  <a:lnTo>
                    <a:pt x="1391254" y="266793"/>
                  </a:lnTo>
                  <a:lnTo>
                    <a:pt x="1394681" y="269524"/>
                  </a:lnTo>
                  <a:lnTo>
                    <a:pt x="1396965" y="270200"/>
                  </a:lnTo>
                  <a:lnTo>
                    <a:pt x="1399250" y="269925"/>
                  </a:lnTo>
                  <a:lnTo>
                    <a:pt x="1423237" y="231146"/>
                  </a:lnTo>
                  <a:lnTo>
                    <a:pt x="1426664" y="226360"/>
                  </a:lnTo>
                  <a:lnTo>
                    <a:pt x="1430091" y="223356"/>
                  </a:lnTo>
                  <a:lnTo>
                    <a:pt x="1432375" y="222483"/>
                  </a:lnTo>
                  <a:lnTo>
                    <a:pt x="1434660" y="222560"/>
                  </a:lnTo>
                  <a:lnTo>
                    <a:pt x="1458647" y="260691"/>
                  </a:lnTo>
                  <a:lnTo>
                    <a:pt x="1462073" y="265694"/>
                  </a:lnTo>
                  <a:lnTo>
                    <a:pt x="1465500" y="268964"/>
                  </a:lnTo>
                  <a:lnTo>
                    <a:pt x="1467785" y="270031"/>
                  </a:lnTo>
                  <a:lnTo>
                    <a:pt x="1470069" y="270152"/>
                  </a:lnTo>
                  <a:lnTo>
                    <a:pt x="1472354" y="269323"/>
                  </a:lnTo>
                  <a:lnTo>
                    <a:pt x="1474638" y="267576"/>
                  </a:lnTo>
                  <a:lnTo>
                    <a:pt x="1478065" y="263397"/>
                  </a:lnTo>
                  <a:lnTo>
                    <a:pt x="1482634" y="255535"/>
                  </a:lnTo>
                  <a:lnTo>
                    <a:pt x="1496341" y="229092"/>
                  </a:lnTo>
                  <a:lnTo>
                    <a:pt x="1499768" y="224957"/>
                  </a:lnTo>
                  <a:lnTo>
                    <a:pt x="1503194" y="222729"/>
                  </a:lnTo>
                  <a:lnTo>
                    <a:pt x="1505479" y="222410"/>
                  </a:lnTo>
                  <a:lnTo>
                    <a:pt x="1507763" y="223043"/>
                  </a:lnTo>
                  <a:lnTo>
                    <a:pt x="1510048" y="224604"/>
                  </a:lnTo>
                  <a:lnTo>
                    <a:pt x="1513474" y="228538"/>
                  </a:lnTo>
                  <a:lnTo>
                    <a:pt x="1518043" y="236171"/>
                  </a:lnTo>
                  <a:lnTo>
                    <a:pt x="1532893" y="264462"/>
                  </a:lnTo>
                  <a:lnTo>
                    <a:pt x="1536319" y="268249"/>
                  </a:lnTo>
                  <a:lnTo>
                    <a:pt x="1538604" y="269699"/>
                  </a:lnTo>
                  <a:lnTo>
                    <a:pt x="1540888" y="270216"/>
                  </a:lnTo>
                  <a:lnTo>
                    <a:pt x="1543173" y="269780"/>
                  </a:lnTo>
                  <a:lnTo>
                    <a:pt x="1566018" y="232401"/>
                  </a:lnTo>
                  <a:lnTo>
                    <a:pt x="1570587" y="225924"/>
                  </a:lnTo>
                  <a:lnTo>
                    <a:pt x="1574013" y="223140"/>
                  </a:lnTo>
                  <a:lnTo>
                    <a:pt x="1576298" y="222426"/>
                  </a:lnTo>
                  <a:lnTo>
                    <a:pt x="1578582" y="222663"/>
                  </a:lnTo>
                  <a:lnTo>
                    <a:pt x="1602570" y="261322"/>
                  </a:lnTo>
                  <a:lnTo>
                    <a:pt x="1605996" y="266150"/>
                  </a:lnTo>
                  <a:lnTo>
                    <a:pt x="1609423" y="269206"/>
                  </a:lnTo>
                  <a:lnTo>
                    <a:pt x="1611708" y="270115"/>
                  </a:lnTo>
                  <a:lnTo>
                    <a:pt x="1613992" y="270076"/>
                  </a:lnTo>
                  <a:lnTo>
                    <a:pt x="1637979" y="232075"/>
                  </a:lnTo>
                  <a:lnTo>
                    <a:pt x="1641406" y="227032"/>
                  </a:lnTo>
                  <a:lnTo>
                    <a:pt x="1644833" y="223711"/>
                  </a:lnTo>
                  <a:lnTo>
                    <a:pt x="1647117" y="222607"/>
                  </a:lnTo>
                  <a:lnTo>
                    <a:pt x="1649402" y="222448"/>
                  </a:lnTo>
                  <a:lnTo>
                    <a:pt x="1651686" y="223240"/>
                  </a:lnTo>
                  <a:lnTo>
                    <a:pt x="1653971" y="224951"/>
                  </a:lnTo>
                  <a:lnTo>
                    <a:pt x="1657397" y="229084"/>
                  </a:lnTo>
                  <a:lnTo>
                    <a:pt x="1661966" y="236903"/>
                  </a:lnTo>
                  <a:lnTo>
                    <a:pt x="1676816" y="264973"/>
                  </a:lnTo>
                  <a:lnTo>
                    <a:pt x="1680242" y="268555"/>
                  </a:lnTo>
                  <a:lnTo>
                    <a:pt x="1682527" y="269851"/>
                  </a:lnTo>
                  <a:lnTo>
                    <a:pt x="1684811" y="270208"/>
                  </a:lnTo>
                  <a:lnTo>
                    <a:pt x="1687096" y="269613"/>
                  </a:lnTo>
                  <a:lnTo>
                    <a:pt x="1689380" y="268088"/>
                  </a:lnTo>
                  <a:lnTo>
                    <a:pt x="1692807" y="264201"/>
                  </a:lnTo>
                  <a:lnTo>
                    <a:pt x="1697376" y="256614"/>
                  </a:lnTo>
                  <a:lnTo>
                    <a:pt x="1712225" y="228275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6" name="object 406"/>
            <p:cNvSpPr/>
            <p:nvPr/>
          </p:nvSpPr>
          <p:spPr>
            <a:xfrm>
              <a:off x="2645671" y="1981414"/>
              <a:ext cx="1712595" cy="344805"/>
            </a:xfrm>
            <a:custGeom>
              <a:avLst/>
              <a:gdLst/>
              <a:ahLst/>
              <a:cxnLst/>
              <a:rect l="l" t="t" r="r" b="b"/>
              <a:pathLst>
                <a:path w="1712595" h="344805">
                  <a:moveTo>
                    <a:pt x="0" y="220722"/>
                  </a:moveTo>
                  <a:lnTo>
                    <a:pt x="1142" y="0"/>
                  </a:lnTo>
                  <a:lnTo>
                    <a:pt x="4568" y="283513"/>
                  </a:lnTo>
                  <a:lnTo>
                    <a:pt x="5711" y="319829"/>
                  </a:lnTo>
                  <a:lnTo>
                    <a:pt x="6853" y="335965"/>
                  </a:lnTo>
                  <a:lnTo>
                    <a:pt x="7995" y="342231"/>
                  </a:lnTo>
                  <a:lnTo>
                    <a:pt x="9137" y="344112"/>
                  </a:lnTo>
                  <a:lnTo>
                    <a:pt x="10280" y="344199"/>
                  </a:lnTo>
                  <a:lnTo>
                    <a:pt x="14849" y="341321"/>
                  </a:lnTo>
                  <a:lnTo>
                    <a:pt x="39978" y="305066"/>
                  </a:lnTo>
                  <a:lnTo>
                    <a:pt x="60539" y="232707"/>
                  </a:lnTo>
                  <a:lnTo>
                    <a:pt x="65107" y="220876"/>
                  </a:lnTo>
                  <a:lnTo>
                    <a:pt x="68534" y="214559"/>
                  </a:lnTo>
                  <a:lnTo>
                    <a:pt x="71961" y="210618"/>
                  </a:lnTo>
                  <a:lnTo>
                    <a:pt x="74245" y="209300"/>
                  </a:lnTo>
                  <a:lnTo>
                    <a:pt x="76530" y="208967"/>
                  </a:lnTo>
                  <a:lnTo>
                    <a:pt x="78814" y="209525"/>
                  </a:lnTo>
                  <a:lnTo>
                    <a:pt x="82241" y="211756"/>
                  </a:lnTo>
                  <a:lnTo>
                    <a:pt x="86810" y="216485"/>
                  </a:lnTo>
                  <a:lnTo>
                    <a:pt x="94806" y="225420"/>
                  </a:lnTo>
                  <a:lnTo>
                    <a:pt x="98233" y="227915"/>
                  </a:lnTo>
                  <a:lnTo>
                    <a:pt x="101659" y="228888"/>
                  </a:lnTo>
                  <a:lnTo>
                    <a:pt x="103944" y="228530"/>
                  </a:lnTo>
                  <a:lnTo>
                    <a:pt x="106228" y="227307"/>
                  </a:lnTo>
                  <a:lnTo>
                    <a:pt x="109655" y="223836"/>
                  </a:lnTo>
                  <a:lnTo>
                    <a:pt x="113082" y="218524"/>
                  </a:lnTo>
                  <a:lnTo>
                    <a:pt x="117651" y="209124"/>
                  </a:lnTo>
                  <a:lnTo>
                    <a:pt x="133642" y="172997"/>
                  </a:lnTo>
                  <a:lnTo>
                    <a:pt x="137069" y="168451"/>
                  </a:lnTo>
                  <a:lnTo>
                    <a:pt x="140496" y="165997"/>
                  </a:lnTo>
                  <a:lnTo>
                    <a:pt x="142780" y="165601"/>
                  </a:lnTo>
                  <a:lnTo>
                    <a:pt x="145065" y="166200"/>
                  </a:lnTo>
                  <a:lnTo>
                    <a:pt x="147349" y="167750"/>
                  </a:lnTo>
                  <a:lnTo>
                    <a:pt x="150776" y="171679"/>
                  </a:lnTo>
                  <a:lnTo>
                    <a:pt x="155345" y="179257"/>
                  </a:lnTo>
                  <a:lnTo>
                    <a:pt x="169052" y="204885"/>
                  </a:lnTo>
                  <a:lnTo>
                    <a:pt x="172479" y="208826"/>
                  </a:lnTo>
                  <a:lnTo>
                    <a:pt x="175905" y="210889"/>
                  </a:lnTo>
                  <a:lnTo>
                    <a:pt x="178190" y="211123"/>
                  </a:lnTo>
                  <a:lnTo>
                    <a:pt x="180474" y="210433"/>
                  </a:lnTo>
                  <a:lnTo>
                    <a:pt x="182759" y="208849"/>
                  </a:lnTo>
                  <a:lnTo>
                    <a:pt x="186185" y="204955"/>
                  </a:lnTo>
                  <a:lnTo>
                    <a:pt x="190754" y="197543"/>
                  </a:lnTo>
                  <a:lnTo>
                    <a:pt x="204461" y="172837"/>
                  </a:lnTo>
                  <a:lnTo>
                    <a:pt x="207888" y="169213"/>
                  </a:lnTo>
                  <a:lnTo>
                    <a:pt x="210173" y="167855"/>
                  </a:lnTo>
                  <a:lnTo>
                    <a:pt x="212457" y="167428"/>
                  </a:lnTo>
                  <a:lnTo>
                    <a:pt x="214742" y="167963"/>
                  </a:lnTo>
                  <a:lnTo>
                    <a:pt x="238729" y="210935"/>
                  </a:lnTo>
                  <a:lnTo>
                    <a:pt x="243298" y="218086"/>
                  </a:lnTo>
                  <a:lnTo>
                    <a:pt x="246724" y="221331"/>
                  </a:lnTo>
                  <a:lnTo>
                    <a:pt x="249009" y="222344"/>
                  </a:lnTo>
                  <a:lnTo>
                    <a:pt x="251293" y="222405"/>
                  </a:lnTo>
                  <a:lnTo>
                    <a:pt x="253578" y="221531"/>
                  </a:lnTo>
                  <a:lnTo>
                    <a:pt x="257005" y="218594"/>
                  </a:lnTo>
                  <a:lnTo>
                    <a:pt x="260431" y="214009"/>
                  </a:lnTo>
                  <a:lnTo>
                    <a:pt x="266143" y="204039"/>
                  </a:lnTo>
                  <a:lnTo>
                    <a:pt x="274138" y="189912"/>
                  </a:lnTo>
                  <a:lnTo>
                    <a:pt x="277565" y="185486"/>
                  </a:lnTo>
                  <a:lnTo>
                    <a:pt x="280992" y="182750"/>
                  </a:lnTo>
                  <a:lnTo>
                    <a:pt x="283276" y="182024"/>
                  </a:lnTo>
                  <a:lnTo>
                    <a:pt x="285561" y="182237"/>
                  </a:lnTo>
                  <a:lnTo>
                    <a:pt x="311832" y="227902"/>
                  </a:lnTo>
                  <a:lnTo>
                    <a:pt x="315259" y="232801"/>
                  </a:lnTo>
                  <a:lnTo>
                    <a:pt x="318686" y="235806"/>
                  </a:lnTo>
                  <a:lnTo>
                    <a:pt x="320970" y="236643"/>
                  </a:lnTo>
                  <a:lnTo>
                    <a:pt x="323255" y="236522"/>
                  </a:lnTo>
                  <a:lnTo>
                    <a:pt x="346100" y="202404"/>
                  </a:lnTo>
                  <a:lnTo>
                    <a:pt x="349527" y="197812"/>
                  </a:lnTo>
                  <a:lnTo>
                    <a:pt x="352953" y="194924"/>
                  </a:lnTo>
                  <a:lnTo>
                    <a:pt x="355238" y="194099"/>
                  </a:lnTo>
                  <a:lnTo>
                    <a:pt x="357522" y="194213"/>
                  </a:lnTo>
                  <a:lnTo>
                    <a:pt x="383794" y="237933"/>
                  </a:lnTo>
                  <a:lnTo>
                    <a:pt x="387221" y="242436"/>
                  </a:lnTo>
                  <a:lnTo>
                    <a:pt x="390647" y="245030"/>
                  </a:lnTo>
                  <a:lnTo>
                    <a:pt x="392932" y="245588"/>
                  </a:lnTo>
                  <a:lnTo>
                    <a:pt x="395216" y="245188"/>
                  </a:lnTo>
                  <a:lnTo>
                    <a:pt x="397501" y="243852"/>
                  </a:lnTo>
                  <a:lnTo>
                    <a:pt x="400928" y="240235"/>
                  </a:lnTo>
                  <a:lnTo>
                    <a:pt x="405497" y="232982"/>
                  </a:lnTo>
                  <a:lnTo>
                    <a:pt x="421488" y="204093"/>
                  </a:lnTo>
                  <a:lnTo>
                    <a:pt x="424915" y="201033"/>
                  </a:lnTo>
                  <a:lnTo>
                    <a:pt x="427199" y="200103"/>
                  </a:lnTo>
                  <a:lnTo>
                    <a:pt x="429484" y="200114"/>
                  </a:lnTo>
                  <a:lnTo>
                    <a:pt x="431768" y="201071"/>
                  </a:lnTo>
                  <a:lnTo>
                    <a:pt x="435195" y="204194"/>
                  </a:lnTo>
                  <a:lnTo>
                    <a:pt x="438622" y="209093"/>
                  </a:lnTo>
                  <a:lnTo>
                    <a:pt x="443191" y="217633"/>
                  </a:lnTo>
                  <a:lnTo>
                    <a:pt x="454613" y="240377"/>
                  </a:lnTo>
                  <a:lnTo>
                    <a:pt x="458040" y="245117"/>
                  </a:lnTo>
                  <a:lnTo>
                    <a:pt x="461467" y="248040"/>
                  </a:lnTo>
                  <a:lnTo>
                    <a:pt x="463751" y="248846"/>
                  </a:lnTo>
                  <a:lnTo>
                    <a:pt x="466036" y="248698"/>
                  </a:lnTo>
                  <a:lnTo>
                    <a:pt x="490023" y="210418"/>
                  </a:lnTo>
                  <a:lnTo>
                    <a:pt x="493449" y="205541"/>
                  </a:lnTo>
                  <a:lnTo>
                    <a:pt x="496876" y="202418"/>
                  </a:lnTo>
                  <a:lnTo>
                    <a:pt x="499161" y="201456"/>
                  </a:lnTo>
                  <a:lnTo>
                    <a:pt x="501445" y="201441"/>
                  </a:lnTo>
                  <a:lnTo>
                    <a:pt x="503730" y="202371"/>
                  </a:lnTo>
                  <a:lnTo>
                    <a:pt x="507156" y="205451"/>
                  </a:lnTo>
                  <a:lnTo>
                    <a:pt x="510583" y="210291"/>
                  </a:lnTo>
                  <a:lnTo>
                    <a:pt x="515152" y="218717"/>
                  </a:lnTo>
                  <a:lnTo>
                    <a:pt x="526575" y="240950"/>
                  </a:lnTo>
                  <a:lnTo>
                    <a:pt x="530001" y="245481"/>
                  </a:lnTo>
                  <a:lnTo>
                    <a:pt x="533428" y="248182"/>
                  </a:lnTo>
                  <a:lnTo>
                    <a:pt x="535713" y="248837"/>
                  </a:lnTo>
                  <a:lnTo>
                    <a:pt x="537997" y="248539"/>
                  </a:lnTo>
                  <a:lnTo>
                    <a:pt x="561984" y="209401"/>
                  </a:lnTo>
                  <a:lnTo>
                    <a:pt x="565411" y="204544"/>
                  </a:lnTo>
                  <a:lnTo>
                    <a:pt x="568838" y="201465"/>
                  </a:lnTo>
                  <a:lnTo>
                    <a:pt x="571122" y="200541"/>
                  </a:lnTo>
                  <a:lnTo>
                    <a:pt x="573407" y="200566"/>
                  </a:lnTo>
                  <a:lnTo>
                    <a:pt x="597394" y="238193"/>
                  </a:lnTo>
                  <a:lnTo>
                    <a:pt x="600821" y="243135"/>
                  </a:lnTo>
                  <a:lnTo>
                    <a:pt x="604247" y="246347"/>
                  </a:lnTo>
                  <a:lnTo>
                    <a:pt x="606532" y="247376"/>
                  </a:lnTo>
                  <a:lnTo>
                    <a:pt x="608816" y="247459"/>
                  </a:lnTo>
                  <a:lnTo>
                    <a:pt x="611101" y="246591"/>
                  </a:lnTo>
                  <a:lnTo>
                    <a:pt x="613385" y="244806"/>
                  </a:lnTo>
                  <a:lnTo>
                    <a:pt x="616812" y="240568"/>
                  </a:lnTo>
                  <a:lnTo>
                    <a:pt x="621381" y="232624"/>
                  </a:lnTo>
                  <a:lnTo>
                    <a:pt x="636230" y="204303"/>
                  </a:lnTo>
                  <a:lnTo>
                    <a:pt x="639657" y="200694"/>
                  </a:lnTo>
                  <a:lnTo>
                    <a:pt x="641941" y="199382"/>
                  </a:lnTo>
                  <a:lnTo>
                    <a:pt x="644226" y="199011"/>
                  </a:lnTo>
                  <a:lnTo>
                    <a:pt x="646510" y="199592"/>
                  </a:lnTo>
                  <a:lnTo>
                    <a:pt x="648795" y="201102"/>
                  </a:lnTo>
                  <a:lnTo>
                    <a:pt x="652222" y="204962"/>
                  </a:lnTo>
                  <a:lnTo>
                    <a:pt x="656791" y="212501"/>
                  </a:lnTo>
                  <a:lnTo>
                    <a:pt x="671640" y="240543"/>
                  </a:lnTo>
                  <a:lnTo>
                    <a:pt x="675066" y="244284"/>
                  </a:lnTo>
                  <a:lnTo>
                    <a:pt x="677351" y="245704"/>
                  </a:lnTo>
                  <a:lnTo>
                    <a:pt x="679635" y="246192"/>
                  </a:lnTo>
                  <a:lnTo>
                    <a:pt x="681920" y="245728"/>
                  </a:lnTo>
                  <a:lnTo>
                    <a:pt x="704765" y="208034"/>
                  </a:lnTo>
                  <a:lnTo>
                    <a:pt x="709334" y="201482"/>
                  </a:lnTo>
                  <a:lnTo>
                    <a:pt x="712761" y="198640"/>
                  </a:lnTo>
                  <a:lnTo>
                    <a:pt x="715045" y="197888"/>
                  </a:lnTo>
                  <a:lnTo>
                    <a:pt x="717330" y="198088"/>
                  </a:lnTo>
                  <a:lnTo>
                    <a:pt x="741317" y="236443"/>
                  </a:lnTo>
                  <a:lnTo>
                    <a:pt x="744743" y="241245"/>
                  </a:lnTo>
                  <a:lnTo>
                    <a:pt x="748170" y="244277"/>
                  </a:lnTo>
                  <a:lnTo>
                    <a:pt x="750455" y="245173"/>
                  </a:lnTo>
                  <a:lnTo>
                    <a:pt x="752739" y="245121"/>
                  </a:lnTo>
                  <a:lnTo>
                    <a:pt x="776726" y="206947"/>
                  </a:lnTo>
                  <a:lnTo>
                    <a:pt x="780153" y="201870"/>
                  </a:lnTo>
                  <a:lnTo>
                    <a:pt x="783580" y="198514"/>
                  </a:lnTo>
                  <a:lnTo>
                    <a:pt x="785864" y="197386"/>
                  </a:lnTo>
                  <a:lnTo>
                    <a:pt x="788149" y="197203"/>
                  </a:lnTo>
                  <a:lnTo>
                    <a:pt x="790433" y="197972"/>
                  </a:lnTo>
                  <a:lnTo>
                    <a:pt x="792718" y="199661"/>
                  </a:lnTo>
                  <a:lnTo>
                    <a:pt x="796144" y="203762"/>
                  </a:lnTo>
                  <a:lnTo>
                    <a:pt x="800713" y="211545"/>
                  </a:lnTo>
                  <a:lnTo>
                    <a:pt x="815563" y="239550"/>
                  </a:lnTo>
                  <a:lnTo>
                    <a:pt x="818989" y="243127"/>
                  </a:lnTo>
                  <a:lnTo>
                    <a:pt x="821274" y="244421"/>
                  </a:lnTo>
                  <a:lnTo>
                    <a:pt x="823558" y="244777"/>
                  </a:lnTo>
                  <a:lnTo>
                    <a:pt x="825843" y="244181"/>
                  </a:lnTo>
                  <a:lnTo>
                    <a:pt x="828127" y="242655"/>
                  </a:lnTo>
                  <a:lnTo>
                    <a:pt x="831554" y="238765"/>
                  </a:lnTo>
                  <a:lnTo>
                    <a:pt x="836123" y="231171"/>
                  </a:lnTo>
                  <a:lnTo>
                    <a:pt x="852114" y="201290"/>
                  </a:lnTo>
                  <a:lnTo>
                    <a:pt x="855541" y="198055"/>
                  </a:lnTo>
                  <a:lnTo>
                    <a:pt x="857826" y="197015"/>
                  </a:lnTo>
                  <a:lnTo>
                    <a:pt x="860110" y="196922"/>
                  </a:lnTo>
                  <a:lnTo>
                    <a:pt x="862395" y="197780"/>
                  </a:lnTo>
                  <a:lnTo>
                    <a:pt x="864679" y="199553"/>
                  </a:lnTo>
                  <a:lnTo>
                    <a:pt x="868106" y="203765"/>
                  </a:lnTo>
                  <a:lnTo>
                    <a:pt x="872675" y="211655"/>
                  </a:lnTo>
                  <a:lnTo>
                    <a:pt x="886382" y="238035"/>
                  </a:lnTo>
                  <a:lnTo>
                    <a:pt x="889809" y="242124"/>
                  </a:lnTo>
                  <a:lnTo>
                    <a:pt x="893235" y="244299"/>
                  </a:lnTo>
                  <a:lnTo>
                    <a:pt x="895520" y="244582"/>
                  </a:lnTo>
                  <a:lnTo>
                    <a:pt x="897804" y="243913"/>
                  </a:lnTo>
                  <a:lnTo>
                    <a:pt x="900089" y="242318"/>
                  </a:lnTo>
                  <a:lnTo>
                    <a:pt x="903516" y="238338"/>
                  </a:lnTo>
                  <a:lnTo>
                    <a:pt x="908084" y="230661"/>
                  </a:lnTo>
                  <a:lnTo>
                    <a:pt x="922934" y="202403"/>
                  </a:lnTo>
                  <a:lnTo>
                    <a:pt x="926360" y="198657"/>
                  </a:lnTo>
                  <a:lnTo>
                    <a:pt x="928645" y="197238"/>
                  </a:lnTo>
                  <a:lnTo>
                    <a:pt x="930929" y="196754"/>
                  </a:lnTo>
                  <a:lnTo>
                    <a:pt x="933214" y="197222"/>
                  </a:lnTo>
                  <a:lnTo>
                    <a:pt x="935498" y="198626"/>
                  </a:lnTo>
                  <a:lnTo>
                    <a:pt x="938925" y="202351"/>
                  </a:lnTo>
                  <a:lnTo>
                    <a:pt x="943494" y="209783"/>
                  </a:lnTo>
                  <a:lnTo>
                    <a:pt x="952632" y="228356"/>
                  </a:lnTo>
                  <a:lnTo>
                    <a:pt x="957201" y="236564"/>
                  </a:lnTo>
                  <a:lnTo>
                    <a:pt x="960628" y="241130"/>
                  </a:lnTo>
                  <a:lnTo>
                    <a:pt x="964055" y="243867"/>
                  </a:lnTo>
                  <a:lnTo>
                    <a:pt x="966339" y="244549"/>
                  </a:lnTo>
                  <a:lnTo>
                    <a:pt x="968623" y="244277"/>
                  </a:lnTo>
                  <a:lnTo>
                    <a:pt x="992611" y="205518"/>
                  </a:lnTo>
                  <a:lnTo>
                    <a:pt x="996037" y="200728"/>
                  </a:lnTo>
                  <a:lnTo>
                    <a:pt x="999464" y="197720"/>
                  </a:lnTo>
                  <a:lnTo>
                    <a:pt x="1001749" y="196844"/>
                  </a:lnTo>
                  <a:lnTo>
                    <a:pt x="1004033" y="196918"/>
                  </a:lnTo>
                  <a:lnTo>
                    <a:pt x="1028020" y="235044"/>
                  </a:lnTo>
                  <a:lnTo>
                    <a:pt x="1031447" y="240052"/>
                  </a:lnTo>
                  <a:lnTo>
                    <a:pt x="1034874" y="243330"/>
                  </a:lnTo>
                  <a:lnTo>
                    <a:pt x="1037158" y="244402"/>
                  </a:lnTo>
                  <a:lnTo>
                    <a:pt x="1039443" y="244529"/>
                  </a:lnTo>
                  <a:lnTo>
                    <a:pt x="1041727" y="243704"/>
                  </a:lnTo>
                  <a:lnTo>
                    <a:pt x="1044012" y="241962"/>
                  </a:lnTo>
                  <a:lnTo>
                    <a:pt x="1047438" y="237790"/>
                  </a:lnTo>
                  <a:lnTo>
                    <a:pt x="1052007" y="229935"/>
                  </a:lnTo>
                  <a:lnTo>
                    <a:pt x="1065714" y="203493"/>
                  </a:lnTo>
                  <a:lnTo>
                    <a:pt x="1069141" y="199354"/>
                  </a:lnTo>
                  <a:lnTo>
                    <a:pt x="1072568" y="197122"/>
                  </a:lnTo>
                  <a:lnTo>
                    <a:pt x="1074852" y="196799"/>
                  </a:lnTo>
                  <a:lnTo>
                    <a:pt x="1077137" y="197429"/>
                  </a:lnTo>
                  <a:lnTo>
                    <a:pt x="1079421" y="198987"/>
                  </a:lnTo>
                  <a:lnTo>
                    <a:pt x="1082848" y="202917"/>
                  </a:lnTo>
                  <a:lnTo>
                    <a:pt x="1087417" y="210547"/>
                  </a:lnTo>
                  <a:lnTo>
                    <a:pt x="1102266" y="238849"/>
                  </a:lnTo>
                  <a:lnTo>
                    <a:pt x="1105693" y="242642"/>
                  </a:lnTo>
                  <a:lnTo>
                    <a:pt x="1107977" y="244097"/>
                  </a:lnTo>
                  <a:lnTo>
                    <a:pt x="1110262" y="244619"/>
                  </a:lnTo>
                  <a:lnTo>
                    <a:pt x="1112546" y="244189"/>
                  </a:lnTo>
                  <a:lnTo>
                    <a:pt x="1135391" y="206829"/>
                  </a:lnTo>
                  <a:lnTo>
                    <a:pt x="1139960" y="200347"/>
                  </a:lnTo>
                  <a:lnTo>
                    <a:pt x="1143387" y="197558"/>
                  </a:lnTo>
                  <a:lnTo>
                    <a:pt x="1145672" y="196840"/>
                  </a:lnTo>
                  <a:lnTo>
                    <a:pt x="1147956" y="197074"/>
                  </a:lnTo>
                  <a:lnTo>
                    <a:pt x="1171943" y="235725"/>
                  </a:lnTo>
                  <a:lnTo>
                    <a:pt x="1175370" y="240558"/>
                  </a:lnTo>
                  <a:lnTo>
                    <a:pt x="1178797" y="243620"/>
                  </a:lnTo>
                  <a:lnTo>
                    <a:pt x="1181081" y="244534"/>
                  </a:lnTo>
                  <a:lnTo>
                    <a:pt x="1183366" y="244500"/>
                  </a:lnTo>
                  <a:lnTo>
                    <a:pt x="1208495" y="204668"/>
                  </a:lnTo>
                  <a:lnTo>
                    <a:pt x="1211922" y="200151"/>
                  </a:lnTo>
                  <a:lnTo>
                    <a:pt x="1215348" y="197473"/>
                  </a:lnTo>
                  <a:lnTo>
                    <a:pt x="1217633" y="196834"/>
                  </a:lnTo>
                  <a:lnTo>
                    <a:pt x="1219917" y="197148"/>
                  </a:lnTo>
                  <a:lnTo>
                    <a:pt x="1242762" y="234133"/>
                  </a:lnTo>
                  <a:lnTo>
                    <a:pt x="1247331" y="240786"/>
                  </a:lnTo>
                  <a:lnTo>
                    <a:pt x="1250758" y="243739"/>
                  </a:lnTo>
                  <a:lnTo>
                    <a:pt x="1253043" y="244574"/>
                  </a:lnTo>
                  <a:lnTo>
                    <a:pt x="1255327" y="244458"/>
                  </a:lnTo>
                  <a:lnTo>
                    <a:pt x="1279314" y="206198"/>
                  </a:lnTo>
                  <a:lnTo>
                    <a:pt x="1282741" y="201236"/>
                  </a:lnTo>
                  <a:lnTo>
                    <a:pt x="1286168" y="198016"/>
                  </a:lnTo>
                  <a:lnTo>
                    <a:pt x="1288452" y="196986"/>
                  </a:lnTo>
                  <a:lnTo>
                    <a:pt x="1290737" y="196903"/>
                  </a:lnTo>
                  <a:lnTo>
                    <a:pt x="1293021" y="197770"/>
                  </a:lnTo>
                  <a:lnTo>
                    <a:pt x="1295306" y="199552"/>
                  </a:lnTo>
                  <a:lnTo>
                    <a:pt x="1298732" y="203777"/>
                  </a:lnTo>
                  <a:lnTo>
                    <a:pt x="1303301" y="211681"/>
                  </a:lnTo>
                  <a:lnTo>
                    <a:pt x="1317008" y="238079"/>
                  </a:lnTo>
                  <a:lnTo>
                    <a:pt x="1320435" y="242167"/>
                  </a:lnTo>
                  <a:lnTo>
                    <a:pt x="1323862" y="244340"/>
                  </a:lnTo>
                  <a:lnTo>
                    <a:pt x="1326146" y="244622"/>
                  </a:lnTo>
                  <a:lnTo>
                    <a:pt x="1328431" y="243951"/>
                  </a:lnTo>
                  <a:lnTo>
                    <a:pt x="1330715" y="242354"/>
                  </a:lnTo>
                  <a:lnTo>
                    <a:pt x="1334142" y="238372"/>
                  </a:lnTo>
                  <a:lnTo>
                    <a:pt x="1338711" y="230694"/>
                  </a:lnTo>
                  <a:lnTo>
                    <a:pt x="1353560" y="202452"/>
                  </a:lnTo>
                  <a:lnTo>
                    <a:pt x="1356987" y="198713"/>
                  </a:lnTo>
                  <a:lnTo>
                    <a:pt x="1359271" y="197299"/>
                  </a:lnTo>
                  <a:lnTo>
                    <a:pt x="1361556" y="196819"/>
                  </a:lnTo>
                  <a:lnTo>
                    <a:pt x="1363840" y="197293"/>
                  </a:lnTo>
                  <a:lnTo>
                    <a:pt x="1366125" y="198701"/>
                  </a:lnTo>
                  <a:lnTo>
                    <a:pt x="1369552" y="202432"/>
                  </a:lnTo>
                  <a:lnTo>
                    <a:pt x="1374121" y="209870"/>
                  </a:lnTo>
                  <a:lnTo>
                    <a:pt x="1383259" y="228445"/>
                  </a:lnTo>
                  <a:lnTo>
                    <a:pt x="1387828" y="236649"/>
                  </a:lnTo>
                  <a:lnTo>
                    <a:pt x="1391254" y="241210"/>
                  </a:lnTo>
                  <a:lnTo>
                    <a:pt x="1394681" y="243941"/>
                  </a:lnTo>
                  <a:lnTo>
                    <a:pt x="1396965" y="244617"/>
                  </a:lnTo>
                  <a:lnTo>
                    <a:pt x="1399250" y="244342"/>
                  </a:lnTo>
                  <a:lnTo>
                    <a:pt x="1423237" y="205563"/>
                  </a:lnTo>
                  <a:lnTo>
                    <a:pt x="1426664" y="200777"/>
                  </a:lnTo>
                  <a:lnTo>
                    <a:pt x="1430091" y="197773"/>
                  </a:lnTo>
                  <a:lnTo>
                    <a:pt x="1432375" y="196900"/>
                  </a:lnTo>
                  <a:lnTo>
                    <a:pt x="1434660" y="196977"/>
                  </a:lnTo>
                  <a:lnTo>
                    <a:pt x="1458647" y="235108"/>
                  </a:lnTo>
                  <a:lnTo>
                    <a:pt x="1462073" y="240111"/>
                  </a:lnTo>
                  <a:lnTo>
                    <a:pt x="1465500" y="243381"/>
                  </a:lnTo>
                  <a:lnTo>
                    <a:pt x="1467785" y="244448"/>
                  </a:lnTo>
                  <a:lnTo>
                    <a:pt x="1470069" y="244569"/>
                  </a:lnTo>
                  <a:lnTo>
                    <a:pt x="1472354" y="243740"/>
                  </a:lnTo>
                  <a:lnTo>
                    <a:pt x="1474638" y="241993"/>
                  </a:lnTo>
                  <a:lnTo>
                    <a:pt x="1478065" y="237814"/>
                  </a:lnTo>
                  <a:lnTo>
                    <a:pt x="1482634" y="229952"/>
                  </a:lnTo>
                  <a:lnTo>
                    <a:pt x="1496341" y="203509"/>
                  </a:lnTo>
                  <a:lnTo>
                    <a:pt x="1499768" y="199374"/>
                  </a:lnTo>
                  <a:lnTo>
                    <a:pt x="1503194" y="197146"/>
                  </a:lnTo>
                  <a:lnTo>
                    <a:pt x="1505479" y="196827"/>
                  </a:lnTo>
                  <a:lnTo>
                    <a:pt x="1507763" y="197460"/>
                  </a:lnTo>
                  <a:lnTo>
                    <a:pt x="1510048" y="199020"/>
                  </a:lnTo>
                  <a:lnTo>
                    <a:pt x="1513474" y="202955"/>
                  </a:lnTo>
                  <a:lnTo>
                    <a:pt x="1518043" y="210588"/>
                  </a:lnTo>
                  <a:lnTo>
                    <a:pt x="1532893" y="238879"/>
                  </a:lnTo>
                  <a:lnTo>
                    <a:pt x="1536319" y="242666"/>
                  </a:lnTo>
                  <a:lnTo>
                    <a:pt x="1538604" y="244116"/>
                  </a:lnTo>
                  <a:lnTo>
                    <a:pt x="1540888" y="244633"/>
                  </a:lnTo>
                  <a:lnTo>
                    <a:pt x="1543173" y="244197"/>
                  </a:lnTo>
                  <a:lnTo>
                    <a:pt x="1566018" y="206818"/>
                  </a:lnTo>
                  <a:lnTo>
                    <a:pt x="1570587" y="200341"/>
                  </a:lnTo>
                  <a:lnTo>
                    <a:pt x="1574013" y="197557"/>
                  </a:lnTo>
                  <a:lnTo>
                    <a:pt x="1576298" y="196842"/>
                  </a:lnTo>
                  <a:lnTo>
                    <a:pt x="1578582" y="197080"/>
                  </a:lnTo>
                  <a:lnTo>
                    <a:pt x="1602570" y="235739"/>
                  </a:lnTo>
                  <a:lnTo>
                    <a:pt x="1605996" y="240567"/>
                  </a:lnTo>
                  <a:lnTo>
                    <a:pt x="1609423" y="243622"/>
                  </a:lnTo>
                  <a:lnTo>
                    <a:pt x="1611708" y="244532"/>
                  </a:lnTo>
                  <a:lnTo>
                    <a:pt x="1613992" y="244493"/>
                  </a:lnTo>
                  <a:lnTo>
                    <a:pt x="1637979" y="206492"/>
                  </a:lnTo>
                  <a:lnTo>
                    <a:pt x="1641406" y="201449"/>
                  </a:lnTo>
                  <a:lnTo>
                    <a:pt x="1644833" y="198128"/>
                  </a:lnTo>
                  <a:lnTo>
                    <a:pt x="1647117" y="197024"/>
                  </a:lnTo>
                  <a:lnTo>
                    <a:pt x="1649402" y="196865"/>
                  </a:lnTo>
                  <a:lnTo>
                    <a:pt x="1651686" y="197657"/>
                  </a:lnTo>
                  <a:lnTo>
                    <a:pt x="1653971" y="199368"/>
                  </a:lnTo>
                  <a:lnTo>
                    <a:pt x="1657397" y="203501"/>
                  </a:lnTo>
                  <a:lnTo>
                    <a:pt x="1661966" y="211320"/>
                  </a:lnTo>
                  <a:lnTo>
                    <a:pt x="1676816" y="239390"/>
                  </a:lnTo>
                  <a:lnTo>
                    <a:pt x="1680242" y="242971"/>
                  </a:lnTo>
                  <a:lnTo>
                    <a:pt x="1682527" y="244268"/>
                  </a:lnTo>
                  <a:lnTo>
                    <a:pt x="1684811" y="244625"/>
                  </a:lnTo>
                  <a:lnTo>
                    <a:pt x="1687096" y="244030"/>
                  </a:lnTo>
                  <a:lnTo>
                    <a:pt x="1689380" y="242505"/>
                  </a:lnTo>
                  <a:lnTo>
                    <a:pt x="1692807" y="238618"/>
                  </a:lnTo>
                  <a:lnTo>
                    <a:pt x="1697376" y="231031"/>
                  </a:lnTo>
                  <a:lnTo>
                    <a:pt x="1712225" y="202692"/>
                  </a:lnTo>
                </a:path>
              </a:pathLst>
            </a:custGeom>
            <a:ln w="7232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7" name="object 407"/>
            <p:cNvSpPr/>
            <p:nvPr/>
          </p:nvSpPr>
          <p:spPr>
            <a:xfrm>
              <a:off x="2560059" y="1937340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8" name="object 408"/>
          <p:cNvSpPr txBox="1"/>
          <p:nvPr/>
        </p:nvSpPr>
        <p:spPr>
          <a:xfrm>
            <a:off x="2406242" y="2255991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3.10</a:t>
            </a:r>
            <a:endParaRPr sz="400">
              <a:latin typeface="Arial"/>
              <a:cs typeface="Arial"/>
            </a:endParaRPr>
          </a:p>
        </p:txBody>
      </p:sp>
      <p:sp>
        <p:nvSpPr>
          <p:cNvPr id="409" name="object 409"/>
          <p:cNvSpPr txBox="1"/>
          <p:nvPr/>
        </p:nvSpPr>
        <p:spPr>
          <a:xfrm>
            <a:off x="2406242" y="2132838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3.15</a:t>
            </a:r>
            <a:endParaRPr sz="400">
              <a:latin typeface="Arial"/>
              <a:cs typeface="Arial"/>
            </a:endParaRPr>
          </a:p>
        </p:txBody>
      </p:sp>
      <p:sp>
        <p:nvSpPr>
          <p:cNvPr id="410" name="object 410"/>
          <p:cNvSpPr txBox="1"/>
          <p:nvPr/>
        </p:nvSpPr>
        <p:spPr>
          <a:xfrm>
            <a:off x="2406242" y="2009686"/>
            <a:ext cx="133350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0" dirty="0">
                <a:latin typeface="Arial"/>
                <a:cs typeface="Arial"/>
              </a:rPr>
              <a:t>3.20</a:t>
            </a:r>
            <a:endParaRPr sz="400">
              <a:latin typeface="Arial"/>
              <a:cs typeface="Arial"/>
            </a:endParaRPr>
          </a:p>
        </p:txBody>
      </p:sp>
      <p:sp>
        <p:nvSpPr>
          <p:cNvPr id="411" name="object 411"/>
          <p:cNvSpPr txBox="1"/>
          <p:nvPr/>
        </p:nvSpPr>
        <p:spPr>
          <a:xfrm>
            <a:off x="2347996" y="2104559"/>
            <a:ext cx="6413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3</a:t>
            </a:r>
            <a:endParaRPr sz="300">
              <a:latin typeface="Arial"/>
              <a:cs typeface="Arial"/>
            </a:endParaRPr>
          </a:p>
        </p:txBody>
      </p:sp>
      <p:grpSp>
        <p:nvGrpSpPr>
          <p:cNvPr id="412" name="object 412"/>
          <p:cNvGrpSpPr/>
          <p:nvPr/>
        </p:nvGrpSpPr>
        <p:grpSpPr>
          <a:xfrm>
            <a:off x="2560059" y="2423282"/>
            <a:ext cx="1884045" cy="428625"/>
            <a:chOff x="2560059" y="2423282"/>
            <a:chExt cx="1884045" cy="428625"/>
          </a:xfrm>
        </p:grpSpPr>
        <p:sp>
          <p:nvSpPr>
            <p:cNvPr id="413" name="object 413"/>
            <p:cNvSpPr/>
            <p:nvPr/>
          </p:nvSpPr>
          <p:spPr>
            <a:xfrm>
              <a:off x="2560059" y="2425504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1883448" y="0"/>
                  </a:moveTo>
                  <a:lnTo>
                    <a:pt x="0" y="0"/>
                  </a:lnTo>
                  <a:lnTo>
                    <a:pt x="0" y="406803"/>
                  </a:lnTo>
                  <a:lnTo>
                    <a:pt x="1883448" y="406803"/>
                  </a:lnTo>
                  <a:lnTo>
                    <a:pt x="188344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4" name="object 414"/>
            <p:cNvSpPr/>
            <p:nvPr/>
          </p:nvSpPr>
          <p:spPr>
            <a:xfrm>
              <a:off x="2645670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5" name="object 415"/>
            <p:cNvSpPr/>
            <p:nvPr/>
          </p:nvSpPr>
          <p:spPr>
            <a:xfrm>
              <a:off x="2645670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6" name="object 416"/>
            <p:cNvSpPr/>
            <p:nvPr/>
          </p:nvSpPr>
          <p:spPr>
            <a:xfrm>
              <a:off x="2645670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7" name="object 417"/>
          <p:cNvSpPr txBox="1"/>
          <p:nvPr/>
        </p:nvSpPr>
        <p:spPr>
          <a:xfrm>
            <a:off x="2617638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18" name="object 418"/>
          <p:cNvGrpSpPr/>
          <p:nvPr/>
        </p:nvGrpSpPr>
        <p:grpSpPr>
          <a:xfrm>
            <a:off x="2871897" y="2423282"/>
            <a:ext cx="4445" cy="428625"/>
            <a:chOff x="2871897" y="2423282"/>
            <a:chExt cx="4445" cy="428625"/>
          </a:xfrm>
        </p:grpSpPr>
        <p:sp>
          <p:nvSpPr>
            <p:cNvPr id="419" name="object 419"/>
            <p:cNvSpPr/>
            <p:nvPr/>
          </p:nvSpPr>
          <p:spPr>
            <a:xfrm>
              <a:off x="2874120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0" name="object 420"/>
            <p:cNvSpPr/>
            <p:nvPr/>
          </p:nvSpPr>
          <p:spPr>
            <a:xfrm>
              <a:off x="2874120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1" name="object 421"/>
            <p:cNvSpPr/>
            <p:nvPr/>
          </p:nvSpPr>
          <p:spPr>
            <a:xfrm>
              <a:off x="2874120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2" name="object 422"/>
          <p:cNvSpPr txBox="1"/>
          <p:nvPr/>
        </p:nvSpPr>
        <p:spPr>
          <a:xfrm>
            <a:off x="2846087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23" name="object 423"/>
          <p:cNvGrpSpPr/>
          <p:nvPr/>
        </p:nvGrpSpPr>
        <p:grpSpPr>
          <a:xfrm>
            <a:off x="3100346" y="2423282"/>
            <a:ext cx="4445" cy="428625"/>
            <a:chOff x="3100346" y="2423282"/>
            <a:chExt cx="4445" cy="428625"/>
          </a:xfrm>
        </p:grpSpPr>
        <p:sp>
          <p:nvSpPr>
            <p:cNvPr id="424" name="object 424"/>
            <p:cNvSpPr/>
            <p:nvPr/>
          </p:nvSpPr>
          <p:spPr>
            <a:xfrm>
              <a:off x="3102569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5" name="object 425"/>
            <p:cNvSpPr/>
            <p:nvPr/>
          </p:nvSpPr>
          <p:spPr>
            <a:xfrm>
              <a:off x="3102569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6" name="object 426"/>
            <p:cNvSpPr/>
            <p:nvPr/>
          </p:nvSpPr>
          <p:spPr>
            <a:xfrm>
              <a:off x="3102569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7" name="object 427"/>
          <p:cNvSpPr txBox="1"/>
          <p:nvPr/>
        </p:nvSpPr>
        <p:spPr>
          <a:xfrm>
            <a:off x="3074536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28" name="object 428"/>
          <p:cNvGrpSpPr/>
          <p:nvPr/>
        </p:nvGrpSpPr>
        <p:grpSpPr>
          <a:xfrm>
            <a:off x="3328795" y="2423282"/>
            <a:ext cx="4445" cy="428625"/>
            <a:chOff x="3328795" y="2423282"/>
            <a:chExt cx="4445" cy="428625"/>
          </a:xfrm>
        </p:grpSpPr>
        <p:sp>
          <p:nvSpPr>
            <p:cNvPr id="429" name="object 429"/>
            <p:cNvSpPr/>
            <p:nvPr/>
          </p:nvSpPr>
          <p:spPr>
            <a:xfrm>
              <a:off x="3331018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0" name="object 430"/>
            <p:cNvSpPr/>
            <p:nvPr/>
          </p:nvSpPr>
          <p:spPr>
            <a:xfrm>
              <a:off x="3331018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1" name="object 431"/>
            <p:cNvSpPr/>
            <p:nvPr/>
          </p:nvSpPr>
          <p:spPr>
            <a:xfrm>
              <a:off x="3331018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2" name="object 432"/>
          <p:cNvSpPr txBox="1"/>
          <p:nvPr/>
        </p:nvSpPr>
        <p:spPr>
          <a:xfrm>
            <a:off x="3302985" y="283577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6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33" name="object 433"/>
          <p:cNvGrpSpPr/>
          <p:nvPr/>
        </p:nvGrpSpPr>
        <p:grpSpPr>
          <a:xfrm>
            <a:off x="3557244" y="2423282"/>
            <a:ext cx="233045" cy="428625"/>
            <a:chOff x="3557244" y="2423282"/>
            <a:chExt cx="233045" cy="428625"/>
          </a:xfrm>
        </p:grpSpPr>
        <p:sp>
          <p:nvSpPr>
            <p:cNvPr id="434" name="object 434"/>
            <p:cNvSpPr/>
            <p:nvPr/>
          </p:nvSpPr>
          <p:spPr>
            <a:xfrm>
              <a:off x="3559466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5" name="object 435"/>
            <p:cNvSpPr/>
            <p:nvPr/>
          </p:nvSpPr>
          <p:spPr>
            <a:xfrm>
              <a:off x="355946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6" name="object 436"/>
            <p:cNvSpPr/>
            <p:nvPr/>
          </p:nvSpPr>
          <p:spPr>
            <a:xfrm>
              <a:off x="355946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7" name="object 437"/>
            <p:cNvSpPr/>
            <p:nvPr/>
          </p:nvSpPr>
          <p:spPr>
            <a:xfrm>
              <a:off x="3787916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8" name="object 438"/>
            <p:cNvSpPr/>
            <p:nvPr/>
          </p:nvSpPr>
          <p:spPr>
            <a:xfrm>
              <a:off x="378791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9" name="object 439"/>
            <p:cNvSpPr/>
            <p:nvPr/>
          </p:nvSpPr>
          <p:spPr>
            <a:xfrm>
              <a:off x="3787916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0" name="object 440"/>
          <p:cNvSpPr txBox="1"/>
          <p:nvPr/>
        </p:nvSpPr>
        <p:spPr>
          <a:xfrm>
            <a:off x="3744551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41" name="object 441"/>
          <p:cNvGrpSpPr/>
          <p:nvPr/>
        </p:nvGrpSpPr>
        <p:grpSpPr>
          <a:xfrm>
            <a:off x="4014142" y="2423282"/>
            <a:ext cx="4445" cy="428625"/>
            <a:chOff x="4014142" y="2423282"/>
            <a:chExt cx="4445" cy="428625"/>
          </a:xfrm>
        </p:grpSpPr>
        <p:sp>
          <p:nvSpPr>
            <p:cNvPr id="442" name="object 442"/>
            <p:cNvSpPr/>
            <p:nvPr/>
          </p:nvSpPr>
          <p:spPr>
            <a:xfrm>
              <a:off x="4016365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3" name="object 443"/>
            <p:cNvSpPr/>
            <p:nvPr/>
          </p:nvSpPr>
          <p:spPr>
            <a:xfrm>
              <a:off x="4016365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4" name="object 444"/>
            <p:cNvSpPr/>
            <p:nvPr/>
          </p:nvSpPr>
          <p:spPr>
            <a:xfrm>
              <a:off x="4016365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5" name="object 445"/>
          <p:cNvSpPr txBox="1"/>
          <p:nvPr/>
        </p:nvSpPr>
        <p:spPr>
          <a:xfrm>
            <a:off x="3973000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46" name="object 446"/>
          <p:cNvGrpSpPr/>
          <p:nvPr/>
        </p:nvGrpSpPr>
        <p:grpSpPr>
          <a:xfrm>
            <a:off x="4242591" y="2423282"/>
            <a:ext cx="4445" cy="428625"/>
            <a:chOff x="4242591" y="2423282"/>
            <a:chExt cx="4445" cy="428625"/>
          </a:xfrm>
        </p:grpSpPr>
        <p:sp>
          <p:nvSpPr>
            <p:cNvPr id="447" name="object 447"/>
            <p:cNvSpPr/>
            <p:nvPr/>
          </p:nvSpPr>
          <p:spPr>
            <a:xfrm>
              <a:off x="4244814" y="2425504"/>
              <a:ext cx="0" cy="407034"/>
            </a:xfrm>
            <a:custGeom>
              <a:avLst/>
              <a:gdLst/>
              <a:ahLst/>
              <a:cxnLst/>
              <a:rect l="l" t="t" r="r" b="b"/>
              <a:pathLst>
                <a:path h="407035">
                  <a:moveTo>
                    <a:pt x="0" y="406803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8" name="object 448"/>
            <p:cNvSpPr/>
            <p:nvPr/>
          </p:nvSpPr>
          <p:spPr>
            <a:xfrm>
              <a:off x="424481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9" name="object 449"/>
            <p:cNvSpPr/>
            <p:nvPr/>
          </p:nvSpPr>
          <p:spPr>
            <a:xfrm>
              <a:off x="4244814" y="2832308"/>
              <a:ext cx="0" cy="17145"/>
            </a:xfrm>
            <a:custGeom>
              <a:avLst/>
              <a:gdLst/>
              <a:ahLst/>
              <a:cxnLst/>
              <a:rect l="l" t="t" r="r" b="b"/>
              <a:pathLst>
                <a:path h="17144">
                  <a:moveTo>
                    <a:pt x="0" y="0"/>
                  </a:moveTo>
                  <a:lnTo>
                    <a:pt x="0" y="16876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0" name="object 450"/>
          <p:cNvSpPr txBox="1"/>
          <p:nvPr/>
        </p:nvSpPr>
        <p:spPr>
          <a:xfrm>
            <a:off x="4201449" y="2835779"/>
            <a:ext cx="8699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451" name="object 451"/>
          <p:cNvSpPr txBox="1"/>
          <p:nvPr/>
        </p:nvSpPr>
        <p:spPr>
          <a:xfrm>
            <a:off x="3367367" y="2835779"/>
            <a:ext cx="268605" cy="1568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53340" algn="r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8</a:t>
            </a:r>
            <a:endParaRPr sz="400">
              <a:latin typeface="Arial"/>
              <a:cs typeface="Arial"/>
            </a:endParaRPr>
          </a:p>
          <a:p>
            <a:pPr marR="5080" algn="r">
              <a:lnSpc>
                <a:spcPct val="100000"/>
              </a:lnSpc>
              <a:spcBef>
                <a:spcPts val="40"/>
              </a:spcBef>
            </a:pPr>
            <a:r>
              <a:rPr sz="400" dirty="0">
                <a:latin typeface="Arial"/>
                <a:cs typeface="Arial"/>
              </a:rPr>
              <a:t>time</a:t>
            </a:r>
            <a:r>
              <a:rPr sz="400" spc="100" dirty="0">
                <a:latin typeface="Arial"/>
                <a:cs typeface="Arial"/>
              </a:rPr>
              <a:t> </a:t>
            </a:r>
            <a:r>
              <a:rPr sz="400" spc="-10" dirty="0">
                <a:latin typeface="Arial"/>
                <a:cs typeface="Arial"/>
              </a:rPr>
              <a:t>(sec)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452" name="object 452"/>
          <p:cNvGrpSpPr/>
          <p:nvPr/>
        </p:nvGrpSpPr>
        <p:grpSpPr>
          <a:xfrm>
            <a:off x="2543182" y="2423575"/>
            <a:ext cx="1902460" cy="410845"/>
            <a:chOff x="2543182" y="2423575"/>
            <a:chExt cx="1902460" cy="410845"/>
          </a:xfrm>
        </p:grpSpPr>
        <p:sp>
          <p:nvSpPr>
            <p:cNvPr id="453" name="object 453"/>
            <p:cNvSpPr/>
            <p:nvPr/>
          </p:nvSpPr>
          <p:spPr>
            <a:xfrm>
              <a:off x="2560059" y="2766572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4" name="object 454"/>
            <p:cNvSpPr/>
            <p:nvPr/>
          </p:nvSpPr>
          <p:spPr>
            <a:xfrm>
              <a:off x="2543182" y="276657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5" name="object 455"/>
            <p:cNvSpPr/>
            <p:nvPr/>
          </p:nvSpPr>
          <p:spPr>
            <a:xfrm>
              <a:off x="2543182" y="2766572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6" name="object 456"/>
            <p:cNvSpPr/>
            <p:nvPr/>
          </p:nvSpPr>
          <p:spPr>
            <a:xfrm>
              <a:off x="2560059" y="2628796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7" name="object 457"/>
            <p:cNvSpPr/>
            <p:nvPr/>
          </p:nvSpPr>
          <p:spPr>
            <a:xfrm>
              <a:off x="2543182" y="262879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8" name="object 458"/>
            <p:cNvSpPr/>
            <p:nvPr/>
          </p:nvSpPr>
          <p:spPr>
            <a:xfrm>
              <a:off x="2543182" y="2628796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9" name="object 459"/>
            <p:cNvSpPr/>
            <p:nvPr/>
          </p:nvSpPr>
          <p:spPr>
            <a:xfrm>
              <a:off x="2560059" y="2491020"/>
              <a:ext cx="1884045" cy="0"/>
            </a:xfrm>
            <a:custGeom>
              <a:avLst/>
              <a:gdLst/>
              <a:ahLst/>
              <a:cxnLst/>
              <a:rect l="l" t="t" r="r" b="b"/>
              <a:pathLst>
                <a:path w="188404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0" name="object 460"/>
            <p:cNvSpPr/>
            <p:nvPr/>
          </p:nvSpPr>
          <p:spPr>
            <a:xfrm>
              <a:off x="2543182" y="2491020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1" name="object 461"/>
            <p:cNvSpPr/>
            <p:nvPr/>
          </p:nvSpPr>
          <p:spPr>
            <a:xfrm>
              <a:off x="2543182" y="2491020"/>
              <a:ext cx="17145" cy="0"/>
            </a:xfrm>
            <a:custGeom>
              <a:avLst/>
              <a:gdLst/>
              <a:ahLst/>
              <a:cxnLst/>
              <a:rect l="l" t="t" r="r" b="b"/>
              <a:pathLst>
                <a:path w="17144">
                  <a:moveTo>
                    <a:pt x="16876" y="0"/>
                  </a:moveTo>
                  <a:lnTo>
                    <a:pt x="0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2" name="object 462"/>
            <p:cNvSpPr/>
            <p:nvPr/>
          </p:nvSpPr>
          <p:spPr>
            <a:xfrm>
              <a:off x="2645671" y="2478958"/>
              <a:ext cx="1712595" cy="335280"/>
            </a:xfrm>
            <a:custGeom>
              <a:avLst/>
              <a:gdLst/>
              <a:ahLst/>
              <a:cxnLst/>
              <a:rect l="l" t="t" r="r" b="b"/>
              <a:pathLst>
                <a:path w="1712595" h="335280">
                  <a:moveTo>
                    <a:pt x="0" y="12061"/>
                  </a:moveTo>
                  <a:lnTo>
                    <a:pt x="1142" y="269557"/>
                  </a:lnTo>
                  <a:lnTo>
                    <a:pt x="2284" y="334858"/>
                  </a:lnTo>
                  <a:lnTo>
                    <a:pt x="5711" y="71733"/>
                  </a:lnTo>
                  <a:lnTo>
                    <a:pt x="6853" y="37037"/>
                  </a:lnTo>
                  <a:lnTo>
                    <a:pt x="13706" y="9898"/>
                  </a:lnTo>
                  <a:lnTo>
                    <a:pt x="19418" y="10163"/>
                  </a:lnTo>
                  <a:lnTo>
                    <a:pt x="23987" y="9324"/>
                  </a:lnTo>
                  <a:lnTo>
                    <a:pt x="29698" y="7166"/>
                  </a:lnTo>
                  <a:lnTo>
                    <a:pt x="44547" y="735"/>
                  </a:lnTo>
                  <a:lnTo>
                    <a:pt x="49116" y="0"/>
                  </a:lnTo>
                  <a:lnTo>
                    <a:pt x="53685" y="278"/>
                  </a:lnTo>
                  <a:lnTo>
                    <a:pt x="58254" y="1583"/>
                  </a:lnTo>
                  <a:lnTo>
                    <a:pt x="63965" y="4415"/>
                  </a:lnTo>
                  <a:lnTo>
                    <a:pt x="82241" y="14788"/>
                  </a:lnTo>
                  <a:lnTo>
                    <a:pt x="86810" y="15775"/>
                  </a:lnTo>
                  <a:lnTo>
                    <a:pt x="91379" y="15695"/>
                  </a:lnTo>
                  <a:lnTo>
                    <a:pt x="95948" y="14604"/>
                  </a:lnTo>
                  <a:lnTo>
                    <a:pt x="101659" y="12149"/>
                  </a:lnTo>
                  <a:lnTo>
                    <a:pt x="116509" y="5090"/>
                  </a:lnTo>
                  <a:lnTo>
                    <a:pt x="121078" y="4197"/>
                  </a:lnTo>
                  <a:lnTo>
                    <a:pt x="125646" y="4325"/>
                  </a:lnTo>
                  <a:lnTo>
                    <a:pt x="130215" y="5482"/>
                  </a:lnTo>
                  <a:lnTo>
                    <a:pt x="135927" y="8120"/>
                  </a:lnTo>
                  <a:lnTo>
                    <a:pt x="153060" y="17398"/>
                  </a:lnTo>
                  <a:lnTo>
                    <a:pt x="157629" y="18434"/>
                  </a:lnTo>
                  <a:lnTo>
                    <a:pt x="162198" y="18420"/>
                  </a:lnTo>
                  <a:lnTo>
                    <a:pt x="166767" y="17374"/>
                  </a:lnTo>
                  <a:lnTo>
                    <a:pt x="172479" y="14902"/>
                  </a:lnTo>
                  <a:lnTo>
                    <a:pt x="188470" y="6842"/>
                  </a:lnTo>
                  <a:lnTo>
                    <a:pt x="193039" y="5866"/>
                  </a:lnTo>
                  <a:lnTo>
                    <a:pt x="197608" y="5919"/>
                  </a:lnTo>
                  <a:lnTo>
                    <a:pt x="202177" y="7001"/>
                  </a:lnTo>
                  <a:lnTo>
                    <a:pt x="207888" y="9539"/>
                  </a:lnTo>
                  <a:lnTo>
                    <a:pt x="225022" y="18407"/>
                  </a:lnTo>
                  <a:lnTo>
                    <a:pt x="229591" y="19313"/>
                  </a:lnTo>
                  <a:lnTo>
                    <a:pt x="234160" y="19171"/>
                  </a:lnTo>
                  <a:lnTo>
                    <a:pt x="238729" y="18005"/>
                  </a:lnTo>
                  <a:lnTo>
                    <a:pt x="244440" y="15405"/>
                  </a:lnTo>
                  <a:lnTo>
                    <a:pt x="260431" y="7156"/>
                  </a:lnTo>
                  <a:lnTo>
                    <a:pt x="265000" y="6163"/>
                  </a:lnTo>
                  <a:lnTo>
                    <a:pt x="269569" y="6207"/>
                  </a:lnTo>
                  <a:lnTo>
                    <a:pt x="274138" y="7279"/>
                  </a:lnTo>
                  <a:lnTo>
                    <a:pt x="279850" y="9795"/>
                  </a:lnTo>
                  <a:lnTo>
                    <a:pt x="296983" y="18470"/>
                  </a:lnTo>
                  <a:lnTo>
                    <a:pt x="301552" y="19302"/>
                  </a:lnTo>
                  <a:lnTo>
                    <a:pt x="306121" y="19085"/>
                  </a:lnTo>
                  <a:lnTo>
                    <a:pt x="310690" y="17851"/>
                  </a:lnTo>
                  <a:lnTo>
                    <a:pt x="316401" y="15185"/>
                  </a:lnTo>
                  <a:lnTo>
                    <a:pt x="332393" y="6908"/>
                  </a:lnTo>
                  <a:lnTo>
                    <a:pt x="336962" y="5941"/>
                  </a:lnTo>
                  <a:lnTo>
                    <a:pt x="341531" y="6015"/>
                  </a:lnTo>
                  <a:lnTo>
                    <a:pt x="346100" y="7117"/>
                  </a:lnTo>
                  <a:lnTo>
                    <a:pt x="351811" y="9654"/>
                  </a:lnTo>
                  <a:lnTo>
                    <a:pt x="367802" y="17909"/>
                  </a:lnTo>
                  <a:lnTo>
                    <a:pt x="372371" y="18942"/>
                  </a:lnTo>
                  <a:lnTo>
                    <a:pt x="376940" y="18943"/>
                  </a:lnTo>
                  <a:lnTo>
                    <a:pt x="381509" y="17908"/>
                  </a:lnTo>
                  <a:lnTo>
                    <a:pt x="387221" y="15415"/>
                  </a:lnTo>
                  <a:lnTo>
                    <a:pt x="404354" y="6574"/>
                  </a:lnTo>
                  <a:lnTo>
                    <a:pt x="408923" y="5651"/>
                  </a:lnTo>
                  <a:lnTo>
                    <a:pt x="413492" y="5774"/>
                  </a:lnTo>
                  <a:lnTo>
                    <a:pt x="418061" y="6919"/>
                  </a:lnTo>
                  <a:lnTo>
                    <a:pt x="423772" y="9497"/>
                  </a:lnTo>
                  <a:lnTo>
                    <a:pt x="439764" y="17731"/>
                  </a:lnTo>
                  <a:lnTo>
                    <a:pt x="444333" y="18730"/>
                  </a:lnTo>
                  <a:lnTo>
                    <a:pt x="448902" y="18692"/>
                  </a:lnTo>
                  <a:lnTo>
                    <a:pt x="453471" y="17622"/>
                  </a:lnTo>
                  <a:lnTo>
                    <a:pt x="459182" y="15101"/>
                  </a:lnTo>
                  <a:lnTo>
                    <a:pt x="476316" y="6328"/>
                  </a:lnTo>
                  <a:lnTo>
                    <a:pt x="480885" y="5455"/>
                  </a:lnTo>
                  <a:lnTo>
                    <a:pt x="485454" y="5629"/>
                  </a:lnTo>
                  <a:lnTo>
                    <a:pt x="490023" y="6822"/>
                  </a:lnTo>
                  <a:lnTo>
                    <a:pt x="495734" y="9443"/>
                  </a:lnTo>
                  <a:lnTo>
                    <a:pt x="511725" y="17660"/>
                  </a:lnTo>
                  <a:lnTo>
                    <a:pt x="516294" y="18624"/>
                  </a:lnTo>
                  <a:lnTo>
                    <a:pt x="520863" y="18548"/>
                  </a:lnTo>
                  <a:lnTo>
                    <a:pt x="525432" y="17443"/>
                  </a:lnTo>
                  <a:lnTo>
                    <a:pt x="531144" y="14895"/>
                  </a:lnTo>
                  <a:lnTo>
                    <a:pt x="548277" y="6190"/>
                  </a:lnTo>
                  <a:lnTo>
                    <a:pt x="552846" y="5365"/>
                  </a:lnTo>
                  <a:lnTo>
                    <a:pt x="557415" y="5589"/>
                  </a:lnTo>
                  <a:lnTo>
                    <a:pt x="561984" y="6826"/>
                  </a:lnTo>
                  <a:lnTo>
                    <a:pt x="567695" y="9487"/>
                  </a:lnTo>
                  <a:lnTo>
                    <a:pt x="582545" y="17296"/>
                  </a:lnTo>
                  <a:lnTo>
                    <a:pt x="587114" y="18466"/>
                  </a:lnTo>
                  <a:lnTo>
                    <a:pt x="591683" y="18616"/>
                  </a:lnTo>
                  <a:lnTo>
                    <a:pt x="596252" y="17720"/>
                  </a:lnTo>
                  <a:lnTo>
                    <a:pt x="601963" y="15361"/>
                  </a:lnTo>
                  <a:lnTo>
                    <a:pt x="621381" y="5832"/>
                  </a:lnTo>
                  <a:lnTo>
                    <a:pt x="625950" y="5310"/>
                  </a:lnTo>
                  <a:lnTo>
                    <a:pt x="630519" y="5844"/>
                  </a:lnTo>
                  <a:lnTo>
                    <a:pt x="636230" y="7853"/>
                  </a:lnTo>
                  <a:lnTo>
                    <a:pt x="644226" y="12210"/>
                  </a:lnTo>
                  <a:lnTo>
                    <a:pt x="653364" y="16943"/>
                  </a:lnTo>
                  <a:lnTo>
                    <a:pt x="659075" y="18501"/>
                  </a:lnTo>
                  <a:lnTo>
                    <a:pt x="663644" y="18607"/>
                  </a:lnTo>
                  <a:lnTo>
                    <a:pt x="668213" y="17671"/>
                  </a:lnTo>
                  <a:lnTo>
                    <a:pt x="673924" y="15275"/>
                  </a:lnTo>
                  <a:lnTo>
                    <a:pt x="692200" y="6085"/>
                  </a:lnTo>
                  <a:lnTo>
                    <a:pt x="696769" y="5349"/>
                  </a:lnTo>
                  <a:lnTo>
                    <a:pt x="701338" y="5665"/>
                  </a:lnTo>
                  <a:lnTo>
                    <a:pt x="705907" y="6985"/>
                  </a:lnTo>
                  <a:lnTo>
                    <a:pt x="712761" y="10352"/>
                  </a:lnTo>
                  <a:lnTo>
                    <a:pt x="725325" y="17039"/>
                  </a:lnTo>
                  <a:lnTo>
                    <a:pt x="729894" y="18367"/>
                  </a:lnTo>
                  <a:lnTo>
                    <a:pt x="734463" y="18693"/>
                  </a:lnTo>
                  <a:lnTo>
                    <a:pt x="739032" y="17967"/>
                  </a:lnTo>
                  <a:lnTo>
                    <a:pt x="744743" y="15769"/>
                  </a:lnTo>
                  <a:lnTo>
                    <a:pt x="753881" y="10661"/>
                  </a:lnTo>
                  <a:lnTo>
                    <a:pt x="760735" y="7206"/>
                  </a:lnTo>
                  <a:lnTo>
                    <a:pt x="766446" y="5580"/>
                  </a:lnTo>
                  <a:lnTo>
                    <a:pt x="771015" y="5410"/>
                  </a:lnTo>
                  <a:lnTo>
                    <a:pt x="775584" y="6286"/>
                  </a:lnTo>
                  <a:lnTo>
                    <a:pt x="781295" y="8628"/>
                  </a:lnTo>
                  <a:lnTo>
                    <a:pt x="800713" y="18187"/>
                  </a:lnTo>
                  <a:lnTo>
                    <a:pt x="805282" y="18732"/>
                  </a:lnTo>
                  <a:lnTo>
                    <a:pt x="809851" y="18220"/>
                  </a:lnTo>
                  <a:lnTo>
                    <a:pt x="815563" y="16234"/>
                  </a:lnTo>
                  <a:lnTo>
                    <a:pt x="823558" y="11892"/>
                  </a:lnTo>
                  <a:lnTo>
                    <a:pt x="832696" y="7145"/>
                  </a:lnTo>
                  <a:lnTo>
                    <a:pt x="838408" y="5567"/>
                  </a:lnTo>
                  <a:lnTo>
                    <a:pt x="842977" y="5441"/>
                  </a:lnTo>
                  <a:lnTo>
                    <a:pt x="847545" y="6359"/>
                  </a:lnTo>
                  <a:lnTo>
                    <a:pt x="853257" y="8740"/>
                  </a:lnTo>
                  <a:lnTo>
                    <a:pt x="871533" y="17958"/>
                  </a:lnTo>
                  <a:lnTo>
                    <a:pt x="876102" y="18717"/>
                  </a:lnTo>
                  <a:lnTo>
                    <a:pt x="880671" y="18423"/>
                  </a:lnTo>
                  <a:lnTo>
                    <a:pt x="885240" y="17124"/>
                  </a:lnTo>
                  <a:lnTo>
                    <a:pt x="890951" y="14412"/>
                  </a:lnTo>
                  <a:lnTo>
                    <a:pt x="905800" y="6658"/>
                  </a:lnTo>
                  <a:lnTo>
                    <a:pt x="910369" y="5548"/>
                  </a:lnTo>
                  <a:lnTo>
                    <a:pt x="914938" y="5467"/>
                  </a:lnTo>
                  <a:lnTo>
                    <a:pt x="919507" y="6427"/>
                  </a:lnTo>
                  <a:lnTo>
                    <a:pt x="925218" y="8845"/>
                  </a:lnTo>
                  <a:lnTo>
                    <a:pt x="943494" y="18016"/>
                  </a:lnTo>
                  <a:lnTo>
                    <a:pt x="948063" y="18731"/>
                  </a:lnTo>
                  <a:lnTo>
                    <a:pt x="952632" y="18393"/>
                  </a:lnTo>
                  <a:lnTo>
                    <a:pt x="957201" y="17055"/>
                  </a:lnTo>
                  <a:lnTo>
                    <a:pt x="964055" y="13671"/>
                  </a:lnTo>
                  <a:lnTo>
                    <a:pt x="976619" y="7007"/>
                  </a:lnTo>
                  <a:lnTo>
                    <a:pt x="981188" y="5701"/>
                  </a:lnTo>
                  <a:lnTo>
                    <a:pt x="985757" y="5399"/>
                  </a:lnTo>
                  <a:lnTo>
                    <a:pt x="990326" y="6149"/>
                  </a:lnTo>
                  <a:lnTo>
                    <a:pt x="996037" y="8371"/>
                  </a:lnTo>
                  <a:lnTo>
                    <a:pt x="1006318" y="14136"/>
                  </a:lnTo>
                  <a:lnTo>
                    <a:pt x="1013171" y="17364"/>
                  </a:lnTo>
                  <a:lnTo>
                    <a:pt x="1017740" y="18533"/>
                  </a:lnTo>
                  <a:lnTo>
                    <a:pt x="1022309" y="18680"/>
                  </a:lnTo>
                  <a:lnTo>
                    <a:pt x="1026878" y="17783"/>
                  </a:lnTo>
                  <a:lnTo>
                    <a:pt x="1032589" y="15422"/>
                  </a:lnTo>
                  <a:lnTo>
                    <a:pt x="1052007" y="5895"/>
                  </a:lnTo>
                  <a:lnTo>
                    <a:pt x="1056576" y="5375"/>
                  </a:lnTo>
                  <a:lnTo>
                    <a:pt x="1061145" y="5911"/>
                  </a:lnTo>
                  <a:lnTo>
                    <a:pt x="1066857" y="7921"/>
                  </a:lnTo>
                  <a:lnTo>
                    <a:pt x="1074852" y="12277"/>
                  </a:lnTo>
                  <a:lnTo>
                    <a:pt x="1083990" y="17007"/>
                  </a:lnTo>
                  <a:lnTo>
                    <a:pt x="1089701" y="18560"/>
                  </a:lnTo>
                  <a:lnTo>
                    <a:pt x="1094270" y="18663"/>
                  </a:lnTo>
                  <a:lnTo>
                    <a:pt x="1098839" y="17724"/>
                  </a:lnTo>
                  <a:lnTo>
                    <a:pt x="1104551" y="15324"/>
                  </a:lnTo>
                  <a:lnTo>
                    <a:pt x="1122827" y="6131"/>
                  </a:lnTo>
                  <a:lnTo>
                    <a:pt x="1127396" y="5396"/>
                  </a:lnTo>
                  <a:lnTo>
                    <a:pt x="1131965" y="5714"/>
                  </a:lnTo>
                  <a:lnTo>
                    <a:pt x="1136534" y="7033"/>
                  </a:lnTo>
                  <a:lnTo>
                    <a:pt x="1143387" y="10401"/>
                  </a:lnTo>
                  <a:lnTo>
                    <a:pt x="1155952" y="17082"/>
                  </a:lnTo>
                  <a:lnTo>
                    <a:pt x="1160521" y="18406"/>
                  </a:lnTo>
                  <a:lnTo>
                    <a:pt x="1165090" y="18729"/>
                  </a:lnTo>
                  <a:lnTo>
                    <a:pt x="1169659" y="17999"/>
                  </a:lnTo>
                  <a:lnTo>
                    <a:pt x="1175370" y="15797"/>
                  </a:lnTo>
                  <a:lnTo>
                    <a:pt x="1184508" y="10685"/>
                  </a:lnTo>
                  <a:lnTo>
                    <a:pt x="1191361" y="7230"/>
                  </a:lnTo>
                  <a:lnTo>
                    <a:pt x="1197073" y="5605"/>
                  </a:lnTo>
                  <a:lnTo>
                    <a:pt x="1201642" y="5436"/>
                  </a:lnTo>
                  <a:lnTo>
                    <a:pt x="1206211" y="6314"/>
                  </a:lnTo>
                  <a:lnTo>
                    <a:pt x="1211922" y="8656"/>
                  </a:lnTo>
                  <a:lnTo>
                    <a:pt x="1231340" y="18208"/>
                  </a:lnTo>
                  <a:lnTo>
                    <a:pt x="1235909" y="18749"/>
                  </a:lnTo>
                  <a:lnTo>
                    <a:pt x="1240478" y="18234"/>
                  </a:lnTo>
                  <a:lnTo>
                    <a:pt x="1246189" y="16245"/>
                  </a:lnTo>
                  <a:lnTo>
                    <a:pt x="1254185" y="11900"/>
                  </a:lnTo>
                  <a:lnTo>
                    <a:pt x="1263323" y="7153"/>
                  </a:lnTo>
                  <a:lnTo>
                    <a:pt x="1269034" y="5576"/>
                  </a:lnTo>
                  <a:lnTo>
                    <a:pt x="1273603" y="5452"/>
                  </a:lnTo>
                  <a:lnTo>
                    <a:pt x="1278172" y="6372"/>
                  </a:lnTo>
                  <a:lnTo>
                    <a:pt x="1283883" y="8753"/>
                  </a:lnTo>
                  <a:lnTo>
                    <a:pt x="1302159" y="17967"/>
                  </a:lnTo>
                  <a:lnTo>
                    <a:pt x="1306728" y="18723"/>
                  </a:lnTo>
                  <a:lnTo>
                    <a:pt x="1311297" y="18426"/>
                  </a:lnTo>
                  <a:lnTo>
                    <a:pt x="1315866" y="17125"/>
                  </a:lnTo>
                  <a:lnTo>
                    <a:pt x="1321577" y="14411"/>
                  </a:lnTo>
                  <a:lnTo>
                    <a:pt x="1336426" y="6657"/>
                  </a:lnTo>
                  <a:lnTo>
                    <a:pt x="1340995" y="5550"/>
                  </a:lnTo>
                  <a:lnTo>
                    <a:pt x="1345564" y="5470"/>
                  </a:lnTo>
                  <a:lnTo>
                    <a:pt x="1350133" y="6432"/>
                  </a:lnTo>
                  <a:lnTo>
                    <a:pt x="1355845" y="8851"/>
                  </a:lnTo>
                  <a:lnTo>
                    <a:pt x="1374121" y="18019"/>
                  </a:lnTo>
                  <a:lnTo>
                    <a:pt x="1378690" y="18732"/>
                  </a:lnTo>
                  <a:lnTo>
                    <a:pt x="1383259" y="18391"/>
                  </a:lnTo>
                  <a:lnTo>
                    <a:pt x="1387828" y="17051"/>
                  </a:lnTo>
                  <a:lnTo>
                    <a:pt x="1394681" y="13665"/>
                  </a:lnTo>
                  <a:lnTo>
                    <a:pt x="1407246" y="7003"/>
                  </a:lnTo>
                  <a:lnTo>
                    <a:pt x="1411815" y="5699"/>
                  </a:lnTo>
                  <a:lnTo>
                    <a:pt x="1416384" y="5399"/>
                  </a:lnTo>
                  <a:lnTo>
                    <a:pt x="1420953" y="6151"/>
                  </a:lnTo>
                  <a:lnTo>
                    <a:pt x="1426664" y="8375"/>
                  </a:lnTo>
                  <a:lnTo>
                    <a:pt x="1436944" y="14141"/>
                  </a:lnTo>
                  <a:lnTo>
                    <a:pt x="1443798" y="17366"/>
                  </a:lnTo>
                  <a:lnTo>
                    <a:pt x="1448367" y="18533"/>
                  </a:lnTo>
                  <a:lnTo>
                    <a:pt x="1452935" y="18678"/>
                  </a:lnTo>
                  <a:lnTo>
                    <a:pt x="1457504" y="17779"/>
                  </a:lnTo>
                  <a:lnTo>
                    <a:pt x="1463216" y="15415"/>
                  </a:lnTo>
                  <a:lnTo>
                    <a:pt x="1482634" y="5892"/>
                  </a:lnTo>
                  <a:lnTo>
                    <a:pt x="1487203" y="5374"/>
                  </a:lnTo>
                  <a:lnTo>
                    <a:pt x="1491772" y="5912"/>
                  </a:lnTo>
                  <a:lnTo>
                    <a:pt x="1497483" y="7924"/>
                  </a:lnTo>
                  <a:lnTo>
                    <a:pt x="1505479" y="12282"/>
                  </a:lnTo>
                  <a:lnTo>
                    <a:pt x="1514617" y="17010"/>
                  </a:lnTo>
                  <a:lnTo>
                    <a:pt x="1520328" y="18561"/>
                  </a:lnTo>
                  <a:lnTo>
                    <a:pt x="1524897" y="18661"/>
                  </a:lnTo>
                  <a:lnTo>
                    <a:pt x="1529466" y="17719"/>
                  </a:lnTo>
                  <a:lnTo>
                    <a:pt x="1535177" y="15318"/>
                  </a:lnTo>
                  <a:lnTo>
                    <a:pt x="1553453" y="6128"/>
                  </a:lnTo>
                  <a:lnTo>
                    <a:pt x="1558022" y="5395"/>
                  </a:lnTo>
                  <a:lnTo>
                    <a:pt x="1562591" y="5715"/>
                  </a:lnTo>
                  <a:lnTo>
                    <a:pt x="1567160" y="7036"/>
                  </a:lnTo>
                  <a:lnTo>
                    <a:pt x="1574013" y="10406"/>
                  </a:lnTo>
                  <a:lnTo>
                    <a:pt x="1586578" y="17085"/>
                  </a:lnTo>
                  <a:lnTo>
                    <a:pt x="1591147" y="18407"/>
                  </a:lnTo>
                  <a:lnTo>
                    <a:pt x="1595716" y="18728"/>
                  </a:lnTo>
                  <a:lnTo>
                    <a:pt x="1600285" y="17996"/>
                  </a:lnTo>
                  <a:lnTo>
                    <a:pt x="1605996" y="15792"/>
                  </a:lnTo>
                  <a:lnTo>
                    <a:pt x="1615134" y="10679"/>
                  </a:lnTo>
                  <a:lnTo>
                    <a:pt x="1621988" y="7226"/>
                  </a:lnTo>
                  <a:lnTo>
                    <a:pt x="1627699" y="5603"/>
                  </a:lnTo>
                  <a:lnTo>
                    <a:pt x="1632268" y="5437"/>
                  </a:lnTo>
                  <a:lnTo>
                    <a:pt x="1636837" y="6317"/>
                  </a:lnTo>
                  <a:lnTo>
                    <a:pt x="1642548" y="8661"/>
                  </a:lnTo>
                  <a:lnTo>
                    <a:pt x="1661966" y="18210"/>
                  </a:lnTo>
                  <a:lnTo>
                    <a:pt x="1666535" y="18749"/>
                  </a:lnTo>
                  <a:lnTo>
                    <a:pt x="1671104" y="18232"/>
                  </a:lnTo>
                  <a:lnTo>
                    <a:pt x="1676816" y="16240"/>
                  </a:lnTo>
                  <a:lnTo>
                    <a:pt x="1684811" y="11894"/>
                  </a:lnTo>
                  <a:lnTo>
                    <a:pt x="1693949" y="7149"/>
                  </a:lnTo>
                  <a:lnTo>
                    <a:pt x="1699660" y="5575"/>
                  </a:lnTo>
                  <a:lnTo>
                    <a:pt x="1704229" y="5453"/>
                  </a:lnTo>
                  <a:lnTo>
                    <a:pt x="1708798" y="6375"/>
                  </a:lnTo>
                  <a:lnTo>
                    <a:pt x="1712225" y="7669"/>
                  </a:lnTo>
                </a:path>
              </a:pathLst>
            </a:custGeom>
            <a:ln w="7232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3" name="object 463"/>
            <p:cNvSpPr/>
            <p:nvPr/>
          </p:nvSpPr>
          <p:spPr>
            <a:xfrm>
              <a:off x="2645671" y="2443995"/>
              <a:ext cx="1712595" cy="196215"/>
            </a:xfrm>
            <a:custGeom>
              <a:avLst/>
              <a:gdLst/>
              <a:ahLst/>
              <a:cxnLst/>
              <a:rect l="l" t="t" r="r" b="b"/>
              <a:pathLst>
                <a:path w="1712595" h="196214">
                  <a:moveTo>
                    <a:pt x="0" y="47024"/>
                  </a:moveTo>
                  <a:lnTo>
                    <a:pt x="1142" y="0"/>
                  </a:lnTo>
                  <a:lnTo>
                    <a:pt x="2284" y="191737"/>
                  </a:lnTo>
                  <a:lnTo>
                    <a:pt x="3426" y="195992"/>
                  </a:lnTo>
                  <a:lnTo>
                    <a:pt x="5711" y="95550"/>
                  </a:lnTo>
                  <a:lnTo>
                    <a:pt x="7995" y="54343"/>
                  </a:lnTo>
                  <a:lnTo>
                    <a:pt x="11422" y="44932"/>
                  </a:lnTo>
                  <a:lnTo>
                    <a:pt x="14849" y="44992"/>
                  </a:lnTo>
                  <a:lnTo>
                    <a:pt x="19418" y="45126"/>
                  </a:lnTo>
                  <a:lnTo>
                    <a:pt x="23987" y="44287"/>
                  </a:lnTo>
                  <a:lnTo>
                    <a:pt x="29698" y="42129"/>
                  </a:lnTo>
                  <a:lnTo>
                    <a:pt x="44547" y="35698"/>
                  </a:lnTo>
                  <a:lnTo>
                    <a:pt x="49116" y="34962"/>
                  </a:lnTo>
                  <a:lnTo>
                    <a:pt x="53685" y="35240"/>
                  </a:lnTo>
                  <a:lnTo>
                    <a:pt x="58254" y="36546"/>
                  </a:lnTo>
                  <a:lnTo>
                    <a:pt x="63965" y="39378"/>
                  </a:lnTo>
                  <a:lnTo>
                    <a:pt x="82241" y="49751"/>
                  </a:lnTo>
                  <a:lnTo>
                    <a:pt x="86810" y="50738"/>
                  </a:lnTo>
                  <a:lnTo>
                    <a:pt x="91379" y="50658"/>
                  </a:lnTo>
                  <a:lnTo>
                    <a:pt x="95948" y="49567"/>
                  </a:lnTo>
                  <a:lnTo>
                    <a:pt x="101659" y="47112"/>
                  </a:lnTo>
                  <a:lnTo>
                    <a:pt x="116509" y="40052"/>
                  </a:lnTo>
                  <a:lnTo>
                    <a:pt x="121078" y="39160"/>
                  </a:lnTo>
                  <a:lnTo>
                    <a:pt x="125646" y="39288"/>
                  </a:lnTo>
                  <a:lnTo>
                    <a:pt x="130215" y="40444"/>
                  </a:lnTo>
                  <a:lnTo>
                    <a:pt x="135927" y="43083"/>
                  </a:lnTo>
                  <a:lnTo>
                    <a:pt x="153060" y="52361"/>
                  </a:lnTo>
                  <a:lnTo>
                    <a:pt x="157629" y="53397"/>
                  </a:lnTo>
                  <a:lnTo>
                    <a:pt x="162198" y="53383"/>
                  </a:lnTo>
                  <a:lnTo>
                    <a:pt x="166767" y="52337"/>
                  </a:lnTo>
                  <a:lnTo>
                    <a:pt x="172479" y="49865"/>
                  </a:lnTo>
                  <a:lnTo>
                    <a:pt x="188470" y="41805"/>
                  </a:lnTo>
                  <a:lnTo>
                    <a:pt x="193039" y="40829"/>
                  </a:lnTo>
                  <a:lnTo>
                    <a:pt x="197608" y="40882"/>
                  </a:lnTo>
                  <a:lnTo>
                    <a:pt x="202177" y="41964"/>
                  </a:lnTo>
                  <a:lnTo>
                    <a:pt x="207888" y="44502"/>
                  </a:lnTo>
                  <a:lnTo>
                    <a:pt x="225022" y="53369"/>
                  </a:lnTo>
                  <a:lnTo>
                    <a:pt x="229591" y="54276"/>
                  </a:lnTo>
                  <a:lnTo>
                    <a:pt x="234160" y="54134"/>
                  </a:lnTo>
                  <a:lnTo>
                    <a:pt x="238729" y="52968"/>
                  </a:lnTo>
                  <a:lnTo>
                    <a:pt x="244440" y="50368"/>
                  </a:lnTo>
                  <a:lnTo>
                    <a:pt x="260431" y="42118"/>
                  </a:lnTo>
                  <a:lnTo>
                    <a:pt x="265000" y="41126"/>
                  </a:lnTo>
                  <a:lnTo>
                    <a:pt x="269569" y="41169"/>
                  </a:lnTo>
                  <a:lnTo>
                    <a:pt x="274138" y="42242"/>
                  </a:lnTo>
                  <a:lnTo>
                    <a:pt x="279850" y="44757"/>
                  </a:lnTo>
                  <a:lnTo>
                    <a:pt x="296983" y="53433"/>
                  </a:lnTo>
                  <a:lnTo>
                    <a:pt x="301552" y="54265"/>
                  </a:lnTo>
                  <a:lnTo>
                    <a:pt x="306121" y="54047"/>
                  </a:lnTo>
                  <a:lnTo>
                    <a:pt x="310690" y="52814"/>
                  </a:lnTo>
                  <a:lnTo>
                    <a:pt x="316401" y="50148"/>
                  </a:lnTo>
                  <a:lnTo>
                    <a:pt x="332393" y="41871"/>
                  </a:lnTo>
                  <a:lnTo>
                    <a:pt x="336962" y="40904"/>
                  </a:lnTo>
                  <a:lnTo>
                    <a:pt x="341531" y="40978"/>
                  </a:lnTo>
                  <a:lnTo>
                    <a:pt x="346100" y="42079"/>
                  </a:lnTo>
                  <a:lnTo>
                    <a:pt x="351811" y="44617"/>
                  </a:lnTo>
                  <a:lnTo>
                    <a:pt x="367802" y="52872"/>
                  </a:lnTo>
                  <a:lnTo>
                    <a:pt x="372371" y="53905"/>
                  </a:lnTo>
                  <a:lnTo>
                    <a:pt x="376940" y="53906"/>
                  </a:lnTo>
                  <a:lnTo>
                    <a:pt x="381509" y="52870"/>
                  </a:lnTo>
                  <a:lnTo>
                    <a:pt x="387221" y="50378"/>
                  </a:lnTo>
                  <a:lnTo>
                    <a:pt x="404354" y="41537"/>
                  </a:lnTo>
                  <a:lnTo>
                    <a:pt x="408923" y="40614"/>
                  </a:lnTo>
                  <a:lnTo>
                    <a:pt x="413492" y="40737"/>
                  </a:lnTo>
                  <a:lnTo>
                    <a:pt x="418061" y="41882"/>
                  </a:lnTo>
                  <a:lnTo>
                    <a:pt x="423772" y="44460"/>
                  </a:lnTo>
                  <a:lnTo>
                    <a:pt x="439764" y="52694"/>
                  </a:lnTo>
                  <a:lnTo>
                    <a:pt x="444333" y="53692"/>
                  </a:lnTo>
                  <a:lnTo>
                    <a:pt x="448902" y="53654"/>
                  </a:lnTo>
                  <a:lnTo>
                    <a:pt x="453471" y="52584"/>
                  </a:lnTo>
                  <a:lnTo>
                    <a:pt x="459182" y="50064"/>
                  </a:lnTo>
                  <a:lnTo>
                    <a:pt x="476316" y="41291"/>
                  </a:lnTo>
                  <a:lnTo>
                    <a:pt x="480885" y="40418"/>
                  </a:lnTo>
                  <a:lnTo>
                    <a:pt x="485454" y="40592"/>
                  </a:lnTo>
                  <a:lnTo>
                    <a:pt x="490023" y="41784"/>
                  </a:lnTo>
                  <a:lnTo>
                    <a:pt x="495734" y="44405"/>
                  </a:lnTo>
                  <a:lnTo>
                    <a:pt x="511725" y="52623"/>
                  </a:lnTo>
                  <a:lnTo>
                    <a:pt x="516294" y="53586"/>
                  </a:lnTo>
                  <a:lnTo>
                    <a:pt x="520863" y="53511"/>
                  </a:lnTo>
                  <a:lnTo>
                    <a:pt x="525432" y="52406"/>
                  </a:lnTo>
                  <a:lnTo>
                    <a:pt x="531144" y="49858"/>
                  </a:lnTo>
                  <a:lnTo>
                    <a:pt x="548277" y="41153"/>
                  </a:lnTo>
                  <a:lnTo>
                    <a:pt x="552846" y="40327"/>
                  </a:lnTo>
                  <a:lnTo>
                    <a:pt x="557415" y="40551"/>
                  </a:lnTo>
                  <a:lnTo>
                    <a:pt x="561984" y="41789"/>
                  </a:lnTo>
                  <a:lnTo>
                    <a:pt x="567695" y="44450"/>
                  </a:lnTo>
                  <a:lnTo>
                    <a:pt x="582545" y="52259"/>
                  </a:lnTo>
                  <a:lnTo>
                    <a:pt x="587114" y="53429"/>
                  </a:lnTo>
                  <a:lnTo>
                    <a:pt x="591683" y="53578"/>
                  </a:lnTo>
                  <a:lnTo>
                    <a:pt x="596252" y="52683"/>
                  </a:lnTo>
                  <a:lnTo>
                    <a:pt x="601963" y="50324"/>
                  </a:lnTo>
                  <a:lnTo>
                    <a:pt x="621381" y="40795"/>
                  </a:lnTo>
                  <a:lnTo>
                    <a:pt x="625950" y="40273"/>
                  </a:lnTo>
                  <a:lnTo>
                    <a:pt x="630519" y="40807"/>
                  </a:lnTo>
                  <a:lnTo>
                    <a:pt x="636230" y="42816"/>
                  </a:lnTo>
                  <a:lnTo>
                    <a:pt x="644226" y="47172"/>
                  </a:lnTo>
                  <a:lnTo>
                    <a:pt x="653364" y="51906"/>
                  </a:lnTo>
                  <a:lnTo>
                    <a:pt x="659075" y="53463"/>
                  </a:lnTo>
                  <a:lnTo>
                    <a:pt x="663644" y="53570"/>
                  </a:lnTo>
                  <a:lnTo>
                    <a:pt x="668213" y="52634"/>
                  </a:lnTo>
                  <a:lnTo>
                    <a:pt x="673924" y="50237"/>
                  </a:lnTo>
                  <a:lnTo>
                    <a:pt x="692200" y="41048"/>
                  </a:lnTo>
                  <a:lnTo>
                    <a:pt x="696769" y="40312"/>
                  </a:lnTo>
                  <a:lnTo>
                    <a:pt x="701338" y="40628"/>
                  </a:lnTo>
                  <a:lnTo>
                    <a:pt x="705907" y="41947"/>
                  </a:lnTo>
                  <a:lnTo>
                    <a:pt x="712761" y="45315"/>
                  </a:lnTo>
                  <a:lnTo>
                    <a:pt x="725325" y="52002"/>
                  </a:lnTo>
                  <a:lnTo>
                    <a:pt x="729894" y="53330"/>
                  </a:lnTo>
                  <a:lnTo>
                    <a:pt x="734463" y="53656"/>
                  </a:lnTo>
                  <a:lnTo>
                    <a:pt x="739032" y="52930"/>
                  </a:lnTo>
                  <a:lnTo>
                    <a:pt x="744743" y="50732"/>
                  </a:lnTo>
                  <a:lnTo>
                    <a:pt x="753881" y="45623"/>
                  </a:lnTo>
                  <a:lnTo>
                    <a:pt x="760735" y="42169"/>
                  </a:lnTo>
                  <a:lnTo>
                    <a:pt x="766446" y="40542"/>
                  </a:lnTo>
                  <a:lnTo>
                    <a:pt x="771015" y="40373"/>
                  </a:lnTo>
                  <a:lnTo>
                    <a:pt x="775584" y="41249"/>
                  </a:lnTo>
                  <a:lnTo>
                    <a:pt x="781295" y="43591"/>
                  </a:lnTo>
                  <a:lnTo>
                    <a:pt x="800713" y="53150"/>
                  </a:lnTo>
                  <a:lnTo>
                    <a:pt x="805282" y="53694"/>
                  </a:lnTo>
                  <a:lnTo>
                    <a:pt x="809851" y="53183"/>
                  </a:lnTo>
                  <a:lnTo>
                    <a:pt x="815563" y="51197"/>
                  </a:lnTo>
                  <a:lnTo>
                    <a:pt x="823558" y="46855"/>
                  </a:lnTo>
                  <a:lnTo>
                    <a:pt x="832696" y="42108"/>
                  </a:lnTo>
                  <a:lnTo>
                    <a:pt x="838408" y="40530"/>
                  </a:lnTo>
                  <a:lnTo>
                    <a:pt x="842977" y="40404"/>
                  </a:lnTo>
                  <a:lnTo>
                    <a:pt x="847545" y="41322"/>
                  </a:lnTo>
                  <a:lnTo>
                    <a:pt x="853257" y="43702"/>
                  </a:lnTo>
                  <a:lnTo>
                    <a:pt x="871533" y="52921"/>
                  </a:lnTo>
                  <a:lnTo>
                    <a:pt x="876102" y="53679"/>
                  </a:lnTo>
                  <a:lnTo>
                    <a:pt x="880671" y="53386"/>
                  </a:lnTo>
                  <a:lnTo>
                    <a:pt x="885240" y="52087"/>
                  </a:lnTo>
                  <a:lnTo>
                    <a:pt x="890951" y="49375"/>
                  </a:lnTo>
                  <a:lnTo>
                    <a:pt x="905800" y="41620"/>
                  </a:lnTo>
                  <a:lnTo>
                    <a:pt x="910369" y="40511"/>
                  </a:lnTo>
                  <a:lnTo>
                    <a:pt x="914938" y="40430"/>
                  </a:lnTo>
                  <a:lnTo>
                    <a:pt x="919507" y="41390"/>
                  </a:lnTo>
                  <a:lnTo>
                    <a:pt x="925218" y="43808"/>
                  </a:lnTo>
                  <a:lnTo>
                    <a:pt x="943494" y="52979"/>
                  </a:lnTo>
                  <a:lnTo>
                    <a:pt x="948063" y="53694"/>
                  </a:lnTo>
                  <a:lnTo>
                    <a:pt x="952632" y="53356"/>
                  </a:lnTo>
                  <a:lnTo>
                    <a:pt x="957201" y="52018"/>
                  </a:lnTo>
                  <a:lnTo>
                    <a:pt x="964055" y="48634"/>
                  </a:lnTo>
                  <a:lnTo>
                    <a:pt x="976619" y="41970"/>
                  </a:lnTo>
                  <a:lnTo>
                    <a:pt x="981188" y="40664"/>
                  </a:lnTo>
                  <a:lnTo>
                    <a:pt x="985757" y="40362"/>
                  </a:lnTo>
                  <a:lnTo>
                    <a:pt x="990326" y="41112"/>
                  </a:lnTo>
                  <a:lnTo>
                    <a:pt x="996037" y="43334"/>
                  </a:lnTo>
                  <a:lnTo>
                    <a:pt x="1006318" y="49099"/>
                  </a:lnTo>
                  <a:lnTo>
                    <a:pt x="1013171" y="52327"/>
                  </a:lnTo>
                  <a:lnTo>
                    <a:pt x="1017740" y="53496"/>
                  </a:lnTo>
                  <a:lnTo>
                    <a:pt x="1022309" y="53643"/>
                  </a:lnTo>
                  <a:lnTo>
                    <a:pt x="1026878" y="52746"/>
                  </a:lnTo>
                  <a:lnTo>
                    <a:pt x="1032589" y="50385"/>
                  </a:lnTo>
                  <a:lnTo>
                    <a:pt x="1052007" y="40858"/>
                  </a:lnTo>
                  <a:lnTo>
                    <a:pt x="1056576" y="40338"/>
                  </a:lnTo>
                  <a:lnTo>
                    <a:pt x="1061145" y="40874"/>
                  </a:lnTo>
                  <a:lnTo>
                    <a:pt x="1066857" y="42884"/>
                  </a:lnTo>
                  <a:lnTo>
                    <a:pt x="1074852" y="47240"/>
                  </a:lnTo>
                  <a:lnTo>
                    <a:pt x="1083990" y="51970"/>
                  </a:lnTo>
                  <a:lnTo>
                    <a:pt x="1089701" y="53523"/>
                  </a:lnTo>
                  <a:lnTo>
                    <a:pt x="1094270" y="53626"/>
                  </a:lnTo>
                  <a:lnTo>
                    <a:pt x="1098839" y="52687"/>
                  </a:lnTo>
                  <a:lnTo>
                    <a:pt x="1104551" y="50287"/>
                  </a:lnTo>
                  <a:lnTo>
                    <a:pt x="1122827" y="41094"/>
                  </a:lnTo>
                  <a:lnTo>
                    <a:pt x="1127396" y="40359"/>
                  </a:lnTo>
                  <a:lnTo>
                    <a:pt x="1131965" y="40676"/>
                  </a:lnTo>
                  <a:lnTo>
                    <a:pt x="1136534" y="41996"/>
                  </a:lnTo>
                  <a:lnTo>
                    <a:pt x="1143387" y="45364"/>
                  </a:lnTo>
                  <a:lnTo>
                    <a:pt x="1155952" y="52044"/>
                  </a:lnTo>
                  <a:lnTo>
                    <a:pt x="1160521" y="53369"/>
                  </a:lnTo>
                  <a:lnTo>
                    <a:pt x="1165090" y="53692"/>
                  </a:lnTo>
                  <a:lnTo>
                    <a:pt x="1169659" y="52962"/>
                  </a:lnTo>
                  <a:lnTo>
                    <a:pt x="1175370" y="50760"/>
                  </a:lnTo>
                  <a:lnTo>
                    <a:pt x="1184508" y="45648"/>
                  </a:lnTo>
                  <a:lnTo>
                    <a:pt x="1191361" y="42193"/>
                  </a:lnTo>
                  <a:lnTo>
                    <a:pt x="1197073" y="40568"/>
                  </a:lnTo>
                  <a:lnTo>
                    <a:pt x="1201642" y="40399"/>
                  </a:lnTo>
                  <a:lnTo>
                    <a:pt x="1206211" y="41277"/>
                  </a:lnTo>
                  <a:lnTo>
                    <a:pt x="1211922" y="43619"/>
                  </a:lnTo>
                  <a:lnTo>
                    <a:pt x="1231340" y="53171"/>
                  </a:lnTo>
                  <a:lnTo>
                    <a:pt x="1235909" y="53712"/>
                  </a:lnTo>
                  <a:lnTo>
                    <a:pt x="1240478" y="53197"/>
                  </a:lnTo>
                  <a:lnTo>
                    <a:pt x="1246189" y="51208"/>
                  </a:lnTo>
                  <a:lnTo>
                    <a:pt x="1254185" y="46863"/>
                  </a:lnTo>
                  <a:lnTo>
                    <a:pt x="1263323" y="42116"/>
                  </a:lnTo>
                  <a:lnTo>
                    <a:pt x="1269034" y="40539"/>
                  </a:lnTo>
                  <a:lnTo>
                    <a:pt x="1273603" y="40415"/>
                  </a:lnTo>
                  <a:lnTo>
                    <a:pt x="1278172" y="41335"/>
                  </a:lnTo>
                  <a:lnTo>
                    <a:pt x="1283883" y="43716"/>
                  </a:lnTo>
                  <a:lnTo>
                    <a:pt x="1302159" y="52930"/>
                  </a:lnTo>
                  <a:lnTo>
                    <a:pt x="1306728" y="53686"/>
                  </a:lnTo>
                  <a:lnTo>
                    <a:pt x="1311297" y="53389"/>
                  </a:lnTo>
                  <a:lnTo>
                    <a:pt x="1315866" y="52088"/>
                  </a:lnTo>
                  <a:lnTo>
                    <a:pt x="1321577" y="49374"/>
                  </a:lnTo>
                  <a:lnTo>
                    <a:pt x="1336426" y="41620"/>
                  </a:lnTo>
                  <a:lnTo>
                    <a:pt x="1340995" y="40512"/>
                  </a:lnTo>
                  <a:lnTo>
                    <a:pt x="1345564" y="40433"/>
                  </a:lnTo>
                  <a:lnTo>
                    <a:pt x="1350133" y="41394"/>
                  </a:lnTo>
                  <a:lnTo>
                    <a:pt x="1355845" y="43814"/>
                  </a:lnTo>
                  <a:lnTo>
                    <a:pt x="1374121" y="52982"/>
                  </a:lnTo>
                  <a:lnTo>
                    <a:pt x="1378690" y="53695"/>
                  </a:lnTo>
                  <a:lnTo>
                    <a:pt x="1383259" y="53354"/>
                  </a:lnTo>
                  <a:lnTo>
                    <a:pt x="1387828" y="52014"/>
                  </a:lnTo>
                  <a:lnTo>
                    <a:pt x="1394681" y="48628"/>
                  </a:lnTo>
                  <a:lnTo>
                    <a:pt x="1407246" y="41966"/>
                  </a:lnTo>
                  <a:lnTo>
                    <a:pt x="1411815" y="40661"/>
                  </a:lnTo>
                  <a:lnTo>
                    <a:pt x="1416384" y="40362"/>
                  </a:lnTo>
                  <a:lnTo>
                    <a:pt x="1420953" y="41114"/>
                  </a:lnTo>
                  <a:lnTo>
                    <a:pt x="1426664" y="43338"/>
                  </a:lnTo>
                  <a:lnTo>
                    <a:pt x="1436944" y="49104"/>
                  </a:lnTo>
                  <a:lnTo>
                    <a:pt x="1443798" y="52329"/>
                  </a:lnTo>
                  <a:lnTo>
                    <a:pt x="1448367" y="53496"/>
                  </a:lnTo>
                  <a:lnTo>
                    <a:pt x="1452935" y="53641"/>
                  </a:lnTo>
                  <a:lnTo>
                    <a:pt x="1457504" y="52741"/>
                  </a:lnTo>
                  <a:lnTo>
                    <a:pt x="1463216" y="50378"/>
                  </a:lnTo>
                  <a:lnTo>
                    <a:pt x="1482634" y="40855"/>
                  </a:lnTo>
                  <a:lnTo>
                    <a:pt x="1487203" y="40337"/>
                  </a:lnTo>
                  <a:lnTo>
                    <a:pt x="1491772" y="40874"/>
                  </a:lnTo>
                  <a:lnTo>
                    <a:pt x="1497483" y="42887"/>
                  </a:lnTo>
                  <a:lnTo>
                    <a:pt x="1505479" y="47245"/>
                  </a:lnTo>
                  <a:lnTo>
                    <a:pt x="1514617" y="51973"/>
                  </a:lnTo>
                  <a:lnTo>
                    <a:pt x="1520328" y="53523"/>
                  </a:lnTo>
                  <a:lnTo>
                    <a:pt x="1524897" y="53624"/>
                  </a:lnTo>
                  <a:lnTo>
                    <a:pt x="1529466" y="52682"/>
                  </a:lnTo>
                  <a:lnTo>
                    <a:pt x="1535177" y="50280"/>
                  </a:lnTo>
                  <a:lnTo>
                    <a:pt x="1553453" y="41090"/>
                  </a:lnTo>
                  <a:lnTo>
                    <a:pt x="1558022" y="40358"/>
                  </a:lnTo>
                  <a:lnTo>
                    <a:pt x="1562591" y="40677"/>
                  </a:lnTo>
                  <a:lnTo>
                    <a:pt x="1567160" y="41999"/>
                  </a:lnTo>
                  <a:lnTo>
                    <a:pt x="1574013" y="45369"/>
                  </a:lnTo>
                  <a:lnTo>
                    <a:pt x="1586578" y="52048"/>
                  </a:lnTo>
                  <a:lnTo>
                    <a:pt x="1591147" y="53370"/>
                  </a:lnTo>
                  <a:lnTo>
                    <a:pt x="1595716" y="53691"/>
                  </a:lnTo>
                  <a:lnTo>
                    <a:pt x="1600285" y="52959"/>
                  </a:lnTo>
                  <a:lnTo>
                    <a:pt x="1605996" y="50755"/>
                  </a:lnTo>
                  <a:lnTo>
                    <a:pt x="1615134" y="45642"/>
                  </a:lnTo>
                  <a:lnTo>
                    <a:pt x="1621988" y="42189"/>
                  </a:lnTo>
                  <a:lnTo>
                    <a:pt x="1627699" y="40566"/>
                  </a:lnTo>
                  <a:lnTo>
                    <a:pt x="1632268" y="40400"/>
                  </a:lnTo>
                  <a:lnTo>
                    <a:pt x="1636837" y="41279"/>
                  </a:lnTo>
                  <a:lnTo>
                    <a:pt x="1642548" y="43624"/>
                  </a:lnTo>
                  <a:lnTo>
                    <a:pt x="1661966" y="53173"/>
                  </a:lnTo>
                  <a:lnTo>
                    <a:pt x="1666535" y="53712"/>
                  </a:lnTo>
                  <a:lnTo>
                    <a:pt x="1671104" y="53195"/>
                  </a:lnTo>
                  <a:lnTo>
                    <a:pt x="1676816" y="51203"/>
                  </a:lnTo>
                  <a:lnTo>
                    <a:pt x="1684811" y="46857"/>
                  </a:lnTo>
                  <a:lnTo>
                    <a:pt x="1693949" y="42112"/>
                  </a:lnTo>
                  <a:lnTo>
                    <a:pt x="1699660" y="40538"/>
                  </a:lnTo>
                  <a:lnTo>
                    <a:pt x="1704229" y="40416"/>
                  </a:lnTo>
                  <a:lnTo>
                    <a:pt x="1708798" y="41338"/>
                  </a:lnTo>
                  <a:lnTo>
                    <a:pt x="1712225" y="42632"/>
                  </a:lnTo>
                </a:path>
              </a:pathLst>
            </a:custGeom>
            <a:ln w="7232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4" name="object 464"/>
            <p:cNvSpPr/>
            <p:nvPr/>
          </p:nvSpPr>
          <p:spPr>
            <a:xfrm>
              <a:off x="2560059" y="2425504"/>
              <a:ext cx="1884045" cy="407034"/>
            </a:xfrm>
            <a:custGeom>
              <a:avLst/>
              <a:gdLst/>
              <a:ahLst/>
              <a:cxnLst/>
              <a:rect l="l" t="t" r="r" b="b"/>
              <a:pathLst>
                <a:path w="1884045" h="407035">
                  <a:moveTo>
                    <a:pt x="0" y="406803"/>
                  </a:moveTo>
                  <a:lnTo>
                    <a:pt x="0" y="0"/>
                  </a:lnTo>
                </a:path>
                <a:path w="1884045" h="407035">
                  <a:moveTo>
                    <a:pt x="1883448" y="406803"/>
                  </a:moveTo>
                  <a:lnTo>
                    <a:pt x="1883448" y="0"/>
                  </a:lnTo>
                </a:path>
                <a:path w="1884045" h="407035">
                  <a:moveTo>
                    <a:pt x="0" y="406803"/>
                  </a:moveTo>
                  <a:lnTo>
                    <a:pt x="1883448" y="406803"/>
                  </a:lnTo>
                </a:path>
                <a:path w="1884045" h="407035">
                  <a:moveTo>
                    <a:pt x="0" y="0"/>
                  </a:moveTo>
                  <a:lnTo>
                    <a:pt x="1883448" y="0"/>
                  </a:lnTo>
                </a:path>
              </a:pathLst>
            </a:custGeom>
            <a:ln w="385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5" name="object 465"/>
          <p:cNvSpPr txBox="1"/>
          <p:nvPr/>
        </p:nvSpPr>
        <p:spPr>
          <a:xfrm>
            <a:off x="2482960" y="2717982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sp>
        <p:nvSpPr>
          <p:cNvPr id="466" name="object 466"/>
          <p:cNvSpPr/>
          <p:nvPr/>
        </p:nvSpPr>
        <p:spPr>
          <a:xfrm>
            <a:off x="2460369" y="2767763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80" h="4444">
                <a:moveTo>
                  <a:pt x="30185" y="0"/>
                </a:moveTo>
                <a:lnTo>
                  <a:pt x="0" y="0"/>
                </a:lnTo>
                <a:lnTo>
                  <a:pt x="0" y="4002"/>
                </a:lnTo>
                <a:lnTo>
                  <a:pt x="30185" y="4002"/>
                </a:lnTo>
                <a:lnTo>
                  <a:pt x="3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7" name="object 467"/>
          <p:cNvSpPr txBox="1"/>
          <p:nvPr/>
        </p:nvSpPr>
        <p:spPr>
          <a:xfrm>
            <a:off x="2482960" y="2580206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sp>
        <p:nvSpPr>
          <p:cNvPr id="468" name="object 468"/>
          <p:cNvSpPr/>
          <p:nvPr/>
        </p:nvSpPr>
        <p:spPr>
          <a:xfrm>
            <a:off x="2460369" y="2629986"/>
            <a:ext cx="30480" cy="4445"/>
          </a:xfrm>
          <a:custGeom>
            <a:avLst/>
            <a:gdLst/>
            <a:ahLst/>
            <a:cxnLst/>
            <a:rect l="l" t="t" r="r" b="b"/>
            <a:pathLst>
              <a:path w="30480" h="4444">
                <a:moveTo>
                  <a:pt x="30185" y="0"/>
                </a:moveTo>
                <a:lnTo>
                  <a:pt x="0" y="0"/>
                </a:lnTo>
                <a:lnTo>
                  <a:pt x="0" y="4002"/>
                </a:lnTo>
                <a:lnTo>
                  <a:pt x="30185" y="4002"/>
                </a:lnTo>
                <a:lnTo>
                  <a:pt x="3018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9" name="object 469"/>
          <p:cNvSpPr txBox="1"/>
          <p:nvPr/>
        </p:nvSpPr>
        <p:spPr>
          <a:xfrm>
            <a:off x="2482941" y="2442429"/>
            <a:ext cx="5651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sp>
        <p:nvSpPr>
          <p:cNvPr id="470" name="object 470"/>
          <p:cNvSpPr txBox="1"/>
          <p:nvPr/>
        </p:nvSpPr>
        <p:spPr>
          <a:xfrm>
            <a:off x="2384311" y="2592723"/>
            <a:ext cx="64135" cy="75565"/>
          </a:xfrm>
          <a:prstGeom prst="rect">
            <a:avLst/>
          </a:prstGeom>
        </p:spPr>
        <p:txBody>
          <a:bodyPr vert="vert270" wrap="square" lIns="0" tIns="8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450" i="1" spc="-37" baseline="9259" dirty="0">
                <a:latin typeface="Arial"/>
                <a:cs typeface="Arial"/>
              </a:rPr>
              <a:t>x</a:t>
            </a:r>
            <a:r>
              <a:rPr sz="300" spc="-25" dirty="0">
                <a:latin typeface="Arial"/>
                <a:cs typeface="Arial"/>
              </a:rPr>
              <a:t>4</a:t>
            </a:r>
            <a:endParaRPr sz="300">
              <a:latin typeface="Arial"/>
              <a:cs typeface="Arial"/>
            </a:endParaRPr>
          </a:p>
        </p:txBody>
      </p:sp>
      <p:sp>
        <p:nvSpPr>
          <p:cNvPr id="471" name="object 471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12"/>
                </a:moveTo>
                <a:lnTo>
                  <a:pt x="3071952" y="12"/>
                </a:lnTo>
                <a:lnTo>
                  <a:pt x="1535976" y="12"/>
                </a:lnTo>
                <a:lnTo>
                  <a:pt x="0" y="0"/>
                </a:lnTo>
                <a:lnTo>
                  <a:pt x="0" y="109728"/>
                </a:lnTo>
                <a:lnTo>
                  <a:pt x="1535976" y="109728"/>
                </a:lnTo>
                <a:lnTo>
                  <a:pt x="3071952" y="109728"/>
                </a:lnTo>
                <a:lnTo>
                  <a:pt x="4607928" y="109728"/>
                </a:lnTo>
                <a:lnTo>
                  <a:pt x="4607928" y="12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2" name="object 47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73" name="object 473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474" name="object 47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13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0" dirty="0"/>
              <a:t>Example:</a:t>
            </a:r>
            <a:r>
              <a:rPr spc="-5" dirty="0"/>
              <a:t> </a:t>
            </a:r>
            <a:r>
              <a:rPr spc="-75" dirty="0"/>
              <a:t>Stationary</a:t>
            </a:r>
            <a:r>
              <a:rPr spc="-45" dirty="0"/>
              <a:t> </a:t>
            </a:r>
            <a:r>
              <a:rPr spc="-120" dirty="0"/>
              <a:t>LQR</a:t>
            </a:r>
            <a:r>
              <a:rPr dirty="0"/>
              <a:t> of</a:t>
            </a:r>
            <a:r>
              <a:rPr spc="-5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105" dirty="0"/>
              <a:t>pure</a:t>
            </a:r>
            <a:r>
              <a:rPr spc="-10" dirty="0"/>
              <a:t> </a:t>
            </a:r>
            <a:r>
              <a:rPr spc="-45" dirty="0"/>
              <a:t>inertia</a:t>
            </a:r>
            <a:r>
              <a:rPr spc="-55" dirty="0"/>
              <a:t> </a:t>
            </a:r>
            <a:r>
              <a:rPr spc="-100" dirty="0"/>
              <a:t>system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442" y="464500"/>
            <a:ext cx="1022808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7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50" dirty="0">
                <a:latin typeface="Arial"/>
                <a:cs typeface="Arial"/>
              </a:rPr>
              <a:t>Consider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15442" y="1182227"/>
            <a:ext cx="1035050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3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ARE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is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15442" y="1791954"/>
            <a:ext cx="328485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6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closed-</a:t>
            </a:r>
            <a:r>
              <a:rPr sz="1200" spc="-40" dirty="0">
                <a:latin typeface="Arial"/>
                <a:cs typeface="Arial"/>
              </a:rPr>
              <a:t>loop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1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matrix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can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be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computed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be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202742" y="2491804"/>
            <a:ext cx="3200400" cy="254557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54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6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390" dirty="0">
                <a:latin typeface="Apple Symbols"/>
                <a:cs typeface="Apple Symbols"/>
              </a:rPr>
              <a:t>⇒</a:t>
            </a:r>
            <a:r>
              <a:rPr sz="1200" spc="-15" dirty="0">
                <a:latin typeface="Apple Symbols"/>
                <a:cs typeface="Apple Symbols"/>
              </a:rPr>
              <a:t> </a:t>
            </a:r>
            <a:r>
              <a:rPr sz="1200" spc="-80" dirty="0">
                <a:latin typeface="Arial"/>
                <a:cs typeface="Arial"/>
              </a:rPr>
              <a:t>closed-</a:t>
            </a:r>
            <a:r>
              <a:rPr sz="1200" spc="-40" dirty="0">
                <a:latin typeface="Arial"/>
                <a:cs typeface="Arial"/>
              </a:rPr>
              <a:t>loop</a:t>
            </a:r>
            <a:r>
              <a:rPr sz="1200" spc="5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eigenvalues: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14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895F67C1-7A93-EB32-090B-F33D28E79D00}"/>
                  </a:ext>
                </a:extLst>
              </p:cNvPr>
              <p:cNvSpPr txBox="1"/>
              <p:nvPr/>
            </p:nvSpPr>
            <p:spPr>
              <a:xfrm>
                <a:off x="614" y="676928"/>
                <a:ext cx="4609486" cy="3662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1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11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zh-CN" sz="11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11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altLang="zh-CN" sz="11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sSup>
                                <m:sSup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,  </m:t>
                          </m: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nary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895F67C1-7A93-EB32-090B-F33D28E79D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" y="676928"/>
                <a:ext cx="4609486" cy="366254"/>
              </a:xfrm>
              <a:prstGeom prst="rect">
                <a:avLst/>
              </a:prstGeom>
              <a:blipFill>
                <a:blip r:embed="rId3"/>
                <a:stretch>
                  <a:fillRect t="-191667" b="-28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9B2F7AD-47B1-7A0B-0D66-E68DA9BBA707}"/>
                  </a:ext>
                </a:extLst>
              </p:cNvPr>
              <p:cNvSpPr txBox="1"/>
              <p:nvPr/>
            </p:nvSpPr>
            <p:spPr>
              <a:xfrm>
                <a:off x="614" y="1335944"/>
                <a:ext cx="4609486" cy="4891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f>
                        <m:f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⇒</m:t>
                      </m:r>
                      <m:sSub>
                        <m:sSub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  <m:sSup>
                                  <m:sSupPr>
                                    <m:ctrlP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zh-CN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sz="10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  <m:e>
                                <m:sSup>
                                  <m:sSupPr>
                                    <m:ctrlP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zh-CN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sz="1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</m:mr>
                            <m:mr>
                              <m:e>
                                <m:sSup>
                                  <m:sSupPr>
                                    <m:ctrlP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zh-CN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0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sz="10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  <m:e>
                                <m:rad>
                                  <m:radPr>
                                    <m:degHide m:val="on"/>
                                    <m:ctrlP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  <m:sSup>
                                  <m:sSupPr>
                                    <m:ctrlP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f>
                                      <m:fPr>
                                        <m:ctrlPr>
                                          <a:rPr lang="en-US" altLang="zh-CN" sz="1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000" b="0" i="1" smtClean="0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num>
                                      <m:den>
                                        <m:r>
                                          <a:rPr lang="en-US" altLang="zh-CN" sz="10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79B2F7AD-47B1-7A0B-0D66-E68DA9BBA7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4" y="1335944"/>
                <a:ext cx="4609486" cy="489108"/>
              </a:xfrm>
              <a:prstGeom prst="rect">
                <a:avLst/>
              </a:prstGeom>
              <a:blipFill>
                <a:blip r:embed="rId4"/>
                <a:stretch>
                  <a:fillRect b="-125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1267B731-AEE3-C8FF-707D-20F4860EAC1E}"/>
                  </a:ext>
                </a:extLst>
              </p:cNvPr>
              <p:cNvSpPr txBox="1"/>
              <p:nvPr/>
            </p:nvSpPr>
            <p:spPr>
              <a:xfrm>
                <a:off x="-1291" y="2056516"/>
                <a:ext cx="4609486" cy="4109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altLang="zh-CN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sz="1200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  <m:sSup>
                                  <m:sSupPr>
                                    <m:ctrlP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p>
                                    <m:r>
                                      <a:rPr lang="en-US" altLang="zh-CN" sz="1200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n-US" altLang="zh-CN" sz="1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12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sz="1200" b="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9" name="文本框 58">
                <a:extLst>
                  <a:ext uri="{FF2B5EF4-FFF2-40B4-BE49-F238E27FC236}">
                    <a16:creationId xmlns:a16="http://schemas.microsoft.com/office/drawing/2014/main" id="{1267B731-AEE3-C8FF-707D-20F4860EA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91" y="2056516"/>
                <a:ext cx="4609486" cy="410946"/>
              </a:xfrm>
              <a:prstGeom prst="rect">
                <a:avLst/>
              </a:prstGeom>
              <a:blipFill>
                <a:blip r:embed="rId5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F880EFE6-3BCD-708D-2C6A-6E8168D664B4}"/>
                  </a:ext>
                </a:extLst>
              </p:cNvPr>
              <p:cNvSpPr txBox="1"/>
              <p:nvPr/>
            </p:nvSpPr>
            <p:spPr>
              <a:xfrm>
                <a:off x="-1291" y="2754223"/>
                <a:ext cx="4609486" cy="44627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US" altLang="zh-CN" sz="1200" b="0" i="0" smtClean="0"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F880EFE6-3BCD-708D-2C6A-6E8168D664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91" y="2754223"/>
                <a:ext cx="4609486" cy="446276"/>
              </a:xfrm>
              <a:prstGeom prst="rect">
                <a:avLst/>
              </a:prstGeom>
              <a:blipFill>
                <a:blip r:embed="rId6"/>
                <a:stretch>
                  <a:fillRect t="-2740" b="-82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object 16"/>
          <p:cNvGrpSpPr/>
          <p:nvPr/>
        </p:nvGrpSpPr>
        <p:grpSpPr>
          <a:xfrm>
            <a:off x="1493506" y="680175"/>
            <a:ext cx="4445" cy="1106805"/>
            <a:chOff x="1493506" y="680175"/>
            <a:chExt cx="4445" cy="1106805"/>
          </a:xfrm>
        </p:grpSpPr>
        <p:sp>
          <p:nvSpPr>
            <p:cNvPr id="17" name="object 17"/>
            <p:cNvSpPr/>
            <p:nvPr/>
          </p:nvSpPr>
          <p:spPr>
            <a:xfrm>
              <a:off x="1495728" y="682397"/>
              <a:ext cx="0" cy="1085215"/>
            </a:xfrm>
            <a:custGeom>
              <a:avLst/>
              <a:gdLst/>
              <a:ahLst/>
              <a:cxnLst/>
              <a:rect l="l" t="t" r="r" b="b"/>
              <a:pathLst>
                <a:path h="1085214">
                  <a:moveTo>
                    <a:pt x="0" y="108485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95728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95728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448396" y="1771280"/>
            <a:ext cx="136525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spc="-20" dirty="0">
                <a:latin typeface="Arial"/>
                <a:cs typeface="Arial"/>
              </a:rPr>
              <a:t>1.00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424581" y="680175"/>
            <a:ext cx="1744345" cy="1146810"/>
            <a:chOff x="1424581" y="680175"/>
            <a:chExt cx="1744345" cy="1146810"/>
          </a:xfrm>
        </p:grpSpPr>
        <p:sp>
          <p:nvSpPr>
            <p:cNvPr id="22" name="object 22"/>
            <p:cNvSpPr/>
            <p:nvPr/>
          </p:nvSpPr>
          <p:spPr>
            <a:xfrm>
              <a:off x="1424581" y="1822347"/>
              <a:ext cx="31750" cy="4445"/>
            </a:xfrm>
            <a:custGeom>
              <a:avLst/>
              <a:gdLst/>
              <a:ahLst/>
              <a:cxnLst/>
              <a:rect l="l" t="t" r="r" b="b"/>
              <a:pathLst>
                <a:path w="31750" h="4444">
                  <a:moveTo>
                    <a:pt x="31232" y="0"/>
                  </a:moveTo>
                  <a:lnTo>
                    <a:pt x="0" y="0"/>
                  </a:lnTo>
                  <a:lnTo>
                    <a:pt x="0" y="4141"/>
                  </a:lnTo>
                  <a:lnTo>
                    <a:pt x="31232" y="4141"/>
                  </a:lnTo>
                  <a:lnTo>
                    <a:pt x="312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04526" y="682397"/>
              <a:ext cx="0" cy="1085215"/>
            </a:xfrm>
            <a:custGeom>
              <a:avLst/>
              <a:gdLst/>
              <a:ahLst/>
              <a:cxnLst/>
              <a:rect l="l" t="t" r="r" b="b"/>
              <a:pathLst>
                <a:path h="1085214">
                  <a:moveTo>
                    <a:pt x="0" y="108485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704526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1704526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633378" y="1822347"/>
              <a:ext cx="31750" cy="4445"/>
            </a:xfrm>
            <a:custGeom>
              <a:avLst/>
              <a:gdLst/>
              <a:ahLst/>
              <a:cxnLst/>
              <a:rect l="l" t="t" r="r" b="b"/>
              <a:pathLst>
                <a:path w="31750" h="4444">
                  <a:moveTo>
                    <a:pt x="31232" y="0"/>
                  </a:moveTo>
                  <a:lnTo>
                    <a:pt x="0" y="0"/>
                  </a:lnTo>
                  <a:lnTo>
                    <a:pt x="0" y="4141"/>
                  </a:lnTo>
                  <a:lnTo>
                    <a:pt x="31232" y="4141"/>
                  </a:lnTo>
                  <a:lnTo>
                    <a:pt x="312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13324" y="682397"/>
              <a:ext cx="0" cy="1085215"/>
            </a:xfrm>
            <a:custGeom>
              <a:avLst/>
              <a:gdLst/>
              <a:ahLst/>
              <a:cxnLst/>
              <a:rect l="l" t="t" r="r" b="b"/>
              <a:pathLst>
                <a:path h="1085214">
                  <a:moveTo>
                    <a:pt x="0" y="108485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913324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913324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842176" y="1822347"/>
              <a:ext cx="31750" cy="4445"/>
            </a:xfrm>
            <a:custGeom>
              <a:avLst/>
              <a:gdLst/>
              <a:ahLst/>
              <a:cxnLst/>
              <a:rect l="l" t="t" r="r" b="b"/>
              <a:pathLst>
                <a:path w="31750" h="4444">
                  <a:moveTo>
                    <a:pt x="31232" y="0"/>
                  </a:moveTo>
                  <a:lnTo>
                    <a:pt x="0" y="0"/>
                  </a:lnTo>
                  <a:lnTo>
                    <a:pt x="0" y="4141"/>
                  </a:lnTo>
                  <a:lnTo>
                    <a:pt x="31232" y="4141"/>
                  </a:lnTo>
                  <a:lnTo>
                    <a:pt x="312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122122" y="682397"/>
              <a:ext cx="0" cy="1085215"/>
            </a:xfrm>
            <a:custGeom>
              <a:avLst/>
              <a:gdLst/>
              <a:ahLst/>
              <a:cxnLst/>
              <a:rect l="l" t="t" r="r" b="b"/>
              <a:pathLst>
                <a:path h="1085214">
                  <a:moveTo>
                    <a:pt x="0" y="108485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122122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122122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050974" y="1822347"/>
              <a:ext cx="31750" cy="4445"/>
            </a:xfrm>
            <a:custGeom>
              <a:avLst/>
              <a:gdLst/>
              <a:ahLst/>
              <a:cxnLst/>
              <a:rect l="l" t="t" r="r" b="b"/>
              <a:pathLst>
                <a:path w="31750" h="4444">
                  <a:moveTo>
                    <a:pt x="31232" y="0"/>
                  </a:moveTo>
                  <a:lnTo>
                    <a:pt x="0" y="0"/>
                  </a:lnTo>
                  <a:lnTo>
                    <a:pt x="0" y="4141"/>
                  </a:lnTo>
                  <a:lnTo>
                    <a:pt x="31232" y="4141"/>
                  </a:lnTo>
                  <a:lnTo>
                    <a:pt x="3123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330919" y="682397"/>
              <a:ext cx="0" cy="1085215"/>
            </a:xfrm>
            <a:custGeom>
              <a:avLst/>
              <a:gdLst/>
              <a:ahLst/>
              <a:cxnLst/>
              <a:rect l="l" t="t" r="r" b="b"/>
              <a:pathLst>
                <a:path h="1085214">
                  <a:moveTo>
                    <a:pt x="0" y="108485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330919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330919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539717" y="682397"/>
              <a:ext cx="0" cy="1085215"/>
            </a:xfrm>
            <a:custGeom>
              <a:avLst/>
              <a:gdLst/>
              <a:ahLst/>
              <a:cxnLst/>
              <a:rect l="l" t="t" r="r" b="b"/>
              <a:pathLst>
                <a:path h="1085214">
                  <a:moveTo>
                    <a:pt x="0" y="108485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539717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539717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748515" y="682397"/>
              <a:ext cx="0" cy="1085215"/>
            </a:xfrm>
            <a:custGeom>
              <a:avLst/>
              <a:gdLst/>
              <a:ahLst/>
              <a:cxnLst/>
              <a:rect l="l" t="t" r="r" b="b"/>
              <a:pathLst>
                <a:path h="1085214">
                  <a:moveTo>
                    <a:pt x="0" y="108485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748515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748515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957313" y="682397"/>
              <a:ext cx="0" cy="1085215"/>
            </a:xfrm>
            <a:custGeom>
              <a:avLst/>
              <a:gdLst/>
              <a:ahLst/>
              <a:cxnLst/>
              <a:rect l="l" t="t" r="r" b="b"/>
              <a:pathLst>
                <a:path h="1085214">
                  <a:moveTo>
                    <a:pt x="0" y="108485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957313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957313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3166111" y="682397"/>
              <a:ext cx="0" cy="1085215"/>
            </a:xfrm>
            <a:custGeom>
              <a:avLst/>
              <a:gdLst/>
              <a:ahLst/>
              <a:cxnLst/>
              <a:rect l="l" t="t" r="r" b="b"/>
              <a:pathLst>
                <a:path h="1085214">
                  <a:moveTo>
                    <a:pt x="0" y="108485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166111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166111" y="1767248"/>
              <a:ext cx="0" cy="17780"/>
            </a:xfrm>
            <a:custGeom>
              <a:avLst/>
              <a:gdLst/>
              <a:ahLst/>
              <a:cxnLst/>
              <a:rect l="l" t="t" r="r" b="b"/>
              <a:pathLst>
                <a:path h="17780">
                  <a:moveTo>
                    <a:pt x="0" y="0"/>
                  </a:moveTo>
                  <a:lnTo>
                    <a:pt x="0" y="17462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2889069" y="1771280"/>
            <a:ext cx="345440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dirty="0">
                <a:latin typeface="Arial"/>
                <a:cs typeface="Arial"/>
              </a:rPr>
              <a:t>0.75</a:t>
            </a:r>
            <a:r>
              <a:rPr sz="450" spc="245" dirty="0">
                <a:latin typeface="Arial"/>
                <a:cs typeface="Arial"/>
              </a:rPr>
              <a:t>  </a:t>
            </a:r>
            <a:r>
              <a:rPr sz="450" spc="-20" dirty="0">
                <a:latin typeface="Arial"/>
                <a:cs typeface="Arial"/>
              </a:rPr>
              <a:t>1.00</a:t>
            </a:r>
            <a:endParaRPr sz="4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657194" y="1771280"/>
            <a:ext cx="1160145" cy="161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ts val="540"/>
              </a:lnSpc>
              <a:spcBef>
                <a:spcPts val="90"/>
              </a:spcBef>
            </a:pPr>
            <a:r>
              <a:rPr sz="450" dirty="0">
                <a:latin typeface="Arial"/>
                <a:cs typeface="Arial"/>
              </a:rPr>
              <a:t>0.75</a:t>
            </a:r>
            <a:r>
              <a:rPr sz="450" spc="245" dirty="0">
                <a:latin typeface="Arial"/>
                <a:cs typeface="Arial"/>
              </a:rPr>
              <a:t>  </a:t>
            </a:r>
            <a:r>
              <a:rPr sz="450" dirty="0">
                <a:latin typeface="Arial"/>
                <a:cs typeface="Arial"/>
              </a:rPr>
              <a:t>0.50</a:t>
            </a:r>
            <a:r>
              <a:rPr sz="450" spc="250" dirty="0">
                <a:latin typeface="Arial"/>
                <a:cs typeface="Arial"/>
              </a:rPr>
              <a:t>  </a:t>
            </a:r>
            <a:r>
              <a:rPr sz="450" dirty="0">
                <a:latin typeface="Arial"/>
                <a:cs typeface="Arial"/>
              </a:rPr>
              <a:t>0.25</a:t>
            </a:r>
            <a:r>
              <a:rPr sz="450" spc="459" dirty="0">
                <a:latin typeface="Arial"/>
                <a:cs typeface="Arial"/>
              </a:rPr>
              <a:t> </a:t>
            </a:r>
            <a:r>
              <a:rPr sz="450" dirty="0">
                <a:latin typeface="Arial"/>
                <a:cs typeface="Arial"/>
              </a:rPr>
              <a:t>0.00</a:t>
            </a:r>
            <a:r>
              <a:rPr sz="450" spc="250" dirty="0">
                <a:latin typeface="Arial"/>
                <a:cs typeface="Arial"/>
              </a:rPr>
              <a:t>  </a:t>
            </a:r>
            <a:r>
              <a:rPr sz="450" dirty="0">
                <a:latin typeface="Arial"/>
                <a:cs typeface="Arial"/>
              </a:rPr>
              <a:t>0.25</a:t>
            </a:r>
            <a:r>
              <a:rPr sz="450" spc="245" dirty="0">
                <a:latin typeface="Arial"/>
                <a:cs typeface="Arial"/>
              </a:rPr>
              <a:t>  </a:t>
            </a:r>
            <a:r>
              <a:rPr sz="450" spc="-20" dirty="0">
                <a:latin typeface="Arial"/>
                <a:cs typeface="Arial"/>
              </a:rPr>
              <a:t>0.50</a:t>
            </a:r>
            <a:endParaRPr sz="450">
              <a:latin typeface="Arial"/>
              <a:cs typeface="Arial"/>
            </a:endParaRPr>
          </a:p>
          <a:p>
            <a:pPr marL="561975">
              <a:lnSpc>
                <a:spcPts val="540"/>
              </a:lnSpc>
            </a:pPr>
            <a:r>
              <a:rPr sz="450" spc="-20" dirty="0">
                <a:latin typeface="Arial"/>
                <a:cs typeface="Arial"/>
              </a:rPr>
              <a:t>Real</a:t>
            </a:r>
            <a:r>
              <a:rPr sz="450" spc="10" dirty="0">
                <a:latin typeface="Arial"/>
                <a:cs typeface="Arial"/>
              </a:rPr>
              <a:t> </a:t>
            </a:r>
            <a:r>
              <a:rPr sz="450" spc="-20" dirty="0">
                <a:latin typeface="Arial"/>
                <a:cs typeface="Arial"/>
              </a:rPr>
              <a:t>axis</a:t>
            </a:r>
            <a:endParaRPr sz="45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313220" y="1768480"/>
            <a:ext cx="31750" cy="4445"/>
          </a:xfrm>
          <a:custGeom>
            <a:avLst/>
            <a:gdLst/>
            <a:ahLst/>
            <a:cxnLst/>
            <a:rect l="l" t="t" r="r" b="b"/>
            <a:pathLst>
              <a:path w="31750" h="4444">
                <a:moveTo>
                  <a:pt x="31232" y="0"/>
                </a:moveTo>
                <a:lnTo>
                  <a:pt x="0" y="0"/>
                </a:lnTo>
                <a:lnTo>
                  <a:pt x="0" y="4141"/>
                </a:lnTo>
                <a:lnTo>
                  <a:pt x="31232" y="4141"/>
                </a:lnTo>
                <a:lnTo>
                  <a:pt x="312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1313220" y="1632873"/>
            <a:ext cx="31750" cy="4445"/>
          </a:xfrm>
          <a:custGeom>
            <a:avLst/>
            <a:gdLst/>
            <a:ahLst/>
            <a:cxnLst/>
            <a:rect l="l" t="t" r="r" b="b"/>
            <a:pathLst>
              <a:path w="31750" h="4444">
                <a:moveTo>
                  <a:pt x="31232" y="0"/>
                </a:moveTo>
                <a:lnTo>
                  <a:pt x="0" y="0"/>
                </a:lnTo>
                <a:lnTo>
                  <a:pt x="0" y="4141"/>
                </a:lnTo>
                <a:lnTo>
                  <a:pt x="31232" y="4141"/>
                </a:lnTo>
                <a:lnTo>
                  <a:pt x="312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1313220" y="1497267"/>
            <a:ext cx="31750" cy="4445"/>
          </a:xfrm>
          <a:custGeom>
            <a:avLst/>
            <a:gdLst/>
            <a:ahLst/>
            <a:cxnLst/>
            <a:rect l="l" t="t" r="r" b="b"/>
            <a:pathLst>
              <a:path w="31750" h="4444">
                <a:moveTo>
                  <a:pt x="31232" y="0"/>
                </a:moveTo>
                <a:lnTo>
                  <a:pt x="0" y="0"/>
                </a:lnTo>
                <a:lnTo>
                  <a:pt x="0" y="4141"/>
                </a:lnTo>
                <a:lnTo>
                  <a:pt x="31232" y="4141"/>
                </a:lnTo>
                <a:lnTo>
                  <a:pt x="312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5" name="object 55"/>
          <p:cNvGrpSpPr/>
          <p:nvPr/>
        </p:nvGrpSpPr>
        <p:grpSpPr>
          <a:xfrm>
            <a:off x="1476043" y="1358206"/>
            <a:ext cx="1692910" cy="411480"/>
            <a:chOff x="1476043" y="1358206"/>
            <a:chExt cx="1692910" cy="411480"/>
          </a:xfrm>
        </p:grpSpPr>
        <p:sp>
          <p:nvSpPr>
            <p:cNvPr id="56" name="object 56"/>
            <p:cNvSpPr/>
            <p:nvPr/>
          </p:nvSpPr>
          <p:spPr>
            <a:xfrm>
              <a:off x="1495728" y="1767248"/>
              <a:ext cx="1670685" cy="0"/>
            </a:xfrm>
            <a:custGeom>
              <a:avLst/>
              <a:gdLst/>
              <a:ahLst/>
              <a:cxnLst/>
              <a:rect l="l" t="t" r="r" b="b"/>
              <a:pathLst>
                <a:path w="1670685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1478266" y="1767248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478266" y="1767248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495728" y="1631641"/>
              <a:ext cx="1670685" cy="0"/>
            </a:xfrm>
            <a:custGeom>
              <a:avLst/>
              <a:gdLst/>
              <a:ahLst/>
              <a:cxnLst/>
              <a:rect l="l" t="t" r="r" b="b"/>
              <a:pathLst>
                <a:path w="1670685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1478266" y="1631641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1478266" y="1631641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1495728" y="1496035"/>
              <a:ext cx="1670685" cy="0"/>
            </a:xfrm>
            <a:custGeom>
              <a:avLst/>
              <a:gdLst/>
              <a:ahLst/>
              <a:cxnLst/>
              <a:rect l="l" t="t" r="r" b="b"/>
              <a:pathLst>
                <a:path w="1670685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1478266" y="1496035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1478266" y="1496035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1495728" y="1360429"/>
              <a:ext cx="1670685" cy="0"/>
            </a:xfrm>
            <a:custGeom>
              <a:avLst/>
              <a:gdLst/>
              <a:ahLst/>
              <a:cxnLst/>
              <a:rect l="l" t="t" r="r" b="b"/>
              <a:pathLst>
                <a:path w="1670685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6" name="object 66"/>
            <p:cNvSpPr/>
            <p:nvPr/>
          </p:nvSpPr>
          <p:spPr>
            <a:xfrm>
              <a:off x="1478266" y="136042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7" name="object 67"/>
            <p:cNvSpPr/>
            <p:nvPr/>
          </p:nvSpPr>
          <p:spPr>
            <a:xfrm>
              <a:off x="1478266" y="1360429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1337036" y="1310594"/>
            <a:ext cx="136525" cy="49974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spc="-20" dirty="0">
                <a:latin typeface="Arial"/>
                <a:cs typeface="Arial"/>
              </a:rPr>
              <a:t>0.25</a:t>
            </a:r>
            <a:endParaRPr sz="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50" spc="-20" dirty="0">
                <a:latin typeface="Arial"/>
                <a:cs typeface="Arial"/>
              </a:rPr>
              <a:t>0.50</a:t>
            </a:r>
            <a:endParaRPr sz="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450" spc="-20" dirty="0">
                <a:latin typeface="Arial"/>
                <a:cs typeface="Arial"/>
              </a:rPr>
              <a:t>0.75</a:t>
            </a:r>
            <a:endParaRPr sz="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450" spc="-20" dirty="0">
                <a:latin typeface="Arial"/>
                <a:cs typeface="Arial"/>
              </a:rPr>
              <a:t>1.00</a:t>
            </a:r>
            <a:endParaRPr sz="450">
              <a:latin typeface="Arial"/>
              <a:cs typeface="Arial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313220" y="1361660"/>
            <a:ext cx="31750" cy="4445"/>
          </a:xfrm>
          <a:custGeom>
            <a:avLst/>
            <a:gdLst/>
            <a:ahLst/>
            <a:cxnLst/>
            <a:rect l="l" t="t" r="r" b="b"/>
            <a:pathLst>
              <a:path w="31750" h="4444">
                <a:moveTo>
                  <a:pt x="31232" y="0"/>
                </a:moveTo>
                <a:lnTo>
                  <a:pt x="0" y="0"/>
                </a:lnTo>
                <a:lnTo>
                  <a:pt x="0" y="4141"/>
                </a:lnTo>
                <a:lnTo>
                  <a:pt x="31232" y="4141"/>
                </a:lnTo>
                <a:lnTo>
                  <a:pt x="3123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0" name="object 70"/>
          <p:cNvGrpSpPr/>
          <p:nvPr/>
        </p:nvGrpSpPr>
        <p:grpSpPr>
          <a:xfrm>
            <a:off x="1476043" y="1222600"/>
            <a:ext cx="1692910" cy="4445"/>
            <a:chOff x="1476043" y="1222600"/>
            <a:chExt cx="1692910" cy="4445"/>
          </a:xfrm>
        </p:grpSpPr>
        <p:sp>
          <p:nvSpPr>
            <p:cNvPr id="71" name="object 71"/>
            <p:cNvSpPr/>
            <p:nvPr/>
          </p:nvSpPr>
          <p:spPr>
            <a:xfrm>
              <a:off x="1495728" y="1224822"/>
              <a:ext cx="1670685" cy="0"/>
            </a:xfrm>
            <a:custGeom>
              <a:avLst/>
              <a:gdLst/>
              <a:ahLst/>
              <a:cxnLst/>
              <a:rect l="l" t="t" r="r" b="b"/>
              <a:pathLst>
                <a:path w="1670685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2" name="object 72"/>
            <p:cNvSpPr/>
            <p:nvPr/>
          </p:nvSpPr>
          <p:spPr>
            <a:xfrm>
              <a:off x="1478266" y="1224822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1478266" y="1224822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1337016" y="1174987"/>
            <a:ext cx="136525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spc="-20" dirty="0">
                <a:latin typeface="Arial"/>
                <a:cs typeface="Arial"/>
              </a:rPr>
              <a:t>0.00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1476043" y="815781"/>
            <a:ext cx="1692910" cy="276225"/>
            <a:chOff x="1476043" y="815781"/>
            <a:chExt cx="1692910" cy="276225"/>
          </a:xfrm>
        </p:grpSpPr>
        <p:sp>
          <p:nvSpPr>
            <p:cNvPr id="76" name="object 76"/>
            <p:cNvSpPr/>
            <p:nvPr/>
          </p:nvSpPr>
          <p:spPr>
            <a:xfrm>
              <a:off x="1495728" y="1089216"/>
              <a:ext cx="1670685" cy="0"/>
            </a:xfrm>
            <a:custGeom>
              <a:avLst/>
              <a:gdLst/>
              <a:ahLst/>
              <a:cxnLst/>
              <a:rect l="l" t="t" r="r" b="b"/>
              <a:pathLst>
                <a:path w="1670685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1478266" y="1089216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8" name="object 78"/>
            <p:cNvSpPr/>
            <p:nvPr/>
          </p:nvSpPr>
          <p:spPr>
            <a:xfrm>
              <a:off x="1478266" y="1089216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9" name="object 79"/>
            <p:cNvSpPr/>
            <p:nvPr/>
          </p:nvSpPr>
          <p:spPr>
            <a:xfrm>
              <a:off x="1495728" y="953610"/>
              <a:ext cx="1670685" cy="0"/>
            </a:xfrm>
            <a:custGeom>
              <a:avLst/>
              <a:gdLst/>
              <a:ahLst/>
              <a:cxnLst/>
              <a:rect l="l" t="t" r="r" b="b"/>
              <a:pathLst>
                <a:path w="1670685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0" name="object 80"/>
            <p:cNvSpPr/>
            <p:nvPr/>
          </p:nvSpPr>
          <p:spPr>
            <a:xfrm>
              <a:off x="1478266" y="953610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1478266" y="953610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1495728" y="818004"/>
              <a:ext cx="1670685" cy="0"/>
            </a:xfrm>
            <a:custGeom>
              <a:avLst/>
              <a:gdLst/>
              <a:ahLst/>
              <a:cxnLst/>
              <a:rect l="l" t="t" r="r" b="b"/>
              <a:pathLst>
                <a:path w="1670685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1478266" y="818004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1478266" y="818004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5" name="object 85"/>
          <p:cNvSpPr txBox="1"/>
          <p:nvPr/>
        </p:nvSpPr>
        <p:spPr>
          <a:xfrm>
            <a:off x="1337016" y="768168"/>
            <a:ext cx="136525" cy="3644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50" spc="-20" dirty="0">
                <a:latin typeface="Arial"/>
                <a:cs typeface="Arial"/>
              </a:rPr>
              <a:t>0.75</a:t>
            </a:r>
            <a:endParaRPr sz="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450" spc="-20" dirty="0">
                <a:latin typeface="Arial"/>
                <a:cs typeface="Arial"/>
              </a:rPr>
              <a:t>0.50</a:t>
            </a:r>
            <a:endParaRPr sz="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450" spc="-20" dirty="0">
                <a:latin typeface="Arial"/>
                <a:cs typeface="Arial"/>
              </a:rPr>
              <a:t>0.25</a:t>
            </a:r>
            <a:endParaRPr sz="450">
              <a:latin typeface="Arial"/>
              <a:cs typeface="Arial"/>
            </a:endParaRPr>
          </a:p>
        </p:txBody>
      </p:sp>
      <p:grpSp>
        <p:nvGrpSpPr>
          <p:cNvPr id="86" name="object 86"/>
          <p:cNvGrpSpPr/>
          <p:nvPr/>
        </p:nvGrpSpPr>
        <p:grpSpPr>
          <a:xfrm>
            <a:off x="1476043" y="678587"/>
            <a:ext cx="1692910" cy="1092835"/>
            <a:chOff x="1476043" y="678587"/>
            <a:chExt cx="1692910" cy="1092835"/>
          </a:xfrm>
        </p:grpSpPr>
        <p:sp>
          <p:nvSpPr>
            <p:cNvPr id="87" name="object 87"/>
            <p:cNvSpPr/>
            <p:nvPr/>
          </p:nvSpPr>
          <p:spPr>
            <a:xfrm>
              <a:off x="1495728" y="682397"/>
              <a:ext cx="1670685" cy="0"/>
            </a:xfrm>
            <a:custGeom>
              <a:avLst/>
              <a:gdLst/>
              <a:ahLst/>
              <a:cxnLst/>
              <a:rect l="l" t="t" r="r" b="b"/>
              <a:pathLst>
                <a:path w="1670685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AFAF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1478266" y="682397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1478266" y="682397"/>
              <a:ext cx="17780" cy="0"/>
            </a:xfrm>
            <a:custGeom>
              <a:avLst/>
              <a:gdLst/>
              <a:ahLst/>
              <a:cxnLst/>
              <a:rect l="l" t="t" r="r" b="b"/>
              <a:pathLst>
                <a:path w="17780">
                  <a:moveTo>
                    <a:pt x="17462" y="0"/>
                  </a:moveTo>
                  <a:lnTo>
                    <a:pt x="0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1998819" y="1009136"/>
              <a:ext cx="313690" cy="203835"/>
            </a:xfrm>
            <a:custGeom>
              <a:avLst/>
              <a:gdLst/>
              <a:ahLst/>
              <a:cxnLst/>
              <a:rect l="l" t="t" r="r" b="b"/>
              <a:pathLst>
                <a:path w="313689" h="203834">
                  <a:moveTo>
                    <a:pt x="0" y="0"/>
                  </a:moveTo>
                  <a:lnTo>
                    <a:pt x="313425" y="203557"/>
                  </a:lnTo>
                  <a:lnTo>
                    <a:pt x="313425" y="203557"/>
                  </a:lnTo>
                </a:path>
              </a:pathLst>
            </a:custGeom>
            <a:ln w="7483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1998819" y="1236951"/>
              <a:ext cx="313690" cy="203835"/>
            </a:xfrm>
            <a:custGeom>
              <a:avLst/>
              <a:gdLst/>
              <a:ahLst/>
              <a:cxnLst/>
              <a:rect l="l" t="t" r="r" b="b"/>
              <a:pathLst>
                <a:path w="313689" h="203834">
                  <a:moveTo>
                    <a:pt x="0" y="203557"/>
                  </a:moveTo>
                  <a:lnTo>
                    <a:pt x="313425" y="0"/>
                  </a:lnTo>
                  <a:lnTo>
                    <a:pt x="313425" y="0"/>
                  </a:lnTo>
                </a:path>
              </a:pathLst>
            </a:custGeom>
            <a:ln w="7483">
              <a:solidFill>
                <a:srgbClr val="FF7F0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1495728" y="1224822"/>
              <a:ext cx="835660" cy="542925"/>
            </a:xfrm>
            <a:custGeom>
              <a:avLst/>
              <a:gdLst/>
              <a:ahLst/>
              <a:cxnLst/>
              <a:rect l="l" t="t" r="r" b="b"/>
              <a:pathLst>
                <a:path w="835660" h="542925">
                  <a:moveTo>
                    <a:pt x="835191" y="0"/>
                  </a:moveTo>
                  <a:lnTo>
                    <a:pt x="0" y="542425"/>
                  </a:lnTo>
                </a:path>
              </a:pathLst>
            </a:custGeom>
            <a:ln w="7483">
              <a:solidFill>
                <a:srgbClr val="2BA0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1495728" y="682397"/>
              <a:ext cx="835660" cy="542925"/>
            </a:xfrm>
            <a:custGeom>
              <a:avLst/>
              <a:gdLst/>
              <a:ahLst/>
              <a:cxnLst/>
              <a:rect l="l" t="t" r="r" b="b"/>
              <a:pathLst>
                <a:path w="835660" h="542925">
                  <a:moveTo>
                    <a:pt x="835191" y="542425"/>
                  </a:moveTo>
                  <a:lnTo>
                    <a:pt x="0" y="0"/>
                  </a:lnTo>
                </a:path>
              </a:pathLst>
            </a:custGeom>
            <a:ln w="7483">
              <a:solidFill>
                <a:srgbClr val="D62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4" name="object 94"/>
            <p:cNvSpPr/>
            <p:nvPr/>
          </p:nvSpPr>
          <p:spPr>
            <a:xfrm>
              <a:off x="1495728" y="682397"/>
              <a:ext cx="1670685" cy="1085215"/>
            </a:xfrm>
            <a:custGeom>
              <a:avLst/>
              <a:gdLst/>
              <a:ahLst/>
              <a:cxnLst/>
              <a:rect l="l" t="t" r="r" b="b"/>
              <a:pathLst>
                <a:path w="1670685" h="1085214">
                  <a:moveTo>
                    <a:pt x="0" y="1084850"/>
                  </a:moveTo>
                  <a:lnTo>
                    <a:pt x="0" y="0"/>
                  </a:lnTo>
                </a:path>
                <a:path w="1670685" h="1085214">
                  <a:moveTo>
                    <a:pt x="1670382" y="1084850"/>
                  </a:moveTo>
                  <a:lnTo>
                    <a:pt x="1670382" y="0"/>
                  </a:lnTo>
                </a:path>
                <a:path w="1670685" h="1085214">
                  <a:moveTo>
                    <a:pt x="0" y="1084850"/>
                  </a:moveTo>
                  <a:lnTo>
                    <a:pt x="1670382" y="1084850"/>
                  </a:lnTo>
                </a:path>
                <a:path w="1670685" h="1085214">
                  <a:moveTo>
                    <a:pt x="0" y="0"/>
                  </a:moveTo>
                  <a:lnTo>
                    <a:pt x="1670382" y="0"/>
                  </a:lnTo>
                </a:path>
              </a:pathLst>
            </a:custGeom>
            <a:ln w="399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5" name="object 95"/>
          <p:cNvSpPr txBox="1"/>
          <p:nvPr/>
        </p:nvSpPr>
        <p:spPr>
          <a:xfrm>
            <a:off x="1226989" y="1091449"/>
            <a:ext cx="73660" cy="267335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2700">
              <a:lnSpc>
                <a:spcPts val="490"/>
              </a:lnSpc>
            </a:pPr>
            <a:r>
              <a:rPr sz="450" spc="-10" dirty="0">
                <a:latin typeface="Arial"/>
                <a:cs typeface="Arial"/>
              </a:rPr>
              <a:t>Imag</a:t>
            </a:r>
            <a:r>
              <a:rPr sz="450" spc="5" dirty="0">
                <a:latin typeface="Arial"/>
                <a:cs typeface="Arial"/>
              </a:rPr>
              <a:t> </a:t>
            </a:r>
            <a:r>
              <a:rPr sz="450" spc="-20" dirty="0">
                <a:latin typeface="Arial"/>
                <a:cs typeface="Arial"/>
              </a:rPr>
              <a:t>axis</a:t>
            </a:r>
            <a:endParaRPr sz="450">
              <a:latin typeface="Arial"/>
              <a:cs typeface="Arial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2318219" y="1154315"/>
            <a:ext cx="60325" cy="908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400" i="1" spc="-50" dirty="0">
                <a:latin typeface="Arial"/>
                <a:cs typeface="Arial"/>
              </a:rPr>
              <a:t>R</a:t>
            </a:r>
            <a:endParaRPr sz="400">
              <a:latin typeface="Arial"/>
              <a:cs typeface="Arial"/>
            </a:endParaRPr>
          </a:p>
        </p:txBody>
      </p:sp>
      <p:sp>
        <p:nvSpPr>
          <p:cNvPr id="97" name="object 97"/>
          <p:cNvSpPr/>
          <p:nvPr/>
        </p:nvSpPr>
        <p:spPr>
          <a:xfrm>
            <a:off x="2368423" y="1195031"/>
            <a:ext cx="74930" cy="21590"/>
          </a:xfrm>
          <a:custGeom>
            <a:avLst/>
            <a:gdLst/>
            <a:ahLst/>
            <a:cxnLst/>
            <a:rect l="l" t="t" r="r" b="b"/>
            <a:pathLst>
              <a:path w="74930" h="21590">
                <a:moveTo>
                  <a:pt x="36525" y="9575"/>
                </a:moveTo>
                <a:lnTo>
                  <a:pt x="26936" y="0"/>
                </a:lnTo>
                <a:lnTo>
                  <a:pt x="24053" y="2895"/>
                </a:lnTo>
                <a:lnTo>
                  <a:pt x="29679" y="8572"/>
                </a:lnTo>
                <a:lnTo>
                  <a:pt x="0" y="8572"/>
                </a:lnTo>
                <a:lnTo>
                  <a:pt x="0" y="12712"/>
                </a:lnTo>
                <a:lnTo>
                  <a:pt x="29679" y="12712"/>
                </a:lnTo>
                <a:lnTo>
                  <a:pt x="24053" y="18402"/>
                </a:lnTo>
                <a:lnTo>
                  <a:pt x="26936" y="21297"/>
                </a:lnTo>
                <a:lnTo>
                  <a:pt x="36525" y="11722"/>
                </a:lnTo>
                <a:lnTo>
                  <a:pt x="36525" y="9575"/>
                </a:lnTo>
                <a:close/>
              </a:path>
              <a:path w="74930" h="21590">
                <a:moveTo>
                  <a:pt x="74917" y="7823"/>
                </a:moveTo>
                <a:lnTo>
                  <a:pt x="74396" y="6337"/>
                </a:lnTo>
                <a:lnTo>
                  <a:pt x="73533" y="5283"/>
                </a:lnTo>
                <a:lnTo>
                  <a:pt x="72885" y="4533"/>
                </a:lnTo>
                <a:lnTo>
                  <a:pt x="72682" y="4318"/>
                </a:lnTo>
                <a:lnTo>
                  <a:pt x="72682" y="9677"/>
                </a:lnTo>
                <a:lnTo>
                  <a:pt x="72656" y="13169"/>
                </a:lnTo>
                <a:lnTo>
                  <a:pt x="72326" y="14211"/>
                </a:lnTo>
                <a:lnTo>
                  <a:pt x="72237" y="14516"/>
                </a:lnTo>
                <a:lnTo>
                  <a:pt x="71335" y="15760"/>
                </a:lnTo>
                <a:lnTo>
                  <a:pt x="70548" y="16954"/>
                </a:lnTo>
                <a:lnTo>
                  <a:pt x="69291" y="17513"/>
                </a:lnTo>
                <a:lnTo>
                  <a:pt x="65405" y="17513"/>
                </a:lnTo>
                <a:lnTo>
                  <a:pt x="63360" y="15506"/>
                </a:lnTo>
                <a:lnTo>
                  <a:pt x="63004" y="14859"/>
                </a:lnTo>
                <a:lnTo>
                  <a:pt x="61264" y="11125"/>
                </a:lnTo>
                <a:lnTo>
                  <a:pt x="62636" y="8229"/>
                </a:lnTo>
                <a:lnTo>
                  <a:pt x="62699" y="8077"/>
                </a:lnTo>
                <a:lnTo>
                  <a:pt x="62826" y="7823"/>
                </a:lnTo>
                <a:lnTo>
                  <a:pt x="63042" y="7378"/>
                </a:lnTo>
                <a:lnTo>
                  <a:pt x="63106" y="7226"/>
                </a:lnTo>
                <a:lnTo>
                  <a:pt x="65252" y="5283"/>
                </a:lnTo>
                <a:lnTo>
                  <a:pt x="69189" y="5283"/>
                </a:lnTo>
                <a:lnTo>
                  <a:pt x="70485" y="5930"/>
                </a:lnTo>
                <a:lnTo>
                  <a:pt x="72237" y="8077"/>
                </a:lnTo>
                <a:lnTo>
                  <a:pt x="72682" y="9677"/>
                </a:lnTo>
                <a:lnTo>
                  <a:pt x="72682" y="4318"/>
                </a:lnTo>
                <a:lnTo>
                  <a:pt x="71386" y="2933"/>
                </a:lnTo>
                <a:lnTo>
                  <a:pt x="69596" y="2095"/>
                </a:lnTo>
                <a:lnTo>
                  <a:pt x="65506" y="2095"/>
                </a:lnTo>
                <a:lnTo>
                  <a:pt x="59766" y="7823"/>
                </a:lnTo>
                <a:lnTo>
                  <a:pt x="59067" y="6731"/>
                </a:lnTo>
                <a:lnTo>
                  <a:pt x="58521" y="5930"/>
                </a:lnTo>
                <a:lnTo>
                  <a:pt x="58216" y="5524"/>
                </a:lnTo>
                <a:lnTo>
                  <a:pt x="58216" y="11620"/>
                </a:lnTo>
                <a:lnTo>
                  <a:pt x="56616" y="15506"/>
                </a:lnTo>
                <a:lnTo>
                  <a:pt x="54419" y="17513"/>
                </a:lnTo>
                <a:lnTo>
                  <a:pt x="50342" y="17513"/>
                </a:lnTo>
                <a:lnTo>
                  <a:pt x="49149" y="16954"/>
                </a:lnTo>
                <a:lnTo>
                  <a:pt x="48691" y="16459"/>
                </a:lnTo>
                <a:lnTo>
                  <a:pt x="47244" y="14668"/>
                </a:lnTo>
                <a:lnTo>
                  <a:pt x="46799" y="13169"/>
                </a:lnTo>
                <a:lnTo>
                  <a:pt x="46799" y="9677"/>
                </a:lnTo>
                <a:lnTo>
                  <a:pt x="47117" y="8623"/>
                </a:lnTo>
                <a:lnTo>
                  <a:pt x="47244" y="8229"/>
                </a:lnTo>
                <a:lnTo>
                  <a:pt x="48869" y="5930"/>
                </a:lnTo>
                <a:lnTo>
                  <a:pt x="48742" y="5930"/>
                </a:lnTo>
                <a:lnTo>
                  <a:pt x="50038" y="5283"/>
                </a:lnTo>
                <a:lnTo>
                  <a:pt x="54025" y="5283"/>
                </a:lnTo>
                <a:lnTo>
                  <a:pt x="56121" y="7378"/>
                </a:lnTo>
                <a:lnTo>
                  <a:pt x="58216" y="11620"/>
                </a:lnTo>
                <a:lnTo>
                  <a:pt x="58216" y="5524"/>
                </a:lnTo>
                <a:lnTo>
                  <a:pt x="53695" y="2095"/>
                </a:lnTo>
                <a:lnTo>
                  <a:pt x="49568" y="2095"/>
                </a:lnTo>
                <a:lnTo>
                  <a:pt x="47726" y="2933"/>
                </a:lnTo>
                <a:lnTo>
                  <a:pt x="47853" y="2933"/>
                </a:lnTo>
                <a:lnTo>
                  <a:pt x="46507" y="4533"/>
                </a:lnTo>
                <a:lnTo>
                  <a:pt x="45046" y="6337"/>
                </a:lnTo>
                <a:lnTo>
                  <a:pt x="44564" y="7823"/>
                </a:lnTo>
                <a:lnTo>
                  <a:pt x="44513" y="14859"/>
                </a:lnTo>
                <a:lnTo>
                  <a:pt x="44983" y="16256"/>
                </a:lnTo>
                <a:lnTo>
                  <a:pt x="45046" y="16459"/>
                </a:lnTo>
                <a:lnTo>
                  <a:pt x="46685" y="18262"/>
                </a:lnTo>
                <a:lnTo>
                  <a:pt x="48171" y="20002"/>
                </a:lnTo>
                <a:lnTo>
                  <a:pt x="48387" y="20002"/>
                </a:lnTo>
                <a:lnTo>
                  <a:pt x="49999" y="20701"/>
                </a:lnTo>
                <a:lnTo>
                  <a:pt x="53771" y="20701"/>
                </a:lnTo>
                <a:lnTo>
                  <a:pt x="55473" y="20154"/>
                </a:lnTo>
                <a:lnTo>
                  <a:pt x="56667" y="19050"/>
                </a:lnTo>
                <a:lnTo>
                  <a:pt x="57619" y="18262"/>
                </a:lnTo>
                <a:lnTo>
                  <a:pt x="58178" y="17513"/>
                </a:lnTo>
                <a:lnTo>
                  <a:pt x="58597" y="16954"/>
                </a:lnTo>
                <a:lnTo>
                  <a:pt x="58889" y="16459"/>
                </a:lnTo>
                <a:lnTo>
                  <a:pt x="59766" y="14859"/>
                </a:lnTo>
                <a:lnTo>
                  <a:pt x="60515" y="16256"/>
                </a:lnTo>
                <a:lnTo>
                  <a:pt x="61163" y="17208"/>
                </a:lnTo>
                <a:lnTo>
                  <a:pt x="61709" y="17805"/>
                </a:lnTo>
                <a:lnTo>
                  <a:pt x="62509" y="18808"/>
                </a:lnTo>
                <a:lnTo>
                  <a:pt x="63360" y="19558"/>
                </a:lnTo>
                <a:lnTo>
                  <a:pt x="64262" y="20002"/>
                </a:lnTo>
                <a:lnTo>
                  <a:pt x="65151" y="20497"/>
                </a:lnTo>
                <a:lnTo>
                  <a:pt x="66154" y="20701"/>
                </a:lnTo>
                <a:lnTo>
                  <a:pt x="69646" y="20701"/>
                </a:lnTo>
                <a:lnTo>
                  <a:pt x="71259" y="20002"/>
                </a:lnTo>
                <a:lnTo>
                  <a:pt x="71399" y="20002"/>
                </a:lnTo>
                <a:lnTo>
                  <a:pt x="74917" y="14859"/>
                </a:lnTo>
                <a:lnTo>
                  <a:pt x="74917" y="78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 txBox="1"/>
          <p:nvPr/>
        </p:nvSpPr>
        <p:spPr>
          <a:xfrm>
            <a:off x="1311616" y="632562"/>
            <a:ext cx="330835" cy="927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450" dirty="0">
                <a:latin typeface="Arial"/>
                <a:cs typeface="Arial"/>
              </a:rPr>
              <a:t>1.00</a:t>
            </a:r>
            <a:r>
              <a:rPr sz="450" spc="130" dirty="0">
                <a:latin typeface="Arial"/>
                <a:cs typeface="Arial"/>
              </a:rPr>
              <a:t> </a:t>
            </a:r>
            <a:r>
              <a:rPr sz="600" i="1" baseline="20833" dirty="0">
                <a:latin typeface="Arial"/>
                <a:cs typeface="Arial"/>
              </a:rPr>
              <a:t>R</a:t>
            </a:r>
            <a:r>
              <a:rPr sz="600" i="1" spc="307" baseline="20833" dirty="0">
                <a:latin typeface="Arial"/>
                <a:cs typeface="Arial"/>
              </a:rPr>
              <a:t> </a:t>
            </a:r>
            <a:r>
              <a:rPr sz="675" spc="-75" baseline="18518" dirty="0">
                <a:latin typeface="Arial"/>
                <a:cs typeface="Arial"/>
              </a:rPr>
              <a:t>0</a:t>
            </a:r>
            <a:endParaRPr sz="675" baseline="18518">
              <a:latin typeface="Arial"/>
              <a:cs typeface="Arial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1533238" y="653220"/>
            <a:ext cx="36830" cy="21590"/>
          </a:xfrm>
          <a:custGeom>
            <a:avLst/>
            <a:gdLst/>
            <a:ahLst/>
            <a:cxnLst/>
            <a:rect l="l" t="t" r="r" b="b"/>
            <a:pathLst>
              <a:path w="36830" h="21590">
                <a:moveTo>
                  <a:pt x="26941" y="0"/>
                </a:moveTo>
                <a:lnTo>
                  <a:pt x="24047" y="2893"/>
                </a:lnTo>
                <a:lnTo>
                  <a:pt x="29685" y="8581"/>
                </a:lnTo>
                <a:lnTo>
                  <a:pt x="0" y="8581"/>
                </a:lnTo>
                <a:lnTo>
                  <a:pt x="0" y="12722"/>
                </a:lnTo>
                <a:lnTo>
                  <a:pt x="29685" y="12722"/>
                </a:lnTo>
                <a:lnTo>
                  <a:pt x="24047" y="18410"/>
                </a:lnTo>
                <a:lnTo>
                  <a:pt x="26941" y="21303"/>
                </a:lnTo>
                <a:lnTo>
                  <a:pt x="36520" y="11724"/>
                </a:lnTo>
                <a:lnTo>
                  <a:pt x="36520" y="9579"/>
                </a:lnTo>
                <a:lnTo>
                  <a:pt x="2694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 txBox="1"/>
          <p:nvPr/>
        </p:nvSpPr>
        <p:spPr>
          <a:xfrm>
            <a:off x="2153615" y="572468"/>
            <a:ext cx="338455" cy="1066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500" dirty="0">
                <a:latin typeface="Arial"/>
                <a:cs typeface="Arial"/>
              </a:rPr>
              <a:t>Root</a:t>
            </a:r>
            <a:r>
              <a:rPr sz="500" spc="40" dirty="0">
                <a:latin typeface="Arial"/>
                <a:cs typeface="Arial"/>
              </a:rPr>
              <a:t> </a:t>
            </a:r>
            <a:r>
              <a:rPr sz="500" spc="-10" dirty="0">
                <a:latin typeface="Arial"/>
                <a:cs typeface="Arial"/>
              </a:rPr>
              <a:t>locus</a:t>
            </a:r>
            <a:endParaRPr sz="500">
              <a:latin typeface="Arial"/>
              <a:cs typeface="Arial"/>
            </a:endParaRPr>
          </a:p>
        </p:txBody>
      </p:sp>
      <p:sp>
        <p:nvSpPr>
          <p:cNvPr id="102" name="object 102"/>
          <p:cNvSpPr txBox="1"/>
          <p:nvPr/>
        </p:nvSpPr>
        <p:spPr>
          <a:xfrm>
            <a:off x="333629" y="2004960"/>
            <a:ext cx="164020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372870" algn="l"/>
              </a:tabLst>
            </a:pPr>
            <a:r>
              <a:rPr sz="1100" spc="-40" dirty="0">
                <a:solidFill>
                  <a:srgbClr val="7F7F7F"/>
                </a:solidFill>
                <a:latin typeface="Arial"/>
                <a:cs typeface="Arial"/>
              </a:rPr>
              <a:t>Figure:</a:t>
            </a:r>
            <a:r>
              <a:rPr sz="1100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100" spc="-70" dirty="0">
                <a:latin typeface="Arial"/>
                <a:cs typeface="Arial"/>
              </a:rPr>
              <a:t>Eigenvalue</a:t>
            </a:r>
            <a:endParaRPr sz="1100" dirty="0">
              <a:latin typeface="Apple Symbols"/>
              <a:cs typeface="Apple Symbols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2908592" y="2004960"/>
            <a:ext cx="136588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140" dirty="0">
                <a:latin typeface="Arial"/>
                <a:cs typeface="Arial"/>
              </a:rPr>
              <a:t> </a:t>
            </a:r>
            <a:r>
              <a:rPr sz="1100" spc="-35" dirty="0">
                <a:latin typeface="Arial"/>
                <a:cs typeface="Arial"/>
              </a:rPr>
              <a:t>evolution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(root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spc="-20" dirty="0">
                <a:latin typeface="Arial"/>
                <a:cs typeface="Arial"/>
              </a:rPr>
              <a:t>locus)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77342" y="2443604"/>
            <a:ext cx="4307205" cy="82994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68605" marR="106680" indent="-19304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6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dirty="0">
                <a:latin typeface="Arial"/>
                <a:cs typeface="Arial"/>
              </a:rPr>
              <a:t>R</a:t>
            </a:r>
            <a:r>
              <a:rPr sz="1200" i="1" spc="95" dirty="0">
                <a:latin typeface="Arial"/>
                <a:cs typeface="Arial"/>
              </a:rPr>
              <a:t> </a:t>
            </a:r>
            <a:r>
              <a:rPr sz="1200" spc="55" dirty="0">
                <a:latin typeface="Apple Symbols"/>
                <a:cs typeface="Apple Symbols"/>
              </a:rPr>
              <a:t>↑</a:t>
            </a:r>
            <a:r>
              <a:rPr sz="1200" spc="-60" dirty="0">
                <a:latin typeface="Apple Symbols"/>
                <a:cs typeface="Apple Symbols"/>
              </a:rPr>
              <a:t> </a:t>
            </a:r>
            <a:r>
              <a:rPr sz="1200" spc="-45" dirty="0">
                <a:latin typeface="Arial"/>
                <a:cs typeface="Arial"/>
              </a:rPr>
              <a:t>(more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penalty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on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control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input)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390" dirty="0">
                <a:latin typeface="Apple Symbols"/>
                <a:cs typeface="Apple Symbols"/>
              </a:rPr>
              <a:t>⇒</a:t>
            </a:r>
            <a:r>
              <a:rPr sz="1200" spc="-55" dirty="0">
                <a:latin typeface="Apple Symbols"/>
                <a:cs typeface="Apple Symbols"/>
              </a:rPr>
              <a:t> </a:t>
            </a:r>
            <a:r>
              <a:rPr sz="1200" i="1" dirty="0">
                <a:latin typeface="Arial"/>
                <a:cs typeface="Arial"/>
              </a:rPr>
              <a:t>λ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i="1" baseline="-13888" dirty="0">
                <a:latin typeface="Arial"/>
                <a:cs typeface="Arial"/>
              </a:rPr>
              <a:t>,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247" baseline="-13888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move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closer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to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origin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390" dirty="0">
                <a:latin typeface="Apple Symbols"/>
                <a:cs typeface="Apple Symbols"/>
              </a:rPr>
              <a:t>⇒</a:t>
            </a:r>
            <a:r>
              <a:rPr sz="1200" spc="-55" dirty="0">
                <a:latin typeface="Apple Symbols"/>
                <a:cs typeface="Apple Symbols"/>
              </a:rPr>
              <a:t> </a:t>
            </a:r>
            <a:r>
              <a:rPr sz="1200" spc="-85" dirty="0">
                <a:latin typeface="Arial"/>
                <a:cs typeface="Arial"/>
              </a:rPr>
              <a:t>slower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state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convergence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zero</a:t>
            </a:r>
            <a:endParaRPr sz="1200">
              <a:latin typeface="Arial"/>
              <a:cs typeface="Arial"/>
            </a:endParaRPr>
          </a:p>
          <a:p>
            <a:pPr marL="268605" marR="17780" indent="-193040">
              <a:lnSpc>
                <a:spcPct val="100000"/>
              </a:lnSpc>
              <a:spcBef>
                <a:spcPts val="57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84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dirty="0">
                <a:latin typeface="Arial"/>
                <a:cs typeface="Arial"/>
              </a:rPr>
              <a:t>R</a:t>
            </a:r>
            <a:r>
              <a:rPr sz="1200" i="1" spc="105" dirty="0">
                <a:latin typeface="Arial"/>
                <a:cs typeface="Arial"/>
              </a:rPr>
              <a:t> </a:t>
            </a:r>
            <a:r>
              <a:rPr sz="1200" dirty="0">
                <a:latin typeface="Apple Symbols"/>
                <a:cs typeface="Apple Symbols"/>
              </a:rPr>
              <a:t>↓</a:t>
            </a:r>
            <a:r>
              <a:rPr sz="1200" spc="-50" dirty="0">
                <a:latin typeface="Apple Symbols"/>
                <a:cs typeface="Apple Symbols"/>
              </a:rPr>
              <a:t> </a:t>
            </a:r>
            <a:r>
              <a:rPr sz="1200" spc="-20" dirty="0">
                <a:latin typeface="Arial"/>
                <a:cs typeface="Arial"/>
              </a:rPr>
              <a:t>(allow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large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control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efforts)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390" dirty="0">
                <a:latin typeface="Apple Symbols"/>
                <a:cs typeface="Apple Symbols"/>
              </a:rPr>
              <a:t>⇒</a:t>
            </a:r>
            <a:r>
              <a:rPr sz="1200" spc="-45" dirty="0">
                <a:latin typeface="Apple Symbols"/>
                <a:cs typeface="Apple Symbols"/>
              </a:rPr>
              <a:t> </a:t>
            </a:r>
            <a:r>
              <a:rPr sz="1200" i="1" dirty="0">
                <a:latin typeface="Arial"/>
                <a:cs typeface="Arial"/>
              </a:rPr>
              <a:t>λ</a:t>
            </a:r>
            <a:r>
              <a:rPr sz="1200" baseline="-13888" dirty="0">
                <a:latin typeface="Arial"/>
                <a:cs typeface="Arial"/>
              </a:rPr>
              <a:t>1</a:t>
            </a:r>
            <a:r>
              <a:rPr sz="1200" i="1" baseline="-13888" dirty="0">
                <a:latin typeface="Arial"/>
                <a:cs typeface="Arial"/>
              </a:rPr>
              <a:t>,</a:t>
            </a:r>
            <a:r>
              <a:rPr sz="1200" baseline="-13888" dirty="0">
                <a:latin typeface="Arial"/>
                <a:cs typeface="Arial"/>
              </a:rPr>
              <a:t>2</a:t>
            </a:r>
            <a:r>
              <a:rPr sz="1200" spc="262" baseline="-13888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move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further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the </a:t>
            </a:r>
            <a:r>
              <a:rPr sz="1200" dirty="0">
                <a:latin typeface="Arial"/>
                <a:cs typeface="Arial"/>
              </a:rPr>
              <a:t>left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the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complex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plane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390" dirty="0">
                <a:latin typeface="Apple Symbols"/>
                <a:cs typeface="Apple Symbols"/>
              </a:rPr>
              <a:t>⇒</a:t>
            </a:r>
            <a:r>
              <a:rPr sz="1200" spc="-70" dirty="0">
                <a:latin typeface="Apple Symbols"/>
                <a:cs typeface="Apple Symbols"/>
              </a:rPr>
              <a:t> </a:t>
            </a:r>
            <a:r>
              <a:rPr sz="1200" spc="-55" dirty="0">
                <a:latin typeface="Arial"/>
                <a:cs typeface="Arial"/>
              </a:rPr>
              <a:t>faster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110" dirty="0">
                <a:latin typeface="Arial"/>
                <a:cs typeface="Arial"/>
              </a:rPr>
              <a:t>speed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closed-</a:t>
            </a:r>
            <a:r>
              <a:rPr sz="1200" spc="-50" dirty="0">
                <a:latin typeface="Arial"/>
                <a:cs typeface="Arial"/>
              </a:rPr>
              <a:t>loop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dynamics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19" name="object 119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120" name="object 1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15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6A3D6769-10FD-37A7-4ABF-3916ED559BB9}"/>
                  </a:ext>
                </a:extLst>
              </p:cNvPr>
              <p:cNvSpPr txBox="1"/>
              <p:nvPr/>
            </p:nvSpPr>
            <p:spPr>
              <a:xfrm>
                <a:off x="857250" y="77903"/>
                <a:ext cx="2761636" cy="26635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8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8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altLang="zh-CN" sz="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2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zh-CN" sz="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altLang="zh-CN" sz="800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r>
                                          <a:rPr lang="en-US" altLang="zh-CN" sz="8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  <m:mr>
                                      <m:e>
                                        <m:r>
                                          <a:rPr lang="en-US" altLang="zh-CN" sz="8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US" altLang="zh-CN" sz="800" b="0" i="1" smtClean="0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e>
                                    </m:mr>
                                  </m:m>
                                </m:e>
                              </m:d>
                              <m:r>
                                <a:rPr lang="en-US" altLang="zh-CN" sz="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8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sSup>
                                <m:sSupPr>
                                  <m:ctrlPr>
                                    <a:rPr lang="en-US" altLang="zh-CN" sz="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8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121" name="文本框 120">
                <a:extLst>
                  <a:ext uri="{FF2B5EF4-FFF2-40B4-BE49-F238E27FC236}">
                    <a16:creationId xmlns:a16="http://schemas.microsoft.com/office/drawing/2014/main" id="{6A3D6769-10FD-37A7-4ABF-3916ED559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77903"/>
                <a:ext cx="2761636" cy="266355"/>
              </a:xfrm>
              <a:prstGeom prst="rect">
                <a:avLst/>
              </a:prstGeom>
              <a:blipFill>
                <a:blip r:embed="rId3"/>
                <a:stretch>
                  <a:fillRect t="-202326" b="-2860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7E914828-0362-66E9-4E1C-1BAF6352FA7D}"/>
                  </a:ext>
                </a:extLst>
              </p:cNvPr>
              <p:cNvSpPr txBox="1"/>
              <p:nvPr/>
            </p:nvSpPr>
            <p:spPr>
              <a:xfrm>
                <a:off x="1073761" y="1882066"/>
                <a:ext cx="2221889" cy="50122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p>
                            <m:sSup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US" altLang="zh-CN" sz="1100" b="0" i="0" smtClean="0">
                          <a:latin typeface="Cambria Math" panose="02040503050406030204" pitchFamily="18" charset="0"/>
                        </a:rPr>
                        <m:t>±</m:t>
                      </m:r>
                      <m:f>
                        <m:f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rad>
                          <m:sSup>
                            <m:sSup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𝑗</m:t>
                      </m:r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123" name="文本框 122">
                <a:extLst>
                  <a:ext uri="{FF2B5EF4-FFF2-40B4-BE49-F238E27FC236}">
                    <a16:creationId xmlns:a16="http://schemas.microsoft.com/office/drawing/2014/main" id="{7E914828-0362-66E9-4E1C-1BAF6352F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761" y="1882066"/>
                <a:ext cx="2221889" cy="50122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45" dirty="0"/>
              <a:t>MATLAB</a:t>
            </a:r>
            <a:r>
              <a:rPr spc="-65" dirty="0"/>
              <a:t> </a:t>
            </a:r>
            <a:r>
              <a:rPr spc="-140" dirty="0"/>
              <a:t>commands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441" y="471865"/>
            <a:ext cx="3810647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7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spc="-50" dirty="0">
                <a:latin typeface="Arial"/>
                <a:cs typeface="Arial"/>
              </a:rPr>
              <a:t>care</a:t>
            </a:r>
            <a:r>
              <a:rPr sz="1200" spc="-50" dirty="0">
                <a:latin typeface="Arial"/>
                <a:cs typeface="Arial"/>
              </a:rPr>
              <a:t>:</a:t>
            </a:r>
            <a:r>
              <a:rPr sz="1200" spc="90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solves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ARE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continuous-</a:t>
            </a:r>
            <a:r>
              <a:rPr sz="1200" spc="-20" dirty="0">
                <a:latin typeface="Arial"/>
                <a:cs typeface="Arial"/>
              </a:rPr>
              <a:t>time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system: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83217" y="761909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45679" y="773986"/>
            <a:ext cx="193230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Arial"/>
                <a:cs typeface="Arial"/>
              </a:rPr>
              <a:t>[</a:t>
            </a:r>
            <a:r>
              <a:rPr sz="1200" i="1" dirty="0">
                <a:latin typeface="Arial"/>
                <a:cs typeface="Arial"/>
              </a:rPr>
              <a:t>P,</a:t>
            </a:r>
            <a:r>
              <a:rPr sz="1200" i="1" spc="-13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Λ</a:t>
            </a:r>
            <a:r>
              <a:rPr sz="1200" i="1" spc="-65" dirty="0">
                <a:latin typeface="Arial"/>
                <a:cs typeface="Arial"/>
              </a:rPr>
              <a:t>,</a:t>
            </a:r>
            <a:r>
              <a:rPr sz="1200" i="1" spc="-1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K</a:t>
            </a:r>
            <a:r>
              <a:rPr sz="1200" i="1" spc="-1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]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6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care</a:t>
            </a:r>
            <a:r>
              <a:rPr sz="1200" spc="360" dirty="0">
                <a:latin typeface="Arial"/>
                <a:cs typeface="Arial"/>
              </a:rPr>
              <a:t> </a:t>
            </a:r>
            <a:r>
              <a:rPr sz="1200" i="1" spc="-30" dirty="0">
                <a:latin typeface="Arial"/>
                <a:cs typeface="Arial"/>
              </a:rPr>
              <a:t>A,</a:t>
            </a:r>
            <a:r>
              <a:rPr sz="1200" i="1" spc="-1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B,</a:t>
            </a:r>
            <a:r>
              <a:rPr sz="1200" i="1" spc="-1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C</a:t>
            </a:r>
            <a:r>
              <a:rPr sz="1200" i="1" spc="48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C,</a:t>
            </a:r>
            <a:r>
              <a:rPr sz="1200" i="1" spc="-135" dirty="0">
                <a:latin typeface="Arial"/>
                <a:cs typeface="Arial"/>
              </a:rPr>
              <a:t> </a:t>
            </a:r>
            <a:r>
              <a:rPr sz="1200" i="1" spc="-50" dirty="0"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58123" y="767685"/>
            <a:ext cx="10020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19480" algn="l"/>
              </a:tabLst>
            </a:pPr>
            <a:r>
              <a:rPr sz="1200" spc="90" dirty="0">
                <a:latin typeface="Arial"/>
                <a:cs typeface="Arial"/>
              </a:rPr>
              <a:t>(</a:t>
            </a:r>
            <a:r>
              <a:rPr sz="1200" dirty="0">
                <a:latin typeface="Arial"/>
                <a:cs typeface="Arial"/>
              </a:rPr>
              <a:t>	</a:t>
            </a:r>
            <a:r>
              <a:rPr sz="1200" spc="80" dirty="0">
                <a:latin typeface="Arial"/>
                <a:cs typeface="Arial"/>
              </a:rPr>
              <a:t>)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2742" y="1076119"/>
            <a:ext cx="4181475" cy="8102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204" marR="30480">
              <a:lnSpc>
                <a:spcPct val="100000"/>
              </a:lnSpc>
              <a:spcBef>
                <a:spcPts val="95"/>
              </a:spcBef>
            </a:pPr>
            <a:r>
              <a:rPr sz="1200" spc="-75" dirty="0">
                <a:latin typeface="Arial"/>
                <a:cs typeface="Arial"/>
              </a:rPr>
              <a:t>where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K</a:t>
            </a:r>
            <a:r>
              <a:rPr sz="1200" i="1" spc="4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i="1" spc="65" dirty="0">
                <a:latin typeface="Arial"/>
                <a:cs typeface="Arial"/>
              </a:rPr>
              <a:t>R</a:t>
            </a:r>
            <a:r>
              <a:rPr sz="1200" i="1" spc="97" baseline="31250" dirty="0">
                <a:latin typeface="Hack"/>
                <a:cs typeface="Hack"/>
              </a:rPr>
              <a:t>−</a:t>
            </a:r>
            <a:r>
              <a:rPr sz="1200" spc="97" baseline="31250" dirty="0">
                <a:latin typeface="Arial"/>
                <a:cs typeface="Arial"/>
              </a:rPr>
              <a:t>1</a:t>
            </a:r>
            <a:r>
              <a:rPr sz="1200" i="1" spc="65" dirty="0">
                <a:latin typeface="Arial"/>
                <a:cs typeface="Arial"/>
              </a:rPr>
              <a:t>B</a:t>
            </a:r>
            <a:r>
              <a:rPr sz="1200" i="1" spc="97" baseline="31250" dirty="0">
                <a:latin typeface="Arial"/>
                <a:cs typeface="Arial"/>
              </a:rPr>
              <a:t>T</a:t>
            </a:r>
            <a:r>
              <a:rPr sz="1200" i="1" spc="-104" baseline="312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</a:t>
            </a:r>
            <a:r>
              <a:rPr sz="1200" i="1" spc="8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and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Λ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diagonal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matrix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with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the </a:t>
            </a:r>
            <a:r>
              <a:rPr sz="1200" spc="-80" dirty="0">
                <a:latin typeface="Arial"/>
                <a:cs typeface="Arial"/>
              </a:rPr>
              <a:t>closed-</a:t>
            </a:r>
            <a:r>
              <a:rPr sz="1200" spc="-40" dirty="0">
                <a:latin typeface="Arial"/>
                <a:cs typeface="Arial"/>
              </a:rPr>
              <a:t>loop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eigenvalues,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i.e.,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90" dirty="0">
                <a:latin typeface="Arial"/>
                <a:cs typeface="Arial"/>
              </a:rPr>
              <a:t>eigenvalues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i="1" spc="-40" dirty="0">
                <a:latin typeface="Arial"/>
                <a:cs typeface="Arial"/>
              </a:rPr>
              <a:t>A</a:t>
            </a:r>
            <a:r>
              <a:rPr sz="1200" i="1" spc="-70" dirty="0">
                <a:latin typeface="Arial"/>
                <a:cs typeface="Arial"/>
              </a:rPr>
              <a:t> </a:t>
            </a:r>
            <a:r>
              <a:rPr sz="1200" spc="210" dirty="0">
                <a:latin typeface="Apple Symbols"/>
                <a:cs typeface="Apple Symbols"/>
              </a:rPr>
              <a:t>−</a:t>
            </a:r>
            <a:r>
              <a:rPr sz="1200" spc="-135" dirty="0">
                <a:latin typeface="Apple Symbols"/>
                <a:cs typeface="Apple Symbols"/>
              </a:rPr>
              <a:t> </a:t>
            </a:r>
            <a:r>
              <a:rPr sz="1200" i="1" spc="-25" dirty="0">
                <a:latin typeface="Arial"/>
                <a:cs typeface="Arial"/>
              </a:rPr>
              <a:t>BK</a:t>
            </a:r>
            <a:r>
              <a:rPr sz="1200" i="1" spc="-19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,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the </a:t>
            </a:r>
            <a:r>
              <a:rPr sz="1200" spc="-60" dirty="0">
                <a:latin typeface="Arial"/>
                <a:cs typeface="Arial"/>
              </a:rPr>
              <a:t>diagonal</a:t>
            </a:r>
            <a:r>
              <a:rPr sz="1200" spc="4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entries.</a:t>
            </a:r>
            <a:endParaRPr sz="120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42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9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dirty="0">
                <a:latin typeface="Arial"/>
                <a:cs typeface="Arial"/>
              </a:rPr>
              <a:t>lqr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and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lqry</a:t>
            </a:r>
            <a:r>
              <a:rPr sz="1200" dirty="0">
                <a:latin typeface="Arial"/>
                <a:cs typeface="Arial"/>
              </a:rPr>
              <a:t>:</a:t>
            </a:r>
            <a:r>
              <a:rPr sz="1200" spc="8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provide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LQ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regulator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with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23262" y="1975480"/>
            <a:ext cx="952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90" dirty="0">
                <a:latin typeface="Arial"/>
                <a:cs typeface="Arial"/>
              </a:rPr>
              <a:t>(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39249" y="1968765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89646" y="1980854"/>
            <a:ext cx="184403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Arial"/>
                <a:cs typeface="Arial"/>
              </a:rPr>
              <a:t>[</a:t>
            </a:r>
            <a:r>
              <a:rPr sz="1200" i="1" dirty="0">
                <a:latin typeface="Arial"/>
                <a:cs typeface="Arial"/>
              </a:rPr>
              <a:t>K,</a:t>
            </a:r>
            <a:r>
              <a:rPr sz="1200" i="1" spc="-1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P,</a:t>
            </a:r>
            <a:r>
              <a:rPr sz="1200" i="1" spc="-13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Λ]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lqr</a:t>
            </a:r>
            <a:r>
              <a:rPr sz="1200" spc="409" dirty="0">
                <a:latin typeface="Arial"/>
                <a:cs typeface="Arial"/>
              </a:rPr>
              <a:t> </a:t>
            </a:r>
            <a:r>
              <a:rPr sz="1200" i="1" spc="-30" dirty="0">
                <a:latin typeface="Arial"/>
                <a:cs typeface="Arial"/>
              </a:rPr>
              <a:t>A,</a:t>
            </a:r>
            <a:r>
              <a:rPr sz="1200" i="1" spc="-1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B,</a:t>
            </a:r>
            <a:r>
              <a:rPr sz="1200" i="1" spc="-1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C</a:t>
            </a:r>
            <a:r>
              <a:rPr sz="1200" i="1" spc="100" dirty="0">
                <a:latin typeface="Arial"/>
                <a:cs typeface="Arial"/>
              </a:rPr>
              <a:t>  </a:t>
            </a:r>
            <a:r>
              <a:rPr sz="1200" i="1" dirty="0">
                <a:latin typeface="Arial"/>
                <a:cs typeface="Arial"/>
              </a:rPr>
              <a:t>C,</a:t>
            </a:r>
            <a:r>
              <a:rPr sz="1200" i="1" spc="-135" dirty="0">
                <a:latin typeface="Arial"/>
                <a:cs typeface="Arial"/>
              </a:rPr>
              <a:t> </a:t>
            </a:r>
            <a:r>
              <a:rPr sz="1200" i="1" spc="-50" dirty="0">
                <a:latin typeface="Arial"/>
                <a:cs typeface="Arial"/>
              </a:rPr>
              <a:t>R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330359" y="1975480"/>
            <a:ext cx="952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90" dirty="0">
                <a:latin typeface="Arial"/>
                <a:cs typeface="Arial"/>
              </a:rPr>
              <a:t>)</a:t>
            </a:r>
            <a:endParaRPr sz="1200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object 12"/>
              <p:cNvSpPr txBox="1"/>
              <p:nvPr/>
            </p:nvSpPr>
            <p:spPr>
              <a:xfrm>
                <a:off x="420560" y="2202266"/>
                <a:ext cx="3605529" cy="496931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081405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200" dirty="0">
                    <a:latin typeface="Arial"/>
                    <a:cs typeface="Arial"/>
                  </a:rPr>
                  <a:t>[</a:t>
                </a:r>
                <a:r>
                  <a:rPr lang="en-US" sz="1200" i="1" dirty="0">
                    <a:latin typeface="Arial"/>
                    <a:cs typeface="Arial"/>
                  </a:rPr>
                  <a:t>K,</a:t>
                </a:r>
                <a:r>
                  <a:rPr lang="en-US" sz="1200" i="1" spc="-12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P,</a:t>
                </a:r>
                <a:r>
                  <a:rPr lang="en-US" sz="1200" i="1" spc="-114" dirty="0">
                    <a:latin typeface="Arial"/>
                    <a:cs typeface="Arial"/>
                  </a:rPr>
                  <a:t> </a:t>
                </a:r>
                <a:r>
                  <a:rPr lang="en-US" sz="1200" spc="-20" dirty="0">
                    <a:latin typeface="Arial"/>
                    <a:cs typeface="Arial"/>
                  </a:rPr>
                  <a:t>Λ]</a:t>
                </a:r>
                <a:r>
                  <a:rPr lang="en-US" sz="1200" spc="3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25" dirty="0">
                    <a:latin typeface="Arial"/>
                    <a:cs typeface="Arial"/>
                  </a:rPr>
                  <a:t> </a:t>
                </a:r>
                <a:r>
                  <a:rPr lang="en-US" sz="1200" spc="-45" dirty="0">
                    <a:latin typeface="Arial"/>
                    <a:cs typeface="Arial"/>
                  </a:rPr>
                  <a:t>lqry</a:t>
                </a:r>
                <a:r>
                  <a:rPr lang="en-US" sz="1200" spc="-120" dirty="0">
                    <a:latin typeface="Arial"/>
                    <a:cs typeface="Arial"/>
                  </a:rPr>
                  <a:t> </a:t>
                </a:r>
                <a:r>
                  <a:rPr lang="en-US" sz="1200" spc="-75" dirty="0">
                    <a:latin typeface="Arial"/>
                    <a:cs typeface="Arial"/>
                  </a:rPr>
                  <a:t>(sys</a:t>
                </a:r>
                <a:r>
                  <a:rPr lang="en-US" sz="1200" i="1" spc="-75" dirty="0">
                    <a:latin typeface="Arial"/>
                    <a:cs typeface="Arial"/>
                  </a:rPr>
                  <a:t>,</a:t>
                </a:r>
                <a:r>
                  <a:rPr lang="en-US" sz="1200" i="1" spc="-114" dirty="0">
                    <a:latin typeface="Arial"/>
                    <a:cs typeface="Arial"/>
                  </a:rPr>
                  <a:t> </a:t>
                </a:r>
                <a:r>
                  <a:rPr lang="en-US" sz="1200" i="1" spc="-55" dirty="0">
                    <a:latin typeface="Arial"/>
                    <a:cs typeface="Arial"/>
                  </a:rPr>
                  <a:t>Q</a:t>
                </a:r>
                <a:r>
                  <a:rPr lang="en-US" sz="1200" i="1" spc="-82" baseline="-13888" dirty="0">
                    <a:latin typeface="Arial"/>
                    <a:cs typeface="Arial"/>
                  </a:rPr>
                  <a:t>y</a:t>
                </a:r>
                <a:r>
                  <a:rPr lang="en-US" sz="1200" i="1" spc="-112" baseline="-13888" dirty="0"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latin typeface="Arial"/>
                    <a:cs typeface="Arial"/>
                  </a:rPr>
                  <a:t>,</a:t>
                </a:r>
                <a:r>
                  <a:rPr lang="en-US" sz="1200" i="1" spc="-114" dirty="0"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latin typeface="Arial"/>
                    <a:cs typeface="Arial"/>
                  </a:rPr>
                  <a:t>R</a:t>
                </a:r>
                <a:r>
                  <a:rPr lang="en-US" sz="1200" spc="-25" dirty="0">
                    <a:latin typeface="Arial"/>
                    <a:cs typeface="Arial"/>
                  </a:rPr>
                  <a:t>)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25400">
                  <a:lnSpc>
                    <a:spcPct val="100000"/>
                  </a:lnSpc>
                  <a:spcBef>
                    <a:spcPts val="940"/>
                  </a:spcBef>
                </a:pPr>
                <a:r>
                  <a:rPr lang="en-US" sz="1200" spc="-75" dirty="0">
                    <a:latin typeface="Arial"/>
                    <a:cs typeface="Arial"/>
                  </a:rPr>
                  <a:t>where</a:t>
                </a:r>
                <a:r>
                  <a:rPr lang="en-US" sz="1200" spc="-10" dirty="0">
                    <a:latin typeface="Arial"/>
                    <a:cs typeface="Arial"/>
                  </a:rPr>
                  <a:t> </a:t>
                </a:r>
                <a:r>
                  <a:rPr lang="en-US" sz="1200" i="1" spc="-125" dirty="0">
                    <a:latin typeface="Arial"/>
                    <a:cs typeface="Arial"/>
                  </a:rPr>
                  <a:t>sys</a:t>
                </a:r>
                <a:r>
                  <a:rPr lang="en-US" sz="1200" i="1" spc="40" dirty="0">
                    <a:latin typeface="Arial"/>
                    <a:cs typeface="Arial"/>
                  </a:rPr>
                  <a:t> </a:t>
                </a:r>
                <a:r>
                  <a:rPr lang="en-US" sz="1200" spc="-20" dirty="0">
                    <a:latin typeface="Arial"/>
                    <a:cs typeface="Arial"/>
                  </a:rPr>
                  <a:t>is</a:t>
                </a:r>
                <a:r>
                  <a:rPr lang="en-US" sz="1200" spc="-50" dirty="0">
                    <a:latin typeface="Arial"/>
                    <a:cs typeface="Arial"/>
                  </a:rPr>
                  <a:t> </a:t>
                </a:r>
                <a:r>
                  <a:rPr lang="en-US" sz="1200" spc="-65" dirty="0">
                    <a:latin typeface="Arial"/>
                    <a:cs typeface="Arial"/>
                  </a:rPr>
                  <a:t>defined</a:t>
                </a:r>
                <a:r>
                  <a:rPr lang="en-US" sz="1200" spc="15" dirty="0">
                    <a:latin typeface="Arial"/>
                    <a:cs typeface="Arial"/>
                  </a:rPr>
                  <a:t> </a:t>
                </a:r>
                <a:r>
                  <a:rPr lang="en-US" sz="1200" spc="-30" dirty="0">
                    <a:latin typeface="Arial"/>
                    <a:cs typeface="Arial"/>
                  </a:rPr>
                  <a:t>by</a:t>
                </a:r>
                <a:r>
                  <a:rPr lang="en-US" sz="1200" spc="15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15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15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3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Ax</a:t>
                </a:r>
                <a:r>
                  <a:rPr lang="en-US" sz="1200" i="1" spc="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8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Bu,</a:t>
                </a:r>
                <a:r>
                  <a:rPr lang="en-US" sz="1200" i="1" spc="19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y</a:t>
                </a:r>
                <a:r>
                  <a:rPr lang="en-US" sz="1200" i="1" spc="8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40" dirty="0">
                    <a:latin typeface="Arial"/>
                    <a:cs typeface="Arial"/>
                  </a:rPr>
                  <a:t> </a:t>
                </a:r>
                <a:r>
                  <a:rPr lang="en-US" sz="1200" i="1" spc="-75" dirty="0">
                    <a:latin typeface="Arial"/>
                    <a:cs typeface="Arial"/>
                  </a:rPr>
                  <a:t>Cx</a:t>
                </a:r>
                <a:r>
                  <a:rPr lang="en-US" sz="1200" i="1" spc="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8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Du</a:t>
                </a:r>
                <a:r>
                  <a:rPr lang="en-US" sz="1200" dirty="0">
                    <a:latin typeface="Arial"/>
                    <a:cs typeface="Arial"/>
                  </a:rPr>
                  <a:t>,</a:t>
                </a:r>
                <a:r>
                  <a:rPr lang="en-US" sz="1200" spc="15" dirty="0"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latin typeface="Arial"/>
                    <a:cs typeface="Arial"/>
                  </a:rPr>
                  <a:t>and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2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560" y="2202266"/>
                <a:ext cx="3605529" cy="496931"/>
              </a:xfrm>
              <a:prstGeom prst="rect">
                <a:avLst/>
              </a:prstGeom>
              <a:blipFill>
                <a:blip r:embed="rId2"/>
                <a:stretch>
                  <a:fillRect l="-2030" t="-8537" r="-846" b="-1707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bject 23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16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7EFF25E-5E6A-AF2B-43B1-2F89F3BBEF65}"/>
                  </a:ext>
                </a:extLst>
              </p:cNvPr>
              <p:cNvSpPr txBox="1"/>
              <p:nvPr/>
            </p:nvSpPr>
            <p:spPr>
              <a:xfrm>
                <a:off x="584523" y="2713666"/>
                <a:ext cx="3417912" cy="4919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sub>
                              </m:s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7EFF25E-5E6A-AF2B-43B1-2F89F3BBE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523" y="2713666"/>
                <a:ext cx="3417912" cy="491930"/>
              </a:xfrm>
              <a:prstGeom prst="rect">
                <a:avLst/>
              </a:prstGeom>
              <a:blipFill>
                <a:blip r:embed="rId4"/>
                <a:stretch>
                  <a:fillRect t="-149383" b="-2185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928" y="639709"/>
            <a:ext cx="3566795" cy="1800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95"/>
              </a:spcBef>
              <a:buClr>
                <a:srgbClr val="E5E5E5"/>
              </a:buClr>
              <a:buFont typeface="Arial"/>
              <a:buAutoNum type="arabicPeriod"/>
              <a:tabLst>
                <a:tab pos="193675" algn="l"/>
              </a:tabLst>
            </a:pPr>
            <a:r>
              <a:rPr sz="1200" spc="-60" dirty="0">
                <a:solidFill>
                  <a:srgbClr val="E5E5E5"/>
                </a:solidFill>
                <a:latin typeface="Arial"/>
                <a:cs typeface="Arial"/>
                <a:hlinkClick r:id="rId2" action="ppaction://hlinksldjump"/>
              </a:rPr>
              <a:t>Problem</a:t>
            </a:r>
            <a:r>
              <a:rPr sz="1200" spc="30" dirty="0">
                <a:solidFill>
                  <a:srgbClr val="E5E5E5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rId2" action="ppaction://hlinksldjump"/>
              </a:rPr>
              <a:t>formulation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buAutoNum type="arabicPeriod"/>
              <a:tabLst>
                <a:tab pos="193675" algn="l"/>
              </a:tabLst>
            </a:pPr>
            <a:r>
              <a:rPr sz="1200" spc="-35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Solution</a:t>
            </a:r>
            <a:r>
              <a:rPr sz="1200" spc="1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to</a:t>
            </a:r>
            <a:r>
              <a:rPr sz="1200" spc="1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sz="1200" spc="5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35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infinite-horizon/stationary</a:t>
            </a:r>
            <a:r>
              <a:rPr sz="1200" spc="1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r>
              <a:rPr sz="1200" spc="1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35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buAutoNum type="arabicPeriod"/>
              <a:tabLst>
                <a:tab pos="193675" algn="l"/>
              </a:tabLst>
            </a:pPr>
            <a:r>
              <a:rPr sz="1200" spc="-35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Solution</a:t>
            </a:r>
            <a:r>
              <a:rPr sz="1200" spc="-1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to</a:t>
            </a:r>
            <a:r>
              <a:rPr sz="1200" spc="-1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sz="1200" spc="-1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spc="-35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finite-</a:t>
            </a:r>
            <a:r>
              <a:rPr sz="1200" spc="-4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horizon</a:t>
            </a:r>
            <a:r>
              <a:rPr sz="1200" spc="-1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LQ</a:t>
            </a:r>
            <a:r>
              <a:rPr sz="1200" spc="-10" dirty="0">
                <a:solidFill>
                  <a:srgbClr val="7F7F7F"/>
                </a:solidFill>
                <a:latin typeface="Arial"/>
                <a:cs typeface="Arial"/>
                <a:hlinkClick r:id="rId4" action="ppaction://hlinksldjump"/>
              </a:rPr>
              <a:t> problem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93675" algn="l"/>
              </a:tabLst>
            </a:pPr>
            <a:r>
              <a:rPr sz="1200" spc="-50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From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spc="-35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finite-</a:t>
            </a:r>
            <a:r>
              <a:rPr sz="1200" spc="-40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horizon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 LQ</a:t>
            </a:r>
            <a:r>
              <a:rPr sz="1200" spc="5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to </a:t>
            </a:r>
            <a:r>
              <a:rPr sz="1200" spc="-40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stationary</a:t>
            </a:r>
            <a:r>
              <a:rPr sz="1200" spc="5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spc="-25" dirty="0">
                <a:solidFill>
                  <a:srgbClr val="E5E5E5"/>
                </a:solidFill>
                <a:latin typeface="Arial"/>
                <a:cs typeface="Arial"/>
                <a:hlinkClick r:id="rId5" action="ppaction://hlinksldjump"/>
              </a:rPr>
              <a:t>LQ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6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17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5" dirty="0"/>
              <a:t>Solution</a:t>
            </a:r>
            <a:r>
              <a:rPr spc="1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40" dirty="0"/>
              <a:t>the</a:t>
            </a:r>
            <a:r>
              <a:rPr spc="15" dirty="0"/>
              <a:t> </a:t>
            </a:r>
            <a:r>
              <a:rPr spc="-60" dirty="0"/>
              <a:t>finite-</a:t>
            </a:r>
            <a:r>
              <a:rPr spc="-90" dirty="0"/>
              <a:t>horizon</a:t>
            </a:r>
            <a:r>
              <a:rPr spc="10" dirty="0"/>
              <a:t> </a:t>
            </a:r>
            <a:r>
              <a:rPr spc="-25" dirty="0"/>
              <a:t>LQ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35928" y="510283"/>
            <a:ext cx="19818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80" dirty="0">
                <a:latin typeface="Arial"/>
                <a:cs typeface="Arial"/>
              </a:rPr>
              <a:t>Consider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performance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index</a:t>
            </a:r>
            <a:endParaRPr sz="12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bject 17"/>
              <p:cNvSpPr txBox="1"/>
              <p:nvPr/>
            </p:nvSpPr>
            <p:spPr>
              <a:xfrm>
                <a:off x="110528" y="1370238"/>
                <a:ext cx="3986529" cy="196849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200" dirty="0">
                    <a:latin typeface="Arial"/>
                    <a:cs typeface="Arial"/>
                  </a:rPr>
                  <a:t>with</a:t>
                </a:r>
                <a:r>
                  <a:rPr lang="en-US" sz="1200" spc="-85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-85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-85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200" dirty="0">
                    <a:latin typeface="Arial"/>
                    <a:cs typeface="Arial"/>
                  </a:rPr>
                  <a:t> =</a:t>
                </a:r>
                <a:r>
                  <a:rPr lang="en-US" sz="1200" spc="-8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Ax</a:t>
                </a:r>
                <a:r>
                  <a:rPr lang="en-US" sz="1200" i="1" spc="-1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8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Bu,</a:t>
                </a:r>
                <a:r>
                  <a:rPr lang="en-US" sz="1200" i="1" spc="185" dirty="0">
                    <a:latin typeface="Arial"/>
                    <a:cs typeface="Arial"/>
                  </a:rPr>
                  <a:t> </a:t>
                </a:r>
                <a:r>
                  <a:rPr lang="en-US" sz="1200" i="1" spc="-70" dirty="0">
                    <a:latin typeface="Arial"/>
                    <a:cs typeface="Arial"/>
                  </a:rPr>
                  <a:t>x</a:t>
                </a:r>
                <a:r>
                  <a:rPr lang="en-US" sz="1200" i="1" spc="-25" dirty="0">
                    <a:latin typeface="Arial"/>
                    <a:cs typeface="Arial"/>
                  </a:rPr>
                  <a:t> </a:t>
                </a:r>
                <a:r>
                  <a:rPr lang="en-US" sz="1200" spc="50" dirty="0">
                    <a:latin typeface="Arial"/>
                    <a:cs typeface="Arial"/>
                  </a:rPr>
                  <a:t>(</a:t>
                </a:r>
                <a:r>
                  <a:rPr lang="en-US" sz="1200" i="1" spc="50" dirty="0">
                    <a:latin typeface="Arial"/>
                    <a:cs typeface="Arial"/>
                  </a:rPr>
                  <a:t>t</a:t>
                </a:r>
                <a:r>
                  <a:rPr lang="en-US" sz="1200" spc="75" baseline="-13888" dirty="0">
                    <a:latin typeface="Arial"/>
                    <a:cs typeface="Arial"/>
                  </a:rPr>
                  <a:t>0</a:t>
                </a:r>
                <a:r>
                  <a:rPr lang="en-US" sz="1200" spc="50" dirty="0">
                    <a:latin typeface="Arial"/>
                    <a:cs typeface="Arial"/>
                  </a:rPr>
                  <a:t>)</a:t>
                </a:r>
                <a:r>
                  <a:rPr lang="en-US" sz="1200" spc="-4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4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x</a:t>
                </a:r>
                <a:r>
                  <a:rPr lang="en-US" sz="1200" baseline="-13888" dirty="0">
                    <a:latin typeface="Arial"/>
                    <a:cs typeface="Arial"/>
                  </a:rPr>
                  <a:t>0</a:t>
                </a:r>
                <a:r>
                  <a:rPr lang="en-US" sz="1200" dirty="0">
                    <a:latin typeface="Arial"/>
                    <a:cs typeface="Arial"/>
                  </a:rPr>
                  <a:t>,</a:t>
                </a:r>
                <a:r>
                  <a:rPr lang="en-US" sz="1200" spc="1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S</a:t>
                </a:r>
                <a:r>
                  <a:rPr lang="en-US" sz="1200" i="1" spc="60" dirty="0">
                    <a:latin typeface="Arial"/>
                    <a:cs typeface="Arial"/>
                  </a:rPr>
                  <a:t> </a:t>
                </a:r>
                <a:r>
                  <a:rPr lang="en-US" sz="1200" spc="265" dirty="0">
                    <a:latin typeface="Apple Symbols"/>
                    <a:cs typeface="Apple Symbols"/>
                  </a:rPr>
                  <a:t>⪰</a:t>
                </a:r>
                <a:r>
                  <a:rPr lang="en-US" sz="1200" spc="-100" dirty="0">
                    <a:latin typeface="Apple Symbols"/>
                    <a:cs typeface="Apple Symbols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0,</a:t>
                </a:r>
                <a:r>
                  <a:rPr lang="en-US" sz="1200" spc="1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R</a:t>
                </a:r>
                <a:r>
                  <a:rPr lang="en-US" sz="1200" i="1" spc="45" dirty="0">
                    <a:latin typeface="Arial"/>
                    <a:cs typeface="Arial"/>
                  </a:rPr>
                  <a:t> </a:t>
                </a:r>
                <a:r>
                  <a:rPr lang="en-US" sz="1200" spc="220" dirty="0">
                    <a:latin typeface="Apple Symbols"/>
                    <a:cs typeface="Apple Symbols"/>
                  </a:rPr>
                  <a:t>≻</a:t>
                </a:r>
                <a:r>
                  <a:rPr lang="en-US" sz="1200" spc="-100" dirty="0">
                    <a:latin typeface="Apple Symbols"/>
                    <a:cs typeface="Apple Symbols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0,</a:t>
                </a:r>
                <a:r>
                  <a:rPr lang="en-US" sz="1200" spc="15" dirty="0"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latin typeface="Arial"/>
                    <a:cs typeface="Arial"/>
                  </a:rPr>
                  <a:t>and</a:t>
                </a:r>
                <a:r>
                  <a:rPr lang="en-US" sz="1200" spc="1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Q</a:t>
                </a:r>
                <a:r>
                  <a:rPr lang="en-US" sz="1200" i="1" spc="4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40" dirty="0">
                    <a:latin typeface="Arial"/>
                    <a:cs typeface="Arial"/>
                  </a:rPr>
                  <a:t> </a:t>
                </a:r>
                <a:r>
                  <a:rPr lang="en-US" sz="1200" i="1" spc="50" dirty="0">
                    <a:latin typeface="Arial"/>
                    <a:cs typeface="Arial"/>
                  </a:rPr>
                  <a:t>C</a:t>
                </a:r>
                <a:r>
                  <a:rPr lang="en-US" sz="1200" i="1" spc="75" baseline="31250" dirty="0">
                    <a:latin typeface="Arial"/>
                    <a:cs typeface="Arial"/>
                  </a:rPr>
                  <a:t>T</a:t>
                </a:r>
                <a:r>
                  <a:rPr lang="en-US" sz="1200" i="1" spc="-104" baseline="31250" dirty="0">
                    <a:latin typeface="Arial"/>
                    <a:cs typeface="Arial"/>
                  </a:rPr>
                  <a:t> </a:t>
                </a:r>
                <a:r>
                  <a:rPr lang="en-US" sz="1200" i="1" spc="-130" dirty="0">
                    <a:latin typeface="Arial"/>
                    <a:cs typeface="Arial"/>
                  </a:rPr>
                  <a:t>C</a:t>
                </a:r>
                <a:r>
                  <a:rPr lang="en-US" sz="1200" i="1" spc="-195" dirty="0"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latin typeface="Arial"/>
                    <a:cs typeface="Arial"/>
                  </a:rPr>
                  <a:t>.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17" name="object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28" y="1370238"/>
                <a:ext cx="3986529" cy="196849"/>
              </a:xfrm>
              <a:prstGeom prst="rect">
                <a:avLst/>
              </a:prstGeom>
              <a:blipFill>
                <a:blip r:embed="rId2"/>
                <a:stretch>
                  <a:fillRect l="-1376" t="-21875" r="-1835" b="-46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bject 18"/>
          <p:cNvSpPr txBox="1"/>
          <p:nvPr/>
        </p:nvSpPr>
        <p:spPr>
          <a:xfrm>
            <a:off x="3293849" y="1699448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Arial"/>
                <a:cs typeface="Arial"/>
              </a:rPr>
              <a:t>2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5442" y="1591650"/>
            <a:ext cx="418528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6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10" dirty="0">
                <a:latin typeface="Arial"/>
                <a:cs typeface="Arial"/>
              </a:rPr>
              <a:t>do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similar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Lyapunov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construction:</a:t>
            </a:r>
            <a:r>
              <a:rPr sz="1200" spc="14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V</a:t>
            </a:r>
            <a:r>
              <a:rPr sz="1200" i="1" spc="25" dirty="0">
                <a:latin typeface="Arial"/>
                <a:cs typeface="Arial"/>
              </a:rPr>
              <a:t> </a:t>
            </a:r>
            <a:r>
              <a:rPr sz="1200" spc="90" dirty="0">
                <a:latin typeface="Arial"/>
                <a:cs typeface="Arial"/>
              </a:rPr>
              <a:t>(</a:t>
            </a:r>
            <a:r>
              <a:rPr sz="1200" i="1" spc="90" dirty="0">
                <a:latin typeface="Arial"/>
                <a:cs typeface="Arial"/>
              </a:rPr>
              <a:t>t</a:t>
            </a:r>
            <a:r>
              <a:rPr sz="1200" spc="90" dirty="0">
                <a:latin typeface="Arial"/>
                <a:cs typeface="Arial"/>
              </a:rPr>
              <a:t>)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220" dirty="0">
                <a:latin typeface="Arial Unicode MS"/>
                <a:cs typeface="Arial Unicode MS"/>
              </a:rPr>
              <a:t>≜</a:t>
            </a:r>
            <a:r>
              <a:rPr sz="1200" spc="85" dirty="0">
                <a:latin typeface="Arial Unicode MS"/>
                <a:cs typeface="Arial Unicode MS"/>
              </a:rPr>
              <a:t> </a:t>
            </a:r>
            <a:r>
              <a:rPr sz="1200" u="sng" spc="-52" baseline="312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1200" spc="-157" baseline="31250" dirty="0">
                <a:latin typeface="Arial"/>
                <a:cs typeface="Arial"/>
              </a:rPr>
              <a:t> </a:t>
            </a:r>
            <a:r>
              <a:rPr sz="1200" i="1" spc="-75" dirty="0">
                <a:latin typeface="Arial"/>
                <a:cs typeface="Arial"/>
              </a:rPr>
              <a:t>x</a:t>
            </a:r>
            <a:r>
              <a:rPr sz="1200" i="1" spc="-225" dirty="0">
                <a:latin typeface="Arial"/>
                <a:cs typeface="Arial"/>
              </a:rPr>
              <a:t> </a:t>
            </a:r>
            <a:r>
              <a:rPr sz="1200" i="1" spc="127" baseline="31250" dirty="0">
                <a:latin typeface="Arial"/>
                <a:cs typeface="Arial"/>
              </a:rPr>
              <a:t>T</a:t>
            </a:r>
            <a:r>
              <a:rPr sz="1200" i="1" spc="157" baseline="31250" dirty="0">
                <a:latin typeface="Arial"/>
                <a:cs typeface="Arial"/>
              </a:rPr>
              <a:t> </a:t>
            </a:r>
            <a:r>
              <a:rPr sz="1200" spc="90" dirty="0">
                <a:latin typeface="Arial"/>
                <a:cs typeface="Arial"/>
              </a:rPr>
              <a:t>(</a:t>
            </a:r>
            <a:r>
              <a:rPr sz="1200" i="1" spc="90" dirty="0">
                <a:latin typeface="Arial"/>
                <a:cs typeface="Arial"/>
              </a:rPr>
              <a:t>t</a:t>
            </a:r>
            <a:r>
              <a:rPr sz="1200" spc="90" dirty="0">
                <a:latin typeface="Arial"/>
                <a:cs typeface="Arial"/>
              </a:rPr>
              <a:t>)</a:t>
            </a:r>
            <a:r>
              <a:rPr sz="1200" spc="-135" dirty="0">
                <a:latin typeface="Arial"/>
                <a:cs typeface="Arial"/>
              </a:rPr>
              <a:t> </a:t>
            </a:r>
            <a:r>
              <a:rPr sz="1200" i="1" spc="-70" dirty="0">
                <a:latin typeface="Arial"/>
                <a:cs typeface="Arial"/>
              </a:rPr>
              <a:t>P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spc="90" dirty="0">
                <a:latin typeface="Arial"/>
                <a:cs typeface="Arial"/>
              </a:rPr>
              <a:t>(</a:t>
            </a:r>
            <a:r>
              <a:rPr sz="1200" i="1" spc="90" dirty="0">
                <a:latin typeface="Arial"/>
                <a:cs typeface="Arial"/>
              </a:rPr>
              <a:t>t</a:t>
            </a:r>
            <a:r>
              <a:rPr sz="1200" spc="90" dirty="0">
                <a:latin typeface="Arial"/>
                <a:cs typeface="Arial"/>
              </a:rPr>
              <a:t>)</a:t>
            </a:r>
            <a:r>
              <a:rPr sz="1200" spc="-135" dirty="0">
                <a:latin typeface="Arial"/>
                <a:cs typeface="Arial"/>
              </a:rPr>
              <a:t> </a:t>
            </a:r>
            <a:r>
              <a:rPr sz="1200" i="1" spc="-70" dirty="0">
                <a:latin typeface="Arial"/>
                <a:cs typeface="Arial"/>
              </a:rPr>
              <a:t>x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spc="65" dirty="0">
                <a:latin typeface="Arial"/>
                <a:cs typeface="Arial"/>
              </a:rPr>
              <a:t>(</a:t>
            </a:r>
            <a:r>
              <a:rPr sz="1200" i="1" spc="65" dirty="0">
                <a:latin typeface="Arial"/>
                <a:cs typeface="Arial"/>
              </a:rPr>
              <a:t>t</a:t>
            </a:r>
            <a:r>
              <a:rPr sz="1200" spc="65" dirty="0">
                <a:latin typeface="Arial"/>
                <a:cs typeface="Arial"/>
              </a:rPr>
              <a:t>)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15442" y="1843262"/>
            <a:ext cx="1025246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7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0" dirty="0">
                <a:latin typeface="Arial"/>
                <a:cs typeface="Arial"/>
              </a:rPr>
              <a:t>then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9" name="object 49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18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0F70D721-F7BF-D07F-0042-EC873ED9689C}"/>
                  </a:ext>
                </a:extLst>
              </p:cNvPr>
              <p:cNvSpPr txBox="1"/>
              <p:nvPr/>
            </p:nvSpPr>
            <p:spPr>
              <a:xfrm>
                <a:off x="390031" y="799950"/>
                <a:ext cx="3781676" cy="4358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𝑆𝑥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0F70D721-F7BF-D07F-0042-EC873ED968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031" y="799950"/>
                <a:ext cx="3781676" cy="435825"/>
              </a:xfrm>
              <a:prstGeom prst="rect">
                <a:avLst/>
              </a:prstGeom>
              <a:blipFill>
                <a:blip r:embed="rId4"/>
                <a:stretch>
                  <a:fillRect l="-806" t="-175000" r="-323" b="-25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E56E0B37-1BC3-80A2-C9A8-C175FB186F62}"/>
                  </a:ext>
                </a:extLst>
              </p:cNvPr>
              <p:cNvSpPr txBox="1"/>
              <p:nvPr/>
            </p:nvSpPr>
            <p:spPr>
              <a:xfrm>
                <a:off x="215442" y="2084078"/>
                <a:ext cx="4431020" cy="111620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̇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acc>
                        <m:accPr>
                          <m:chr m:val="̇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acc>
                        <m:accPr>
                          <m:chr m:val="̇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1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   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𝐴𝑥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𝐵𝑢</m:t>
                              </m:r>
                            </m:e>
                          </m:d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𝑃𝑥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𝐴𝑥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𝐵𝑢</m:t>
                          </m:r>
                        </m:e>
                      </m:d>
                    </m:oMath>
                  </m:oMathPara>
                </a14:m>
                <a:endParaRPr lang="en-US" altLang="zh-CN" sz="1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               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𝑑𝑃</m:t>
                                  </m:r>
                                </m:num>
                                <m:den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den>
                              </m:f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𝑃𝐴</m:t>
                              </m:r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𝑃𝑥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𝑃𝐵𝑢</m:t>
                          </m:r>
                        </m:e>
                      </m:d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52" name="文本框 51">
                <a:extLst>
                  <a:ext uri="{FF2B5EF4-FFF2-40B4-BE49-F238E27FC236}">
                    <a16:creationId xmlns:a16="http://schemas.microsoft.com/office/drawing/2014/main" id="{E56E0B37-1BC3-80A2-C9A8-C175FB186F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42" y="2084078"/>
                <a:ext cx="4431020" cy="1116203"/>
              </a:xfrm>
              <a:prstGeom prst="rect">
                <a:avLst/>
              </a:prstGeom>
              <a:blipFill>
                <a:blip r:embed="rId5"/>
                <a:stretch>
                  <a:fillRect t="-10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5" dirty="0"/>
              <a:t>Solution</a:t>
            </a:r>
            <a:r>
              <a:rPr spc="1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40" dirty="0"/>
              <a:t>the</a:t>
            </a:r>
            <a:r>
              <a:rPr spc="15" dirty="0"/>
              <a:t> </a:t>
            </a:r>
            <a:r>
              <a:rPr spc="-60" dirty="0"/>
              <a:t>finite-</a:t>
            </a:r>
            <a:r>
              <a:rPr spc="-90" dirty="0"/>
              <a:t>horizon</a:t>
            </a:r>
            <a:r>
              <a:rPr spc="10" dirty="0"/>
              <a:t> </a:t>
            </a:r>
            <a:r>
              <a:rPr spc="-25" dirty="0"/>
              <a:t>LQ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4938" y="517279"/>
            <a:ext cx="12001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25" dirty="0">
                <a:latin typeface="Arial"/>
                <a:cs typeface="Arial"/>
              </a:rPr>
              <a:t>dt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528" y="414119"/>
            <a:ext cx="26047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latin typeface="Arial"/>
                <a:cs typeface="Arial"/>
              </a:rPr>
              <a:t>with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i="1" u="sng" spc="-104" baseline="312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US" sz="1200" i="1" u="sng" baseline="312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lang="en-US" sz="1200" i="1" u="sng" spc="-52" baseline="312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lang="en-US" sz="1200" i="1" spc="-157" baseline="312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V </a:t>
            </a:r>
            <a:r>
              <a:rPr sz="1200" spc="90" dirty="0">
                <a:latin typeface="Arial"/>
                <a:cs typeface="Arial"/>
              </a:rPr>
              <a:t>(</a:t>
            </a:r>
            <a:r>
              <a:rPr sz="1200" i="1" spc="90" dirty="0">
                <a:latin typeface="Arial"/>
                <a:cs typeface="Arial"/>
              </a:rPr>
              <a:t>t</a:t>
            </a:r>
            <a:r>
              <a:rPr sz="1200" spc="90" dirty="0">
                <a:latin typeface="Arial"/>
                <a:cs typeface="Arial"/>
              </a:rPr>
              <a:t>)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from</a:t>
            </a:r>
            <a:r>
              <a:rPr sz="1200" dirty="0">
                <a:latin typeface="Arial"/>
                <a:cs typeface="Arial"/>
              </a:rPr>
              <a:t> the </a:t>
            </a:r>
            <a:r>
              <a:rPr sz="1200" spc="-20" dirty="0">
                <a:latin typeface="Arial"/>
                <a:cs typeface="Arial"/>
              </a:rPr>
              <a:t>last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slide,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114" dirty="0">
                <a:latin typeface="Arial"/>
                <a:cs typeface="Arial"/>
              </a:rPr>
              <a:t>we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have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15442" y="1498724"/>
            <a:ext cx="870408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7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5" dirty="0">
                <a:latin typeface="Arial"/>
                <a:cs typeface="Arial"/>
              </a:rPr>
              <a:t>adding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33260" y="1789379"/>
            <a:ext cx="1216025" cy="534035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R="202565" algn="ctr">
              <a:lnSpc>
                <a:spcPct val="100000"/>
              </a:lnSpc>
              <a:spcBef>
                <a:spcPts val="660"/>
              </a:spcBef>
            </a:pPr>
            <a:endParaRPr sz="12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65"/>
              </a:spcBef>
            </a:pPr>
            <a:r>
              <a:rPr sz="1200" dirty="0">
                <a:latin typeface="Arial"/>
                <a:cs typeface="Arial"/>
              </a:rPr>
              <a:t>to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both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sides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yields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19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424790A6-BD11-0280-E4E4-35032E3BF406}"/>
                  </a:ext>
                </a:extLst>
              </p:cNvPr>
              <p:cNvSpPr txBox="1"/>
              <p:nvPr/>
            </p:nvSpPr>
            <p:spPr>
              <a:xfrm>
                <a:off x="594435" y="652787"/>
                <a:ext cx="3337509" cy="7988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acc>
                            <m:accPr>
                              <m:chr m:val="̇"/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</m:e>
                      </m:nary>
                    </m:oMath>
                  </m:oMathPara>
                </a14:m>
                <a:endParaRPr lang="en-US" altLang="zh-CN" sz="11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𝑃𝐴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𝑑𝑃</m:t>
                                      </m:r>
                                    </m:num>
                                    <m:den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𝑃𝑥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𝑃𝐵𝑢</m:t>
                              </m:r>
                            </m:e>
                          </m:d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424790A6-BD11-0280-E4E4-35032E3BF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435" y="652787"/>
                <a:ext cx="3337509" cy="798808"/>
              </a:xfrm>
              <a:prstGeom prst="rect">
                <a:avLst/>
              </a:prstGeom>
              <a:blipFill>
                <a:blip r:embed="rId3"/>
                <a:stretch>
                  <a:fillRect l="-14077" t="-86260" r="-366" b="-1259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B863F250-8134-2112-8E70-69B2419136E7}"/>
                  </a:ext>
                </a:extLst>
              </p:cNvPr>
              <p:cNvSpPr txBox="1"/>
              <p:nvPr/>
            </p:nvSpPr>
            <p:spPr>
              <a:xfrm>
                <a:off x="146048" y="2343080"/>
                <a:ext cx="4343400" cy="76091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𝑆𝑥</m:t>
                      </m:r>
                      <m:d>
                        <m:d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1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𝑃𝐴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𝑑𝑃</m:t>
                                      </m:r>
                                    </m:num>
                                    <m:den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limLow>
                                <m:limLow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11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100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1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en-US" altLang="zh-CN" sz="11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100" b="0" i="1" smtClean="0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1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𝑃𝑥</m:t>
                                      </m:r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11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100" b="0" i="1" smtClean="0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1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𝑃𝐵𝑢</m:t>
                                      </m:r>
                                    </m:e>
                                  </m:groupCh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altLang="zh-CN" sz="1100" b="0" i="0" smtClean="0">
                                      <a:latin typeface="Cambria Math" panose="02040503050406030204" pitchFamily="18" charset="0"/>
                                    </a:rPr>
                                    <m:t>products</m:t>
                                  </m:r>
                                  <m:r>
                                    <a:rPr lang="en-US" altLang="zh-CN" sz="1100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1100" b="0" i="0" smtClean="0">
                                      <a:latin typeface="Cambria Math" panose="02040503050406030204" pitchFamily="18" charset="0"/>
                                    </a:rPr>
                                    <m:t>of</m:t>
                                  </m:r>
                                  <m:r>
                                    <a:rPr lang="en-US" altLang="zh-CN" sz="1100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altLang="zh-CN" sz="1100" b="0" i="0" smtClean="0">
                                      <a:latin typeface="Cambria Math" panose="02040503050406030204" pitchFamily="18" charset="0"/>
                                    </a:rPr>
                                    <m:t>and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lim>
                              </m:limLow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limLow>
                                <m:limLow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limLowPr>
                                <m:e>
                                  <m:groupChr>
                                    <m:groupChrPr>
                                      <m:chr m:val="⏟"/>
                                      <m:ctrlP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groupChr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11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100" b="0" i="1" smtClean="0">
                                              <a:latin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1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𝑅𝑢</m:t>
                                      </m:r>
                                    </m:e>
                                  </m:groupChr>
                                </m:e>
                                <m:lim>
                                  <m:r>
                                    <m:rPr>
                                      <m:sty m:val="p"/>
                                    </m:rPr>
                                    <a:rPr lang="en-US" altLang="zh-CN" sz="1100" b="0" i="0" smtClean="0">
                                      <a:latin typeface="Cambria Math" panose="02040503050406030204" pitchFamily="18" charset="0"/>
                                    </a:rPr>
                                    <m:t>quadratic</m:t>
                                  </m:r>
                                </m:lim>
                              </m:limLow>
                            </m:e>
                          </m:d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B863F250-8134-2112-8E70-69B2419136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048" y="2343080"/>
                <a:ext cx="4343400" cy="760914"/>
              </a:xfrm>
              <a:prstGeom prst="rect">
                <a:avLst/>
              </a:prstGeom>
              <a:blipFill>
                <a:blip r:embed="rId4"/>
                <a:stretch>
                  <a:fillRect l="-8287" t="-46400" r="-702" b="-1288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AD340BC1-45C3-9F65-B9C7-C235D6D39B04}"/>
                  </a:ext>
                </a:extLst>
              </p:cNvPr>
              <p:cNvSpPr txBox="1"/>
              <p:nvPr/>
            </p:nvSpPr>
            <p:spPr>
              <a:xfrm>
                <a:off x="426910" y="1695120"/>
                <a:ext cx="3781676" cy="43582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𝑆𝑥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AD340BC1-45C3-9F65-B9C7-C235D6D39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910" y="1695120"/>
                <a:ext cx="3781676" cy="435825"/>
              </a:xfrm>
              <a:prstGeom prst="rect">
                <a:avLst/>
              </a:prstGeom>
              <a:blipFill>
                <a:blip r:embed="rId5"/>
                <a:stretch>
                  <a:fillRect l="-806" t="-175000" r="-484" b="-2513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5" dirty="0"/>
              <a:t>Solution</a:t>
            </a:r>
            <a:r>
              <a:rPr spc="1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40" dirty="0"/>
              <a:t>the</a:t>
            </a:r>
            <a:r>
              <a:rPr spc="15" dirty="0"/>
              <a:t> </a:t>
            </a:r>
            <a:r>
              <a:rPr spc="-60" dirty="0"/>
              <a:t>finite-</a:t>
            </a:r>
            <a:r>
              <a:rPr spc="-90" dirty="0"/>
              <a:t>horizon</a:t>
            </a:r>
            <a:r>
              <a:rPr spc="10" dirty="0"/>
              <a:t> </a:t>
            </a:r>
            <a:r>
              <a:rPr spc="-25" dirty="0"/>
              <a:t>LQ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7"/>
              <p:cNvSpPr txBox="1"/>
              <p:nvPr/>
            </p:nvSpPr>
            <p:spPr>
              <a:xfrm>
                <a:off x="202742" y="631482"/>
                <a:ext cx="4047021" cy="374204"/>
              </a:xfrm>
              <a:prstGeom prst="rect">
                <a:avLst/>
              </a:prstGeom>
            </p:spPr>
            <p:txBody>
              <a:bodyPr vert="horz" wrap="square" lIns="0" tIns="33019" rIns="0" bIns="0" rtlCol="0">
                <a:spAutoFit/>
              </a:bodyPr>
              <a:lstStyle/>
              <a:p>
                <a:pPr marL="50800">
                  <a:lnSpc>
                    <a:spcPct val="100000"/>
                  </a:lnSpc>
                  <a:spcBef>
                    <a:spcPts val="259"/>
                  </a:spcBef>
                </a:pPr>
                <a:r>
                  <a:rPr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sz="1800" spc="209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sz="1200" spc="-50" dirty="0">
                    <a:latin typeface="Arial"/>
                    <a:cs typeface="Arial"/>
                  </a:rPr>
                  <a:t>“complete</a:t>
                </a:r>
                <a:r>
                  <a:rPr sz="1200" spc="30" dirty="0">
                    <a:latin typeface="Arial"/>
                    <a:cs typeface="Arial"/>
                  </a:rPr>
                  <a:t> </a:t>
                </a:r>
                <a:r>
                  <a:rPr sz="1200" dirty="0">
                    <a:latin typeface="Arial"/>
                    <a:cs typeface="Arial"/>
                  </a:rPr>
                  <a:t>the</a:t>
                </a:r>
                <a:r>
                  <a:rPr sz="1200" spc="35" dirty="0">
                    <a:latin typeface="Arial"/>
                    <a:cs typeface="Arial"/>
                  </a:rPr>
                  <a:t> </a:t>
                </a:r>
                <a:r>
                  <a:rPr sz="1200" spc="-80" dirty="0">
                    <a:latin typeface="Arial"/>
                    <a:cs typeface="Arial"/>
                  </a:rPr>
                  <a:t>squares”</a:t>
                </a:r>
                <a:r>
                  <a:rPr sz="1200" spc="120" dirty="0">
                    <a:latin typeface="Arial"/>
                    <a:cs typeface="Arial"/>
                  </a:rPr>
                  <a:t> </a:t>
                </a:r>
                <a:r>
                  <a:rPr sz="1200" dirty="0">
                    <a:latin typeface="Arial"/>
                    <a:cs typeface="Arial"/>
                  </a:rPr>
                  <a:t>in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limLow>
                      <m:limLow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p>
                              <m:sSup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p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𝑃𝑥</m:t>
                            </m:r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𝑃𝐵𝑢</m:t>
                            </m:r>
                          </m:e>
                        </m:groupChr>
                      </m:e>
                      <m:lim>
                        <m:r>
                          <m:rPr>
                            <m:sty m:val="p"/>
                          </m:rPr>
                          <a:rPr lang="en-US" altLang="zh-CN" sz="1200" b="0" i="0" smtClean="0">
                            <a:latin typeface="Cambria Math" panose="02040503050406030204" pitchFamily="18" charset="0"/>
                          </a:rPr>
                          <m:t>products</m:t>
                        </m:r>
                        <m:r>
                          <a:rPr lang="en-US" altLang="zh-CN" sz="12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1200" b="0" i="0" smtClean="0">
                            <a:latin typeface="Cambria Math" panose="02040503050406030204" pitchFamily="18" charset="0"/>
                          </a:rPr>
                          <m:t>of</m:t>
                        </m:r>
                        <m:r>
                          <a:rPr lang="en-US" altLang="zh-CN" sz="12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altLang="zh-CN" sz="1200" b="0" i="0" smtClean="0">
                            <a:latin typeface="Cambria Math" panose="02040503050406030204" pitchFamily="18" charset="0"/>
                          </a:rPr>
                          <m:t>and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lim>
                    </m:limLow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+</m:t>
                    </m:r>
                    <m:limLow>
                      <m:limLow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limLowPr>
                      <m:e>
                        <m:groupChr>
                          <m:groupChrPr>
                            <m:chr m:val="⏟"/>
                            <m:ctrlP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sSup>
                              <m:sSup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1200" b="0" i="1" smtClean="0">
                                <a:latin typeface="Cambria Math" panose="02040503050406030204" pitchFamily="18" charset="0"/>
                              </a:rPr>
                              <m:t>𝑅𝑢</m:t>
                            </m:r>
                          </m:e>
                        </m:groupChr>
                      </m:e>
                      <m:lim>
                        <m:r>
                          <m:rPr>
                            <m:sty m:val="p"/>
                          </m:rPr>
                          <a:rPr lang="en-US" altLang="zh-CN" sz="1200" b="0" i="0" smtClean="0">
                            <a:latin typeface="Cambria Math" panose="02040503050406030204" pitchFamily="18" charset="0"/>
                          </a:rPr>
                          <m:t>quadratic</m:t>
                        </m:r>
                      </m:lim>
                    </m:limLow>
                  </m:oMath>
                </a14:m>
                <a:r>
                  <a:rPr lang="en-US" sz="1200" baseline="6944" dirty="0">
                    <a:latin typeface="Arial"/>
                    <a:cs typeface="Arial"/>
                  </a:rPr>
                  <a:t>:</a:t>
                </a:r>
                <a:endParaRPr sz="1200" baseline="6944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742" y="631482"/>
                <a:ext cx="4047021" cy="374204"/>
              </a:xfrm>
              <a:prstGeom prst="rect">
                <a:avLst/>
              </a:prstGeom>
              <a:blipFill>
                <a:blip r:embed="rId2"/>
                <a:stretch>
                  <a:fillRect l="-1054" t="-8197"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bject 16"/>
          <p:cNvSpPr txBox="1"/>
          <p:nvPr/>
        </p:nvSpPr>
        <p:spPr>
          <a:xfrm>
            <a:off x="202742" y="2376760"/>
            <a:ext cx="3480905" cy="196208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ct val="100000"/>
              </a:lnSpc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3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50" dirty="0">
                <a:latin typeface="Arial"/>
                <a:cs typeface="Arial"/>
              </a:rPr>
              <a:t>extending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concept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general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vector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case: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20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B4096D76-32DA-A535-F1DB-E343AAE5A507}"/>
                  </a:ext>
                </a:extLst>
              </p:cNvPr>
              <p:cNvSpPr txBox="1"/>
              <p:nvPr/>
            </p:nvSpPr>
            <p:spPr>
              <a:xfrm>
                <a:off x="426533" y="1238568"/>
                <a:ext cx="3935917" cy="101739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𝑃𝑥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𝑃𝐵𝑢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𝑅𝑢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   =    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𝑅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𝑢𝐵𝑃𝑥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𝑅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𝑥𝑃𝐵</m:t>
                          </m:r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e>
                      </m:d>
                      <m:limLow>
                        <m:limLow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limLowPr>
                        <m:e>
                          <m:groupChr>
                            <m:groupChrPr>
                              <m:chr m:val="⏟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groupChr>
                        </m:e>
                        <m:lim>
                          <m:rad>
                            <m:radPr>
                              <m:degHide m:val="on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rad>
                        </m:lim>
                      </m:limLow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𝐵𝑃𝑥</m:t>
                              </m:r>
                            </m:e>
                          </m:d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𝐵𝑃𝑥</m:t>
                              </m:r>
                            </m:e>
                          </m:d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𝐵𝑃𝑥</m:t>
                              </m:r>
                            </m:e>
                          </m:d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𝐵𝑃𝑥</m:t>
                              </m:r>
                            </m:e>
                          </m:d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B4096D76-32DA-A535-F1DB-E343AAE5A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533" y="1238568"/>
                <a:ext cx="3935917" cy="1017394"/>
              </a:xfrm>
              <a:prstGeom prst="rect">
                <a:avLst/>
              </a:prstGeom>
              <a:blipFill>
                <a:blip r:embed="rId4"/>
                <a:stretch>
                  <a:fillRect b="-2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文本框 26">
            <a:extLst>
              <a:ext uri="{FF2B5EF4-FFF2-40B4-BE49-F238E27FC236}">
                <a16:creationId xmlns:a16="http://schemas.microsoft.com/office/drawing/2014/main" id="{3E265717-3E53-D230-C8C3-9D1AA53A710A}"/>
              </a:ext>
            </a:extLst>
          </p:cNvPr>
          <p:cNvSpPr txBox="1"/>
          <p:nvPr/>
        </p:nvSpPr>
        <p:spPr>
          <a:xfrm>
            <a:off x="2303982" y="1183266"/>
            <a:ext cx="520976" cy="12311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altLang="zh-CN" sz="800" dirty="0"/>
              <a:t>scaler case</a:t>
            </a:r>
            <a:endParaRPr lang="zh-CN" altLang="en-US" sz="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BBD76BE-7274-64B9-C807-D08C60828874}"/>
                  </a:ext>
                </a:extLst>
              </p:cNvPr>
              <p:cNvSpPr txBox="1"/>
              <p:nvPr/>
            </p:nvSpPr>
            <p:spPr>
              <a:xfrm>
                <a:off x="15583" y="2580842"/>
                <a:ext cx="4587698" cy="33560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𝑃𝑥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𝑃𝐵𝑢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𝑅𝑢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altLang="zh-CN" sz="1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𝑃𝑥</m:t>
                              </m:r>
                            </m:e>
                          </m:d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𝑃𝐵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𝑃𝑥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5BBD76BE-7274-64B9-C807-D08C60828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83" y="2580842"/>
                <a:ext cx="4587698" cy="335605"/>
              </a:xfrm>
              <a:prstGeom prst="rect">
                <a:avLst/>
              </a:prstGeom>
              <a:blipFill>
                <a:blip r:embed="rId5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5" dirty="0"/>
              <a:t>Solution</a:t>
            </a:r>
            <a:r>
              <a:rPr spc="10" dirty="0"/>
              <a:t> </a:t>
            </a:r>
            <a:r>
              <a:rPr dirty="0"/>
              <a:t>to</a:t>
            </a:r>
            <a:r>
              <a:rPr spc="15" dirty="0"/>
              <a:t> </a:t>
            </a:r>
            <a:r>
              <a:rPr spc="-40" dirty="0"/>
              <a:t>the</a:t>
            </a:r>
            <a:r>
              <a:rPr spc="15" dirty="0"/>
              <a:t> </a:t>
            </a:r>
            <a:r>
              <a:rPr spc="-60" dirty="0"/>
              <a:t>finite-</a:t>
            </a:r>
            <a:r>
              <a:rPr spc="-90" dirty="0"/>
              <a:t>horizon</a:t>
            </a:r>
            <a:r>
              <a:rPr spc="10" dirty="0"/>
              <a:t> </a:t>
            </a:r>
            <a:r>
              <a:rPr spc="-25" dirty="0"/>
              <a:t>LQ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135928" y="1157424"/>
            <a:ext cx="1637664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30" dirty="0">
                <a:latin typeface="Apple Symbols"/>
                <a:cs typeface="Apple Symbols"/>
              </a:rPr>
              <a:t>⇓</a:t>
            </a:r>
            <a:r>
              <a:rPr sz="1200" spc="-30" dirty="0">
                <a:latin typeface="Arial"/>
                <a:cs typeface="Arial"/>
              </a:rPr>
              <a:t>“completing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squares”</a:t>
            </a:r>
            <a:endParaRPr sz="12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15442" y="2144691"/>
            <a:ext cx="4392753" cy="269946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6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6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0" dirty="0">
                <a:latin typeface="Arial"/>
                <a:cs typeface="Arial"/>
              </a:rPr>
              <a:t>the </a:t>
            </a:r>
            <a:r>
              <a:rPr sz="1200" spc="-60" dirty="0">
                <a:latin typeface="Arial"/>
                <a:cs typeface="Arial"/>
              </a:rPr>
              <a:t>best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that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the </a:t>
            </a:r>
            <a:r>
              <a:rPr sz="1200" spc="-25" dirty="0">
                <a:latin typeface="Arial"/>
                <a:cs typeface="Arial"/>
              </a:rPr>
              <a:t>control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can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do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minimizing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the </a:t>
            </a:r>
            <a:r>
              <a:rPr sz="1200" spc="-55" dirty="0">
                <a:latin typeface="Arial"/>
                <a:cs typeface="Arial"/>
              </a:rPr>
              <a:t>cost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20" dirty="0">
                <a:latin typeface="Arial"/>
                <a:cs typeface="Arial"/>
              </a:rPr>
              <a:t> have</a:t>
            </a:r>
            <a:endParaRPr sz="1200" dirty="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bject 58"/>
              <p:cNvSpPr txBox="1"/>
              <p:nvPr/>
            </p:nvSpPr>
            <p:spPr>
              <a:xfrm>
                <a:off x="476250" y="3030455"/>
                <a:ext cx="2786190" cy="272960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:r>
                  <a:rPr lang="en-US" sz="1200" dirty="0">
                    <a:latin typeface="Arial"/>
                    <a:cs typeface="Arial"/>
                  </a:rPr>
                  <a:t>to</a:t>
                </a:r>
                <a:r>
                  <a:rPr lang="en-US" sz="1200" spc="15" dirty="0">
                    <a:latin typeface="Arial"/>
                    <a:cs typeface="Arial"/>
                  </a:rPr>
                  <a:t> </a:t>
                </a:r>
                <a:r>
                  <a:rPr lang="en-US" sz="1200" spc="-30" dirty="0">
                    <a:latin typeface="Arial"/>
                    <a:cs typeface="Arial"/>
                  </a:rPr>
                  <a:t>yield</a:t>
                </a:r>
                <a:r>
                  <a:rPr lang="en-US" sz="1200" spc="1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the</a:t>
                </a:r>
                <a:r>
                  <a:rPr lang="en-US" sz="1200" spc="20" dirty="0">
                    <a:latin typeface="Arial"/>
                    <a:cs typeface="Arial"/>
                  </a:rPr>
                  <a:t> </a:t>
                </a:r>
                <a:r>
                  <a:rPr lang="en-US" sz="1200" spc="-20" dirty="0">
                    <a:latin typeface="Arial"/>
                    <a:cs typeface="Arial"/>
                  </a:rPr>
                  <a:t>optimal</a:t>
                </a:r>
                <a:r>
                  <a:rPr lang="en-US" sz="1200" spc="15" dirty="0">
                    <a:latin typeface="Arial"/>
                    <a:cs typeface="Arial"/>
                  </a:rPr>
                  <a:t> </a:t>
                </a:r>
                <a:r>
                  <a:rPr lang="en-US" sz="1200" spc="-45" dirty="0">
                    <a:latin typeface="Arial"/>
                    <a:cs typeface="Arial"/>
                  </a:rPr>
                  <a:t>cost</a:t>
                </a:r>
                <a:r>
                  <a:rPr lang="en-US" sz="1200" spc="20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  <a:cs typeface="Arial"/>
                          </a:rPr>
                          <m:t>𝐽</m:t>
                        </m:r>
                      </m:e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  <a:cs typeface="Arial"/>
                          </a:rPr>
                          <m:t>0</m:t>
                        </m:r>
                      </m:sup>
                    </m:sSup>
                    <m:r>
                      <a:rPr lang="en-US" sz="1200" b="0" i="1" dirty="0" smtClean="0"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f>
                      <m:fPr>
                        <m:ctrlPr>
                          <a:rPr lang="en-US" sz="1200" b="0" i="1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a:rPr lang="en-US" sz="1200" b="0" i="1" dirty="0" smtClean="0"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num>
                      <m:den>
                        <m:r>
                          <a:rPr lang="en-US" sz="1200" b="0" i="1" dirty="0" smtClean="0"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sz="1200" b="0" i="1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Sup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  <a:cs typeface="Arial"/>
                          </a:rPr>
                          <m:t>0</m:t>
                        </m:r>
                      </m:sub>
                      <m:sup>
                        <m:r>
                          <a:rPr lang="en-US" sz="1200" b="0" i="1" dirty="0" smtClean="0">
                            <a:latin typeface="Cambria Math" panose="02040503050406030204" pitchFamily="18" charset="0"/>
                            <a:cs typeface="Arial"/>
                          </a:rPr>
                          <m:t>𝑇</m:t>
                        </m:r>
                      </m:sup>
                    </m:sSubSup>
                    <m:r>
                      <a:rPr lang="en-US" sz="1200" b="0" i="1" dirty="0" smtClean="0">
                        <a:latin typeface="Cambria Math" panose="02040503050406030204" pitchFamily="18" charset="0"/>
                        <a:cs typeface="Arial"/>
                      </a:rPr>
                      <m:t>𝑃</m:t>
                    </m:r>
                    <m:d>
                      <m:dPr>
                        <m:ctrlPr>
                          <a:rPr lang="en-US" sz="1200" b="0" i="1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200" b="0" i="1" dirty="0" smtClean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sSubPr>
                          <m:e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  <a:cs typeface="Arial"/>
                              </a:rPr>
                              <m:t>𝑡</m:t>
                            </m:r>
                          </m:e>
                          <m:sub>
                            <m:r>
                              <a:rPr lang="en-US" sz="1200" b="0" i="1" dirty="0" smtClean="0">
                                <a:latin typeface="Cambria Math" panose="02040503050406030204" pitchFamily="18" charset="0"/>
                                <a:cs typeface="Arial"/>
                              </a:rPr>
                              <m:t>0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sz="1200" b="0" i="1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bPr>
                      <m:e>
                        <m:r>
                          <a:rPr lang="en-US" sz="1200" b="0" i="1" dirty="0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  <m:sub>
                        <m:r>
                          <a:rPr lang="en-US" sz="1200" b="0" i="1" dirty="0" smtClean="0">
                            <a:latin typeface="Cambria Math" panose="02040503050406030204" pitchFamily="18" charset="0"/>
                            <a:cs typeface="Arial"/>
                          </a:rPr>
                          <m:t>0</m:t>
                        </m:r>
                      </m:sub>
                    </m:sSub>
                  </m:oMath>
                </a14:m>
                <a:endParaRPr sz="12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58" name="object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250" y="3030455"/>
                <a:ext cx="2786190" cy="272960"/>
              </a:xfrm>
              <a:prstGeom prst="rect">
                <a:avLst/>
              </a:prstGeom>
              <a:blipFill>
                <a:blip r:embed="rId2"/>
                <a:stretch>
                  <a:fillRect l="-2845" t="-2222" b="-177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0" name="object 60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2" name="object 62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63" name="object 6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21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65F2077-BEBA-2013-CE8F-44175C33064F}"/>
                  </a:ext>
                </a:extLst>
              </p:cNvPr>
              <p:cNvSpPr txBox="1"/>
              <p:nvPr/>
            </p:nvSpPr>
            <p:spPr>
              <a:xfrm>
                <a:off x="172503" y="420199"/>
                <a:ext cx="4343400" cy="71628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𝑆𝑥</m:t>
                      </m:r>
                      <m:d>
                        <m:d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1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1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𝑃𝐴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𝑑𝑃</m:t>
                                      </m:r>
                                    </m:num>
                                    <m:den>
                                      <m:r>
                                        <a:rPr lang="en-US" altLang="zh-CN" sz="1100" b="0" i="1" smtClean="0">
                                          <a:latin typeface="Cambria Math" panose="020405030504060302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</m:e>
                              </m:d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𝑃𝑥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𝑃𝐵𝑢</m:t>
                              </m:r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1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100" b="0" i="1" smtClean="0"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</m:e>
                          </m:d>
                          <m:r>
                            <a:rPr lang="en-US" altLang="zh-CN" sz="11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100" dirty="0"/>
              </a:p>
            </p:txBody>
          </p:sp>
        </mc:Choice>
        <mc:Fallback xmlns=""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B65F2077-BEBA-2013-CE8F-44175C3306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503" y="420199"/>
                <a:ext cx="4343400" cy="716286"/>
              </a:xfrm>
              <a:prstGeom prst="rect">
                <a:avLst/>
              </a:prstGeom>
              <a:blipFill>
                <a:blip r:embed="rId4"/>
                <a:stretch>
                  <a:fillRect l="-6311" t="-53846" b="-14017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FBB47EAC-5E59-B36F-59C9-2A8865780D80}"/>
                  </a:ext>
                </a:extLst>
              </p:cNvPr>
              <p:cNvSpPr txBox="1"/>
              <p:nvPr/>
            </p:nvSpPr>
            <p:spPr>
              <a:xfrm>
                <a:off x="149730" y="1388806"/>
                <a:ext cx="4251797" cy="7589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𝑆𝑥</m:t>
                      </m:r>
                      <m:d>
                        <m:d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CN" sz="10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0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zh-C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1000" b="0" i="1" smtClean="0">
                                          <a:latin typeface="Cambria Math" panose="02040503050406030204" pitchFamily="18" charset="0"/>
                                        </a:rPr>
                                        <m:t>𝑑𝑃</m:t>
                                      </m:r>
                                    </m:num>
                                    <m:den>
                                      <m:r>
                                        <a:rPr lang="en-US" altLang="zh-CN" sz="1000" b="0" i="1" smtClean="0">
                                          <a:latin typeface="Cambria Math" panose="02040503050406030204" pitchFamily="18" charset="0"/>
                                        </a:rPr>
                                        <m:t>𝑑𝑡</m:t>
                                      </m:r>
                                    </m:den>
                                  </m:f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en-US" altLang="zh-C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000" b="0" i="1" smtClean="0">
                                          <a:latin typeface="Cambria Math" panose="02040503050406030204" pitchFamily="18" charset="0"/>
                                        </a:rPr>
                                        <m:t>𝐴</m:t>
                                      </m:r>
                                    </m:e>
                                    <m:sup>
                                      <m:r>
                                        <a:rPr lang="en-US" altLang="zh-CN" sz="10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𝑃𝐴</m:t>
                                  </m:r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𝑃𝐵</m:t>
                                  </m:r>
                                  <m:sSup>
                                    <m:sSupPr>
                                      <m:ctrlPr>
                                        <a:rPr lang="en-US" altLang="zh-C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0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p>
                                      <m:r>
                                        <a:rPr lang="en-US" altLang="zh-CN" sz="1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1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p>
                                  </m:sSup>
                                  <m:sSup>
                                    <m:sSupPr>
                                      <m:ctrlPr>
                                        <a:rPr lang="en-US" altLang="zh-C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1000" b="0" i="1" smtClean="0"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  <m:sup>
                                      <m:r>
                                        <a:rPr lang="en-US" altLang="zh-CN" sz="1000" b="0" i="1" smtClean="0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p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</m:d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zh-CN" sz="1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Sup>
                                <m:sSubSupPr>
                                  <m:ctrlP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1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altLang="zh-CN" sz="1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f>
                                            <m:fPr>
                                              <m:ctrlPr>
                                                <a:rPr lang="en-US" altLang="zh-CN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altLang="zh-CN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altLang="zh-CN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  <m:r>
                                        <a:rPr lang="en-US" altLang="zh-CN" sz="1000" b="0" i="1" smtClean="0">
                                          <a:latin typeface="Cambria Math" panose="02040503050406030204" pitchFamily="18" charset="0"/>
                                        </a:rPr>
                                        <m:t>𝑢</m:t>
                                      </m:r>
                                      <m:r>
                                        <a:rPr lang="en-US" altLang="zh-CN" sz="1000" b="0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p>
                                        <m:sSupPr>
                                          <m:ctrlPr>
                                            <a:rPr lang="en-US" altLang="zh-CN" sz="1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𝑅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f>
                                            <m:fPr>
                                              <m:ctrlPr>
                                                <a:rPr lang="en-US" altLang="zh-CN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fPr>
                                            <m:num>
                                              <m:r>
                                                <a:rPr lang="en-US" altLang="zh-CN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1</m:t>
                                              </m:r>
                                            </m:num>
                                            <m:den>
                                              <m:r>
                                                <a:rPr lang="en-US" altLang="zh-CN" sz="10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2</m:t>
                                              </m:r>
                                            </m:den>
                                          </m:f>
                                        </m:sup>
                                      </m:sSup>
                                      <m:sSup>
                                        <m:sSupPr>
                                          <m:ctrlPr>
                                            <a:rPr lang="en-US" altLang="zh-CN" sz="1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altLang="zh-CN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e>
                                        <m:sup>
                                          <m:r>
                                            <a:rPr lang="en-US" altLang="zh-CN" sz="10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p>
                                      <m:r>
                                        <a:rPr lang="en-US" altLang="zh-CN" sz="1000" b="0" i="1" smtClean="0">
                                          <a:latin typeface="Cambria Math" panose="02040503050406030204" pitchFamily="18" charset="0"/>
                                        </a:rPr>
                                        <m:t>𝑃𝑥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  <m:sup>
                                  <m:r>
                                    <a:rPr lang="en-US" altLang="zh-CN" sz="1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altLang="zh-CN" sz="10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zh-CN" altLang="en-US" sz="1000" dirty="0"/>
              </a:p>
            </p:txBody>
          </p:sp>
        </mc:Choice>
        <mc:Fallback xmlns=""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FBB47EAC-5E59-B36F-59C9-2A8865780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730" y="1388806"/>
                <a:ext cx="4251797" cy="758990"/>
              </a:xfrm>
              <a:prstGeom prst="rect">
                <a:avLst/>
              </a:prstGeom>
              <a:blipFill>
                <a:blip r:embed="rId5"/>
                <a:stretch>
                  <a:fillRect l="-8321" t="-37903" r="-1004" b="-12258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FF304E4D-B724-435D-4F21-374DF0B70645}"/>
                  </a:ext>
                </a:extLst>
              </p:cNvPr>
              <p:cNvSpPr txBox="1"/>
              <p:nvPr/>
            </p:nvSpPr>
            <p:spPr>
              <a:xfrm>
                <a:off x="821055" y="2433364"/>
                <a:ext cx="3431561" cy="58881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12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𝑃𝐴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𝑃𝐵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FF304E4D-B724-435D-4F21-374DF0B70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1055" y="2433364"/>
                <a:ext cx="3431561" cy="588816"/>
              </a:xfrm>
              <a:prstGeom prst="rect">
                <a:avLst/>
              </a:prstGeom>
              <a:blipFill>
                <a:blip r:embed="rId6"/>
                <a:stretch>
                  <a:fillRect l="-178" r="-355" b="-927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8" name="直接连接符 67">
            <a:extLst>
              <a:ext uri="{FF2B5EF4-FFF2-40B4-BE49-F238E27FC236}">
                <a16:creationId xmlns:a16="http://schemas.microsoft.com/office/drawing/2014/main" id="{AEA57ED3-2C66-6B18-7066-9123F53F8C4D}"/>
              </a:ext>
            </a:extLst>
          </p:cNvPr>
          <p:cNvCxnSpPr>
            <a:cxnSpLocks/>
          </p:cNvCxnSpPr>
          <p:nvPr/>
        </p:nvCxnSpPr>
        <p:spPr>
          <a:xfrm>
            <a:off x="2686050" y="1730375"/>
            <a:ext cx="8382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接连接符 68">
            <a:extLst>
              <a:ext uri="{FF2B5EF4-FFF2-40B4-BE49-F238E27FC236}">
                <a16:creationId xmlns:a16="http://schemas.microsoft.com/office/drawing/2014/main" id="{2B7527FE-B945-4635-D902-CA8B8B199075}"/>
              </a:ext>
            </a:extLst>
          </p:cNvPr>
          <p:cNvCxnSpPr>
            <a:cxnSpLocks/>
          </p:cNvCxnSpPr>
          <p:nvPr/>
        </p:nvCxnSpPr>
        <p:spPr>
          <a:xfrm>
            <a:off x="323850" y="1730375"/>
            <a:ext cx="10668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96" name="组合 95">
            <a:extLst>
              <a:ext uri="{FF2B5EF4-FFF2-40B4-BE49-F238E27FC236}">
                <a16:creationId xmlns:a16="http://schemas.microsoft.com/office/drawing/2014/main" id="{8D38FB10-006A-E9C4-9793-BF3BFEAD267C}"/>
              </a:ext>
            </a:extLst>
          </p:cNvPr>
          <p:cNvGrpSpPr/>
          <p:nvPr/>
        </p:nvGrpSpPr>
        <p:grpSpPr>
          <a:xfrm>
            <a:off x="3105150" y="2028629"/>
            <a:ext cx="937260" cy="50800"/>
            <a:chOff x="4815840" y="3355760"/>
            <a:chExt cx="937260" cy="50800"/>
          </a:xfrm>
        </p:grpSpPr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154EFBDB-0B77-592B-2BB5-710A0D6282A5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355760"/>
              <a:ext cx="93726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直接连接符 91">
              <a:extLst>
                <a:ext uri="{FF2B5EF4-FFF2-40B4-BE49-F238E27FC236}">
                  <a16:creationId xmlns:a16="http://schemas.microsoft.com/office/drawing/2014/main" id="{DD4D1BFA-8EE6-A312-1CE6-38EBC27CE6F8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381160"/>
              <a:ext cx="93726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直接连接符 92">
              <a:extLst>
                <a:ext uri="{FF2B5EF4-FFF2-40B4-BE49-F238E27FC236}">
                  <a16:creationId xmlns:a16="http://schemas.microsoft.com/office/drawing/2014/main" id="{06E12EC4-EB28-549C-398B-DD2D7CC707D4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406560"/>
              <a:ext cx="93726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95" name="Rectangle 10">
            <a:extLst>
              <a:ext uri="{FF2B5EF4-FFF2-40B4-BE49-F238E27FC236}">
                <a16:creationId xmlns:a16="http://schemas.microsoft.com/office/drawing/2014/main" id="{CF59965D-8068-5700-CF93-AC2D1BD47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" y="863385"/>
            <a:ext cx="4610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97" name="组合 96">
            <a:extLst>
              <a:ext uri="{FF2B5EF4-FFF2-40B4-BE49-F238E27FC236}">
                <a16:creationId xmlns:a16="http://schemas.microsoft.com/office/drawing/2014/main" id="{EB703C29-F171-CE6A-7DB6-01A293195AEC}"/>
              </a:ext>
            </a:extLst>
          </p:cNvPr>
          <p:cNvGrpSpPr/>
          <p:nvPr/>
        </p:nvGrpSpPr>
        <p:grpSpPr>
          <a:xfrm>
            <a:off x="821055" y="2131639"/>
            <a:ext cx="2017395" cy="45719"/>
            <a:chOff x="4815840" y="3355760"/>
            <a:chExt cx="937260" cy="25400"/>
          </a:xfrm>
        </p:grpSpPr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id="{9A91A748-D3A2-3C4B-6ECC-64B52F9ECB0A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355760"/>
              <a:ext cx="93726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直接连接符 98">
              <a:extLst>
                <a:ext uri="{FF2B5EF4-FFF2-40B4-BE49-F238E27FC236}">
                  <a16:creationId xmlns:a16="http://schemas.microsoft.com/office/drawing/2014/main" id="{F78AF856-ADBE-A003-8B4F-9A4B0BA3CCA3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381160"/>
              <a:ext cx="93726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7D016214-D557-8C00-856A-A5FAEE793E03}"/>
              </a:ext>
            </a:extLst>
          </p:cNvPr>
          <p:cNvGrpSpPr/>
          <p:nvPr/>
        </p:nvGrpSpPr>
        <p:grpSpPr>
          <a:xfrm>
            <a:off x="1224482" y="2972600"/>
            <a:ext cx="2017395" cy="45719"/>
            <a:chOff x="4815840" y="3355760"/>
            <a:chExt cx="937260" cy="25400"/>
          </a:xfrm>
        </p:grpSpPr>
        <p:cxnSp>
          <p:nvCxnSpPr>
            <p:cNvPr id="102" name="直接连接符 101">
              <a:extLst>
                <a:ext uri="{FF2B5EF4-FFF2-40B4-BE49-F238E27FC236}">
                  <a16:creationId xmlns:a16="http://schemas.microsoft.com/office/drawing/2014/main" id="{975AA805-D170-9300-A180-756E4409F499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355760"/>
              <a:ext cx="93726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id="{3569EDE0-EB43-D25E-A036-3C050BC72F27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381160"/>
              <a:ext cx="93726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04" name="直接连接符 103">
            <a:extLst>
              <a:ext uri="{FF2B5EF4-FFF2-40B4-BE49-F238E27FC236}">
                <a16:creationId xmlns:a16="http://schemas.microsoft.com/office/drawing/2014/main" id="{7912BDA6-04D9-BD24-96EE-DA04805F232A}"/>
              </a:ext>
            </a:extLst>
          </p:cNvPr>
          <p:cNvCxnSpPr>
            <a:cxnSpLocks/>
          </p:cNvCxnSpPr>
          <p:nvPr/>
        </p:nvCxnSpPr>
        <p:spPr>
          <a:xfrm>
            <a:off x="3563327" y="3005926"/>
            <a:ext cx="68643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3382B7CF-D2F0-F92C-E958-422FFA374FA5}"/>
              </a:ext>
            </a:extLst>
          </p:cNvPr>
          <p:cNvGrpSpPr/>
          <p:nvPr/>
        </p:nvGrpSpPr>
        <p:grpSpPr>
          <a:xfrm>
            <a:off x="1224482" y="2636166"/>
            <a:ext cx="2223568" cy="57051"/>
            <a:chOff x="4815840" y="3355760"/>
            <a:chExt cx="937260" cy="50800"/>
          </a:xfrm>
        </p:grpSpPr>
        <p:cxnSp>
          <p:nvCxnSpPr>
            <p:cNvPr id="107" name="直接连接符 106">
              <a:extLst>
                <a:ext uri="{FF2B5EF4-FFF2-40B4-BE49-F238E27FC236}">
                  <a16:creationId xmlns:a16="http://schemas.microsoft.com/office/drawing/2014/main" id="{6C594377-5880-9D89-D23F-BBAA0A9A347B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355760"/>
              <a:ext cx="93726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id="{0370714E-2C58-A5FF-5E56-C7FC9BE47B23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381160"/>
              <a:ext cx="93726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id="{53685376-B925-4114-4BEE-42946624EF2C}"/>
                </a:ext>
              </a:extLst>
            </p:cNvPr>
            <p:cNvCxnSpPr>
              <a:cxnSpLocks/>
            </p:cNvCxnSpPr>
            <p:nvPr/>
          </p:nvCxnSpPr>
          <p:spPr>
            <a:xfrm>
              <a:off x="4815840" y="3406560"/>
              <a:ext cx="937260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14" dirty="0"/>
              <a:t>Observations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94151" y="625092"/>
            <a:ext cx="13919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"/>
                <a:cs typeface="Arial"/>
              </a:rPr>
              <a:t>optimal</a:t>
            </a:r>
            <a:r>
              <a:rPr sz="800" spc="5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state</a:t>
            </a:r>
            <a:r>
              <a:rPr sz="800" spc="5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feedback</a:t>
            </a:r>
            <a:r>
              <a:rPr sz="800" spc="5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control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45651" y="852537"/>
            <a:ext cx="14408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"/>
                <a:cs typeface="Arial"/>
              </a:rPr>
              <a:t>the</a:t>
            </a:r>
            <a:r>
              <a:rPr sz="800" spc="5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Riccati</a:t>
            </a:r>
            <a:r>
              <a:rPr sz="800" spc="5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differential</a:t>
            </a:r>
            <a:r>
              <a:rPr sz="800" spc="5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equation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0041" y="1250007"/>
            <a:ext cx="4335779" cy="59182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904" marR="55880" indent="-19304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2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70" dirty="0">
                <a:latin typeface="Arial"/>
                <a:cs typeface="Arial"/>
              </a:rPr>
              <a:t>boundary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condition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Riccati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equation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 </a:t>
            </a:r>
            <a:r>
              <a:rPr sz="1200" spc="-60" dirty="0">
                <a:latin typeface="Arial"/>
                <a:cs typeface="Arial"/>
              </a:rPr>
              <a:t>given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0" dirty="0">
                <a:latin typeface="Arial"/>
                <a:cs typeface="Arial"/>
              </a:rPr>
              <a:t> final </a:t>
            </a:r>
            <a:r>
              <a:rPr sz="1200" dirty="0">
                <a:latin typeface="Arial"/>
                <a:cs typeface="Arial"/>
              </a:rPr>
              <a:t>time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i="1" spc="55" dirty="0">
                <a:latin typeface="Arial"/>
                <a:cs typeface="Arial"/>
              </a:rPr>
              <a:t>t</a:t>
            </a:r>
            <a:r>
              <a:rPr sz="1200" i="1" spc="82" baseline="-13888" dirty="0">
                <a:latin typeface="Arial"/>
                <a:cs typeface="Arial"/>
              </a:rPr>
              <a:t>f</a:t>
            </a:r>
            <a:r>
              <a:rPr sz="1200" i="1" spc="434" baseline="-13888" dirty="0">
                <a:latin typeface="Arial"/>
                <a:cs typeface="Arial"/>
              </a:rPr>
              <a:t> </a:t>
            </a:r>
            <a:r>
              <a:rPr sz="1200" spc="390" dirty="0">
                <a:latin typeface="Apple Symbols"/>
                <a:cs typeface="Apple Symbols"/>
              </a:rPr>
              <a:t>⇒</a:t>
            </a:r>
            <a:r>
              <a:rPr sz="1200" spc="-80" dirty="0">
                <a:latin typeface="Apple Symbols"/>
                <a:cs typeface="Apple Symbols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equation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must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be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integrated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backward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time</a:t>
            </a:r>
            <a:endParaRPr sz="1200" dirty="0">
              <a:latin typeface="Arial"/>
              <a:cs typeface="Arial"/>
            </a:endParaRPr>
          </a:p>
          <a:p>
            <a:pPr marL="62865">
              <a:lnSpc>
                <a:spcPct val="100000"/>
              </a:lnSpc>
              <a:spcBef>
                <a:spcPts val="15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9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spc="-70" dirty="0">
                <a:latin typeface="Arial"/>
                <a:cs typeface="Arial"/>
              </a:rPr>
              <a:t>backward</a:t>
            </a:r>
            <a:r>
              <a:rPr sz="1200" i="1" spc="2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integration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of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61414" y="1945702"/>
            <a:ext cx="17094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367790" algn="l"/>
              </a:tabLst>
            </a:pPr>
            <a:r>
              <a:rPr sz="800" i="1" spc="35" dirty="0">
                <a:latin typeface="Arial"/>
                <a:cs typeface="Arial"/>
              </a:rPr>
              <a:t>T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70" dirty="0">
                <a:latin typeface="Hack"/>
                <a:cs typeface="Hack"/>
              </a:rPr>
              <a:t>−</a:t>
            </a:r>
            <a:r>
              <a:rPr sz="800" spc="70" dirty="0">
                <a:latin typeface="Arial"/>
                <a:cs typeface="Arial"/>
              </a:rPr>
              <a:t>1</a:t>
            </a:r>
            <a:r>
              <a:rPr sz="800" spc="240" dirty="0">
                <a:latin typeface="Arial"/>
                <a:cs typeface="Arial"/>
              </a:rPr>
              <a:t>  </a:t>
            </a: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2530" y="2031160"/>
            <a:ext cx="5841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f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05382" y="1957778"/>
            <a:ext cx="285496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767205" algn="l"/>
              </a:tabLst>
            </a:pP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5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36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</a:t>
            </a:r>
            <a:r>
              <a:rPr sz="1200" i="1" spc="1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i="1" spc="-100" dirty="0">
                <a:latin typeface="Arial"/>
                <a:cs typeface="Arial"/>
              </a:rPr>
              <a:t>PA</a:t>
            </a:r>
            <a:r>
              <a:rPr sz="1200" i="1" spc="-7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8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Q </a:t>
            </a:r>
            <a:r>
              <a:rPr sz="1200" spc="210" dirty="0">
                <a:latin typeface="Apple Symbols"/>
                <a:cs typeface="Apple Symbols"/>
              </a:rPr>
              <a:t>−</a:t>
            </a:r>
            <a:r>
              <a:rPr sz="1200" spc="-135" dirty="0">
                <a:latin typeface="Apple Symbols"/>
                <a:cs typeface="Apple Symbols"/>
              </a:rPr>
              <a:t> </a:t>
            </a:r>
            <a:r>
              <a:rPr sz="1200" i="1" spc="-25" dirty="0">
                <a:latin typeface="Arial"/>
                <a:cs typeface="Arial"/>
              </a:rPr>
              <a:t>PBR</a:t>
            </a:r>
            <a:r>
              <a:rPr sz="1200" i="1" dirty="0">
                <a:latin typeface="Arial"/>
                <a:cs typeface="Arial"/>
              </a:rPr>
              <a:t>	B</a:t>
            </a:r>
            <a:r>
              <a:rPr sz="1200" i="1" spc="80" dirty="0">
                <a:latin typeface="Arial"/>
                <a:cs typeface="Arial"/>
              </a:rPr>
              <a:t>  </a:t>
            </a:r>
            <a:r>
              <a:rPr sz="1200" i="1" dirty="0">
                <a:latin typeface="Arial"/>
                <a:cs typeface="Arial"/>
              </a:rPr>
              <a:t>P,</a:t>
            </a:r>
            <a:r>
              <a:rPr sz="1200" i="1" spc="260" dirty="0">
                <a:latin typeface="Arial"/>
                <a:cs typeface="Arial"/>
              </a:rPr>
              <a:t> </a:t>
            </a:r>
            <a:r>
              <a:rPr sz="1200" i="1" spc="-70" dirty="0">
                <a:latin typeface="Arial"/>
                <a:cs typeface="Arial"/>
              </a:rPr>
              <a:t>P</a:t>
            </a:r>
            <a:r>
              <a:rPr sz="1200" i="1" spc="-30" dirty="0">
                <a:latin typeface="Arial"/>
                <a:cs typeface="Arial"/>
              </a:rPr>
              <a:t> </a:t>
            </a:r>
            <a:r>
              <a:rPr sz="1200" spc="65" dirty="0">
                <a:latin typeface="Arial"/>
                <a:cs typeface="Arial"/>
              </a:rPr>
              <a:t>(</a:t>
            </a:r>
            <a:r>
              <a:rPr sz="1200" i="1" spc="65" dirty="0">
                <a:latin typeface="Arial"/>
                <a:cs typeface="Arial"/>
              </a:rPr>
              <a:t>t</a:t>
            </a:r>
            <a:r>
              <a:rPr sz="1200" i="1" spc="150" dirty="0">
                <a:latin typeface="Arial"/>
                <a:cs typeface="Arial"/>
              </a:rPr>
              <a:t> </a:t>
            </a:r>
            <a:r>
              <a:rPr sz="1200" spc="50" dirty="0">
                <a:latin typeface="Arial"/>
                <a:cs typeface="Arial"/>
              </a:rPr>
              <a:t>)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i="1" spc="-70" dirty="0">
                <a:latin typeface="Arial"/>
                <a:cs typeface="Arial"/>
              </a:rPr>
              <a:t>S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33260" y="2257054"/>
            <a:ext cx="26047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latin typeface="Arial"/>
                <a:cs typeface="Arial"/>
              </a:rPr>
              <a:t>is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equivalent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i="1" spc="-50" dirty="0">
                <a:latin typeface="Arial"/>
                <a:cs typeface="Arial"/>
              </a:rPr>
              <a:t>forward</a:t>
            </a:r>
            <a:r>
              <a:rPr sz="1200" i="1" spc="-1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integration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of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94689" y="2579151"/>
            <a:ext cx="360299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3374390" algn="l"/>
              </a:tabLst>
            </a:pP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baseline="34722" dirty="0">
                <a:latin typeface="Arial"/>
                <a:cs typeface="Arial"/>
              </a:rPr>
              <a:t>T</a:t>
            </a:r>
            <a:r>
              <a:rPr sz="1200" i="1" spc="-82" baseline="34722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P</a:t>
            </a:r>
            <a:r>
              <a:rPr sz="1200" i="1" spc="-37" baseline="34722" dirty="0">
                <a:latin typeface="Hack"/>
                <a:cs typeface="Hack"/>
              </a:rPr>
              <a:t>∗</a:t>
            </a:r>
            <a:r>
              <a:rPr sz="1200" i="1" spc="-209" baseline="34722" dirty="0">
                <a:latin typeface="Hack"/>
                <a:cs typeface="Hack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</a:t>
            </a:r>
            <a:r>
              <a:rPr sz="1200" i="1" baseline="34722" dirty="0">
                <a:latin typeface="Hack"/>
                <a:cs typeface="Hack"/>
              </a:rPr>
              <a:t>∗</a:t>
            </a:r>
            <a:r>
              <a:rPr sz="1200" i="1" dirty="0">
                <a:latin typeface="Arial"/>
                <a:cs typeface="Arial"/>
              </a:rPr>
              <a:t>A</a:t>
            </a:r>
            <a:r>
              <a:rPr sz="1200" i="1" spc="-4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+</a:t>
            </a:r>
            <a:r>
              <a:rPr sz="1200" spc="-5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Q</a:t>
            </a:r>
            <a:r>
              <a:rPr sz="1200" i="1" spc="55" dirty="0">
                <a:latin typeface="Arial"/>
                <a:cs typeface="Arial"/>
              </a:rPr>
              <a:t> </a:t>
            </a:r>
            <a:r>
              <a:rPr sz="1200" spc="210" dirty="0">
                <a:latin typeface="Apple Symbols"/>
                <a:cs typeface="Apple Symbols"/>
              </a:rPr>
              <a:t>−</a:t>
            </a:r>
            <a:r>
              <a:rPr sz="1200" spc="-110" dirty="0">
                <a:latin typeface="Apple Symbols"/>
                <a:cs typeface="Apple Symbols"/>
              </a:rPr>
              <a:t> </a:t>
            </a:r>
            <a:r>
              <a:rPr sz="1200" i="1" dirty="0">
                <a:latin typeface="Arial"/>
                <a:cs typeface="Arial"/>
              </a:rPr>
              <a:t>P</a:t>
            </a:r>
            <a:r>
              <a:rPr sz="1200" i="1" baseline="34722" dirty="0">
                <a:latin typeface="Hack"/>
                <a:cs typeface="Hack"/>
              </a:rPr>
              <a:t>∗</a:t>
            </a:r>
            <a:r>
              <a:rPr sz="1200" i="1" dirty="0">
                <a:latin typeface="Arial"/>
                <a:cs typeface="Arial"/>
              </a:rPr>
              <a:t>BR</a:t>
            </a:r>
            <a:r>
              <a:rPr sz="1200" i="1" baseline="34722" dirty="0">
                <a:latin typeface="Hack"/>
                <a:cs typeface="Hack"/>
              </a:rPr>
              <a:t>−</a:t>
            </a:r>
            <a:r>
              <a:rPr sz="1200" baseline="34722" dirty="0">
                <a:latin typeface="Arial"/>
                <a:cs typeface="Arial"/>
              </a:rPr>
              <a:t>1</a:t>
            </a:r>
            <a:r>
              <a:rPr sz="1200" i="1" dirty="0">
                <a:latin typeface="Arial"/>
                <a:cs typeface="Arial"/>
              </a:rPr>
              <a:t>B</a:t>
            </a:r>
            <a:r>
              <a:rPr sz="1200" i="1" baseline="34722" dirty="0">
                <a:latin typeface="Arial"/>
                <a:cs typeface="Arial"/>
              </a:rPr>
              <a:t>T</a:t>
            </a:r>
            <a:r>
              <a:rPr sz="1200" i="1" spc="-89" baseline="34722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</a:t>
            </a:r>
            <a:r>
              <a:rPr sz="1200" i="1" baseline="34722" dirty="0">
                <a:latin typeface="Hack"/>
                <a:cs typeface="Hack"/>
              </a:rPr>
              <a:t>∗</a:t>
            </a:r>
            <a:r>
              <a:rPr sz="1200" i="1" dirty="0">
                <a:latin typeface="Arial"/>
                <a:cs typeface="Arial"/>
              </a:rPr>
              <a:t>,</a:t>
            </a:r>
            <a:r>
              <a:rPr sz="1200" i="1" spc="310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P</a:t>
            </a:r>
            <a:r>
              <a:rPr sz="1200" i="1" spc="-37" baseline="34722" dirty="0">
                <a:latin typeface="Hack"/>
                <a:cs typeface="Hack"/>
              </a:rPr>
              <a:t>∗</a:t>
            </a:r>
            <a:r>
              <a:rPr sz="1200" i="1" spc="-315" baseline="34722" dirty="0">
                <a:latin typeface="Hack"/>
                <a:cs typeface="Hack"/>
              </a:rPr>
              <a:t> </a:t>
            </a:r>
            <a:r>
              <a:rPr sz="1200" dirty="0">
                <a:latin typeface="Arial"/>
                <a:cs typeface="Arial"/>
              </a:rPr>
              <a:t>(0)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i="1" spc="-50" dirty="0">
                <a:latin typeface="Arial"/>
                <a:cs typeface="Arial"/>
              </a:rPr>
              <a:t>S</a:t>
            </a:r>
            <a:r>
              <a:rPr sz="1200" i="1" dirty="0">
                <a:latin typeface="Arial"/>
                <a:cs typeface="Arial"/>
              </a:rPr>
              <a:t>	</a:t>
            </a:r>
            <a:r>
              <a:rPr sz="1200" spc="-25" dirty="0">
                <a:latin typeface="Arial"/>
                <a:cs typeface="Arial"/>
              </a:rPr>
              <a:t>(2)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02742" y="2861615"/>
            <a:ext cx="3626308" cy="42989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243204">
              <a:lnSpc>
                <a:spcPct val="100000"/>
              </a:lnSpc>
              <a:spcBef>
                <a:spcPts val="250"/>
              </a:spcBef>
            </a:pPr>
            <a:r>
              <a:rPr sz="1200" spc="-30" dirty="0">
                <a:latin typeface="Arial"/>
                <a:cs typeface="Arial"/>
              </a:rPr>
              <a:t>by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letting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i="1" spc="-70" dirty="0">
                <a:latin typeface="Arial"/>
                <a:cs typeface="Arial"/>
              </a:rPr>
              <a:t>P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spc="90" dirty="0">
                <a:latin typeface="Arial"/>
                <a:cs typeface="Arial"/>
              </a:rPr>
              <a:t>(</a:t>
            </a:r>
            <a:r>
              <a:rPr sz="1200" i="1" spc="90" dirty="0">
                <a:latin typeface="Arial"/>
                <a:cs typeface="Arial"/>
              </a:rPr>
              <a:t>t</a:t>
            </a:r>
            <a:r>
              <a:rPr sz="1200" spc="90" dirty="0">
                <a:latin typeface="Arial"/>
                <a:cs typeface="Arial"/>
              </a:rPr>
              <a:t>)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P</a:t>
            </a:r>
            <a:r>
              <a:rPr sz="1200" i="1" spc="-37" baseline="31250" dirty="0">
                <a:latin typeface="Hack"/>
                <a:cs typeface="Hack"/>
              </a:rPr>
              <a:t>∗</a:t>
            </a:r>
            <a:r>
              <a:rPr sz="1200" i="1" spc="-352" baseline="31250" dirty="0">
                <a:latin typeface="Hack"/>
                <a:cs typeface="Hack"/>
              </a:rPr>
              <a:t> </a:t>
            </a:r>
            <a:r>
              <a:rPr sz="1200" spc="55" dirty="0">
                <a:latin typeface="Arial"/>
                <a:cs typeface="Arial"/>
              </a:rPr>
              <a:t>(</a:t>
            </a:r>
            <a:r>
              <a:rPr sz="1200" i="1" spc="55" dirty="0">
                <a:latin typeface="Arial"/>
                <a:cs typeface="Arial"/>
              </a:rPr>
              <a:t>t</a:t>
            </a:r>
            <a:r>
              <a:rPr sz="1200" i="1" spc="82" baseline="-13888" dirty="0">
                <a:latin typeface="Arial"/>
                <a:cs typeface="Arial"/>
              </a:rPr>
              <a:t>f</a:t>
            </a:r>
            <a:r>
              <a:rPr sz="1200" i="1" spc="359" baseline="-13888" dirty="0">
                <a:latin typeface="Arial"/>
                <a:cs typeface="Arial"/>
              </a:rPr>
              <a:t> </a:t>
            </a:r>
            <a:r>
              <a:rPr sz="1200" spc="210" dirty="0">
                <a:latin typeface="Apple Symbols"/>
                <a:cs typeface="Apple Symbols"/>
              </a:rPr>
              <a:t>−</a:t>
            </a:r>
            <a:r>
              <a:rPr sz="1200" spc="-135" dirty="0">
                <a:latin typeface="Apple Symbols"/>
                <a:cs typeface="Apple Symbols"/>
              </a:rPr>
              <a:t> </a:t>
            </a:r>
            <a:r>
              <a:rPr sz="1200" i="1" spc="85" dirty="0">
                <a:latin typeface="Arial"/>
                <a:cs typeface="Arial"/>
              </a:rPr>
              <a:t>t</a:t>
            </a:r>
            <a:r>
              <a:rPr sz="1200" spc="85" dirty="0">
                <a:latin typeface="Arial"/>
                <a:cs typeface="Arial"/>
              </a:rPr>
              <a:t>)</a:t>
            </a:r>
            <a:endParaRPr sz="1200" dirty="0">
              <a:latin typeface="Arial"/>
              <a:cs typeface="Arial"/>
            </a:endParaRPr>
          </a:p>
          <a:p>
            <a:pPr marL="50800">
              <a:lnSpc>
                <a:spcPct val="100000"/>
              </a:lnSpc>
              <a:spcBef>
                <a:spcPts val="15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4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10" dirty="0">
                <a:latin typeface="Arial"/>
                <a:cs typeface="Arial"/>
              </a:rPr>
              <a:t>Eq.</a:t>
            </a:r>
            <a:r>
              <a:rPr sz="1200" spc="1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  <a:hlinkClick r:id="rId2" action="ppaction://hlinksldjump"/>
              </a:rPr>
              <a:t>(2)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can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be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solved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by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numerical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integration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22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B37C614-6EF7-74E7-77C3-3C49F96EFD5D}"/>
                  </a:ext>
                </a:extLst>
              </p:cNvPr>
              <p:cNvSpPr txBox="1"/>
              <p:nvPr/>
            </p:nvSpPr>
            <p:spPr>
              <a:xfrm>
                <a:off x="433260" y="649984"/>
                <a:ext cx="2285999" cy="3925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𝐾</m:t>
                      </m:r>
                      <m:d>
                        <m:d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altLang="zh-CN" sz="800" b="0" i="1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1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𝑃𝐴</m:t>
                      </m:r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𝑃𝐵</m:t>
                      </m:r>
                      <m:sSup>
                        <m:sSup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BB37C614-6EF7-74E7-77C3-3C49F96EF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260" y="649984"/>
                <a:ext cx="2285999" cy="392543"/>
              </a:xfrm>
              <a:prstGeom prst="rect">
                <a:avLst/>
              </a:prstGeom>
              <a:blipFill>
                <a:blip r:embed="rId4"/>
                <a:stretch>
                  <a:fillRect l="-267" r="-533" b="-781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13D0448-BA89-F059-93AA-4B3CC6E42338}"/>
                  </a:ext>
                </a:extLst>
              </p:cNvPr>
              <p:cNvSpPr txBox="1"/>
              <p:nvPr/>
            </p:nvSpPr>
            <p:spPr>
              <a:xfrm>
                <a:off x="827361" y="1859545"/>
                <a:ext cx="374077" cy="350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313D0448-BA89-F059-93AA-4B3CC6E423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361" y="1859545"/>
                <a:ext cx="374077" cy="350609"/>
              </a:xfrm>
              <a:prstGeom prst="rect">
                <a:avLst/>
              </a:prstGeom>
              <a:blipFill>
                <a:blip r:embed="rId5"/>
                <a:stretch>
                  <a:fillRect l="-1639" t="-3448" r="-8197" b="-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05AA038F-536C-6EDA-5429-824D67C71530}"/>
                  </a:ext>
                </a:extLst>
              </p:cNvPr>
              <p:cNvSpPr txBox="1"/>
              <p:nvPr/>
            </p:nvSpPr>
            <p:spPr>
              <a:xfrm>
                <a:off x="595889" y="2486986"/>
                <a:ext cx="298800" cy="3523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05AA038F-536C-6EDA-5429-824D67C715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889" y="2486986"/>
                <a:ext cx="298800" cy="352341"/>
              </a:xfrm>
              <a:prstGeom prst="rect">
                <a:avLst/>
              </a:prstGeom>
              <a:blipFill>
                <a:blip r:embed="rId6"/>
                <a:stretch>
                  <a:fillRect l="-12245" t="-3448"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14" dirty="0"/>
              <a:t>Observations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190042" y="1580909"/>
            <a:ext cx="4363250" cy="72771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70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4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minimum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value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J</a:t>
            </a:r>
            <a:r>
              <a:rPr sz="1200" baseline="31250" dirty="0">
                <a:latin typeface="Arial"/>
                <a:cs typeface="Arial"/>
              </a:rPr>
              <a:t>0</a:t>
            </a:r>
            <a:r>
              <a:rPr sz="1200" spc="217" baseline="3125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function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initial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state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i="1" spc="-70" dirty="0">
                <a:latin typeface="Arial"/>
                <a:cs typeface="Arial"/>
              </a:rPr>
              <a:t>x</a:t>
            </a:r>
            <a:r>
              <a:rPr sz="1200" i="1" spc="-25" dirty="0">
                <a:latin typeface="Arial"/>
                <a:cs typeface="Arial"/>
              </a:rPr>
              <a:t> </a:t>
            </a:r>
            <a:r>
              <a:rPr sz="1200" spc="30" dirty="0">
                <a:latin typeface="Arial"/>
                <a:cs typeface="Arial"/>
              </a:rPr>
              <a:t>(</a:t>
            </a:r>
            <a:r>
              <a:rPr sz="1200" i="1" spc="30" dirty="0">
                <a:latin typeface="Arial"/>
                <a:cs typeface="Arial"/>
              </a:rPr>
              <a:t>t</a:t>
            </a:r>
            <a:r>
              <a:rPr sz="1200" spc="44" baseline="-13888" dirty="0">
                <a:latin typeface="Arial"/>
                <a:cs typeface="Arial"/>
              </a:rPr>
              <a:t>0</a:t>
            </a:r>
            <a:r>
              <a:rPr sz="1200" spc="30" dirty="0">
                <a:latin typeface="Arial"/>
                <a:cs typeface="Arial"/>
              </a:rPr>
              <a:t>)</a:t>
            </a:r>
            <a:endParaRPr sz="1200" dirty="0">
              <a:latin typeface="Arial"/>
              <a:cs typeface="Arial"/>
            </a:endParaRPr>
          </a:p>
          <a:p>
            <a:pPr marL="255904" marR="55880" indent="-193040">
              <a:lnSpc>
                <a:spcPct val="100000"/>
              </a:lnSpc>
              <a:spcBef>
                <a:spcPts val="60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6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dirty="0">
                <a:latin typeface="Arial"/>
                <a:cs typeface="Arial"/>
              </a:rPr>
              <a:t>J</a:t>
            </a:r>
            <a:r>
              <a:rPr sz="1200" i="1" spc="114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(and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hence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J</a:t>
            </a:r>
            <a:r>
              <a:rPr sz="1200" baseline="31250" dirty="0">
                <a:latin typeface="Arial"/>
                <a:cs typeface="Arial"/>
              </a:rPr>
              <a:t>0</a:t>
            </a:r>
            <a:r>
              <a:rPr sz="1200" dirty="0">
                <a:latin typeface="Arial"/>
                <a:cs typeface="Arial"/>
              </a:rPr>
              <a:t>)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nonnegative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390" dirty="0">
                <a:latin typeface="Apple Symbols"/>
                <a:cs typeface="Apple Symbols"/>
              </a:rPr>
              <a:t>⇒</a:t>
            </a:r>
            <a:r>
              <a:rPr sz="1200" spc="-45" dirty="0">
                <a:latin typeface="Apple Symbols"/>
                <a:cs typeface="Apple Symbols"/>
              </a:rPr>
              <a:t> </a:t>
            </a:r>
            <a:r>
              <a:rPr sz="1200" i="1" spc="-70" dirty="0">
                <a:latin typeface="Arial"/>
                <a:cs typeface="Arial"/>
              </a:rPr>
              <a:t>P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spc="50" dirty="0">
                <a:latin typeface="Arial"/>
                <a:cs typeface="Arial"/>
              </a:rPr>
              <a:t>(</a:t>
            </a:r>
            <a:r>
              <a:rPr sz="1200" i="1" spc="50" dirty="0">
                <a:latin typeface="Arial"/>
                <a:cs typeface="Arial"/>
              </a:rPr>
              <a:t>t</a:t>
            </a:r>
            <a:r>
              <a:rPr sz="1200" spc="75" baseline="-13888" dirty="0">
                <a:latin typeface="Arial"/>
                <a:cs typeface="Arial"/>
              </a:rPr>
              <a:t>0</a:t>
            </a:r>
            <a:r>
              <a:rPr sz="1200" spc="50" dirty="0">
                <a:latin typeface="Arial"/>
                <a:cs typeface="Arial"/>
              </a:rPr>
              <a:t>)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at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least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positive </a:t>
            </a:r>
            <a:r>
              <a:rPr sz="1200" spc="-10" dirty="0">
                <a:latin typeface="Arial"/>
                <a:cs typeface="Arial"/>
              </a:rPr>
              <a:t>semidefinite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15442" y="2360292"/>
            <a:ext cx="4299408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7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i="1" dirty="0">
                <a:latin typeface="Arial"/>
                <a:cs typeface="Arial"/>
              </a:rPr>
              <a:t>t</a:t>
            </a:r>
            <a:r>
              <a:rPr sz="1200" baseline="-13888" dirty="0">
                <a:latin typeface="Arial"/>
                <a:cs typeface="Arial"/>
              </a:rPr>
              <a:t>0</a:t>
            </a:r>
            <a:r>
              <a:rPr sz="1200" spc="292" baseline="-13888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can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be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taken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anywhere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(0</a:t>
            </a:r>
            <a:r>
              <a:rPr sz="1200" i="1" spc="-20" dirty="0">
                <a:latin typeface="Arial"/>
                <a:cs typeface="Arial"/>
              </a:rPr>
              <a:t>,</a:t>
            </a:r>
            <a:r>
              <a:rPr sz="1200" i="1" spc="-135" dirty="0">
                <a:latin typeface="Arial"/>
                <a:cs typeface="Arial"/>
              </a:rPr>
              <a:t> </a:t>
            </a:r>
            <a:r>
              <a:rPr sz="1200" i="1" spc="55" dirty="0">
                <a:latin typeface="Arial"/>
                <a:cs typeface="Arial"/>
              </a:rPr>
              <a:t>t</a:t>
            </a:r>
            <a:r>
              <a:rPr sz="1200" i="1" spc="82" baseline="-13888" dirty="0">
                <a:latin typeface="Arial"/>
                <a:cs typeface="Arial"/>
              </a:rPr>
              <a:t>f</a:t>
            </a:r>
            <a:r>
              <a:rPr sz="1200" i="1" spc="-22" baseline="-13888" dirty="0">
                <a:latin typeface="Arial"/>
                <a:cs typeface="Arial"/>
              </a:rPr>
              <a:t> </a:t>
            </a:r>
            <a:r>
              <a:rPr sz="1200" spc="50" dirty="0">
                <a:latin typeface="Arial"/>
                <a:cs typeface="Arial"/>
              </a:rPr>
              <a:t>)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390" dirty="0">
                <a:latin typeface="Apple Symbols"/>
                <a:cs typeface="Apple Symbols"/>
              </a:rPr>
              <a:t>⇒</a:t>
            </a:r>
            <a:r>
              <a:rPr sz="1200" spc="-30" dirty="0">
                <a:latin typeface="Apple Symbols"/>
                <a:cs typeface="Apple Symbols"/>
              </a:rPr>
              <a:t> </a:t>
            </a:r>
            <a:r>
              <a:rPr sz="1200" i="1" spc="-70" dirty="0">
                <a:latin typeface="Arial"/>
                <a:cs typeface="Arial"/>
              </a:rPr>
              <a:t>P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spc="90" dirty="0">
                <a:latin typeface="Arial"/>
                <a:cs typeface="Arial"/>
              </a:rPr>
              <a:t>(</a:t>
            </a:r>
            <a:r>
              <a:rPr sz="1200" i="1" spc="90" dirty="0">
                <a:latin typeface="Arial"/>
                <a:cs typeface="Arial"/>
              </a:rPr>
              <a:t>t</a:t>
            </a:r>
            <a:r>
              <a:rPr sz="1200" spc="90" dirty="0">
                <a:latin typeface="Arial"/>
                <a:cs typeface="Arial"/>
              </a:rPr>
              <a:t>)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at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least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positive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5442" y="2466569"/>
            <a:ext cx="3673475" cy="54419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30504">
              <a:lnSpc>
                <a:spcPct val="100000"/>
              </a:lnSpc>
              <a:spcBef>
                <a:spcPts val="700"/>
              </a:spcBef>
            </a:pPr>
            <a:r>
              <a:rPr sz="1200" spc="-55" dirty="0">
                <a:latin typeface="Arial"/>
                <a:cs typeface="Arial"/>
              </a:rPr>
              <a:t>semidefinite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any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i="1" spc="30" dirty="0"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60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2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state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feedback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law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 </a:t>
            </a:r>
            <a:r>
              <a:rPr sz="1200" dirty="0">
                <a:latin typeface="Arial"/>
                <a:cs typeface="Arial"/>
              </a:rPr>
              <a:t>time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varying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because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of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i="1" spc="-70" dirty="0">
                <a:latin typeface="Arial"/>
                <a:cs typeface="Arial"/>
              </a:rPr>
              <a:t>P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spc="65" dirty="0">
                <a:latin typeface="Arial"/>
                <a:cs typeface="Arial"/>
              </a:rPr>
              <a:t>(</a:t>
            </a:r>
            <a:r>
              <a:rPr sz="1200" i="1" spc="65" dirty="0">
                <a:latin typeface="Arial"/>
                <a:cs typeface="Arial"/>
              </a:rPr>
              <a:t>t</a:t>
            </a:r>
            <a:r>
              <a:rPr sz="1200" spc="65" dirty="0">
                <a:latin typeface="Arial"/>
                <a:cs typeface="Arial"/>
              </a:rPr>
              <a:t>)</a:t>
            </a:r>
            <a:endParaRPr sz="12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23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E360F94-CB00-AF30-481C-4EC52C170F41}"/>
                  </a:ext>
                </a:extLst>
              </p:cNvPr>
              <p:cNvSpPr txBox="1"/>
              <p:nvPr/>
            </p:nvSpPr>
            <p:spPr>
              <a:xfrm>
                <a:off x="413144" y="675266"/>
                <a:ext cx="3781676" cy="7814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𝑆𝑥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𝑅𝑢</m:t>
                              </m:r>
                              <m:d>
                                <m:d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altLang="zh-CN" sz="1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9E360F94-CB00-AF30-481C-4EC52C170F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144" y="675266"/>
                <a:ext cx="3781676" cy="781496"/>
              </a:xfrm>
              <a:prstGeom prst="rect">
                <a:avLst/>
              </a:prstGeom>
              <a:blipFill>
                <a:blip r:embed="rId3"/>
                <a:stretch>
                  <a:fillRect l="-806" t="-99219" r="-323" b="-968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60916"/>
            <a:ext cx="339217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0" dirty="0"/>
              <a:t>Example:</a:t>
            </a:r>
            <a:r>
              <a:rPr spc="-5" dirty="0"/>
              <a:t> </a:t>
            </a:r>
            <a:r>
              <a:rPr spc="-120" dirty="0"/>
              <a:t>LQR</a:t>
            </a:r>
            <a:r>
              <a:rPr dirty="0"/>
              <a:t> of</a:t>
            </a:r>
            <a:r>
              <a:rPr spc="-65" dirty="0"/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spc="-105" dirty="0"/>
              <a:t>pure</a:t>
            </a:r>
            <a:r>
              <a:rPr spc="-15" dirty="0"/>
              <a:t> </a:t>
            </a:r>
            <a:r>
              <a:rPr spc="-45" dirty="0"/>
              <a:t>inertia</a:t>
            </a:r>
            <a:r>
              <a:rPr spc="-55" dirty="0"/>
              <a:t> </a:t>
            </a:r>
            <a:r>
              <a:rPr spc="-110" dirty="0"/>
              <a:t>system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215442" y="1430119"/>
            <a:ext cx="249555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0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114" dirty="0">
                <a:latin typeface="Arial"/>
                <a:cs typeface="Arial"/>
              </a:rPr>
              <a:t>we</a:t>
            </a:r>
            <a:r>
              <a:rPr sz="1200" spc="4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let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i="1" spc="-70" dirty="0">
                <a:latin typeface="Arial"/>
                <a:cs typeface="Arial"/>
              </a:rPr>
              <a:t>P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spc="90" dirty="0">
                <a:latin typeface="Arial"/>
                <a:cs typeface="Arial"/>
              </a:rPr>
              <a:t>(</a:t>
            </a:r>
            <a:r>
              <a:rPr sz="1200" i="1" spc="90" dirty="0">
                <a:latin typeface="Arial"/>
                <a:cs typeface="Arial"/>
              </a:rPr>
              <a:t>t</a:t>
            </a:r>
            <a:r>
              <a:rPr sz="1200" spc="90" dirty="0">
                <a:latin typeface="Arial"/>
                <a:cs typeface="Arial"/>
              </a:rPr>
              <a:t>)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P</a:t>
            </a:r>
            <a:r>
              <a:rPr sz="1200" i="1" spc="-37" baseline="31250" dirty="0">
                <a:latin typeface="Hack"/>
                <a:cs typeface="Hack"/>
              </a:rPr>
              <a:t>∗</a:t>
            </a:r>
            <a:r>
              <a:rPr sz="1200" i="1" spc="-352" baseline="31250" dirty="0">
                <a:latin typeface="Hack"/>
                <a:cs typeface="Hack"/>
              </a:rPr>
              <a:t> </a:t>
            </a:r>
            <a:r>
              <a:rPr sz="1200" spc="55" dirty="0">
                <a:latin typeface="Arial"/>
                <a:cs typeface="Arial"/>
              </a:rPr>
              <a:t>(</a:t>
            </a:r>
            <a:r>
              <a:rPr sz="1200" i="1" spc="55" dirty="0">
                <a:latin typeface="Arial"/>
                <a:cs typeface="Arial"/>
              </a:rPr>
              <a:t>t</a:t>
            </a:r>
            <a:r>
              <a:rPr sz="1200" i="1" spc="82" baseline="-13888" dirty="0">
                <a:latin typeface="Arial"/>
                <a:cs typeface="Arial"/>
              </a:rPr>
              <a:t>f</a:t>
            </a:r>
            <a:r>
              <a:rPr sz="1200" i="1" spc="382" baseline="-13888" dirty="0">
                <a:latin typeface="Arial"/>
                <a:cs typeface="Arial"/>
              </a:rPr>
              <a:t> </a:t>
            </a:r>
            <a:r>
              <a:rPr sz="1200" spc="210" dirty="0">
                <a:latin typeface="Apple Symbols"/>
                <a:cs typeface="Apple Symbols"/>
              </a:rPr>
              <a:t>−</a:t>
            </a:r>
            <a:r>
              <a:rPr sz="1200" spc="-135" dirty="0">
                <a:latin typeface="Apple Symbols"/>
                <a:cs typeface="Apple Symbols"/>
              </a:rPr>
              <a:t> </a:t>
            </a:r>
            <a:r>
              <a:rPr sz="1200" i="1" spc="110" dirty="0">
                <a:latin typeface="Arial"/>
                <a:cs typeface="Arial"/>
              </a:rPr>
              <a:t>t</a:t>
            </a:r>
            <a:r>
              <a:rPr sz="1200" spc="110" dirty="0">
                <a:latin typeface="Arial"/>
                <a:cs typeface="Arial"/>
              </a:rPr>
              <a:t>)</a:t>
            </a:r>
            <a:r>
              <a:rPr sz="1200" spc="4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and</a:t>
            </a:r>
            <a:r>
              <a:rPr sz="1200" spc="4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solve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15442" y="2475837"/>
            <a:ext cx="6635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37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10" dirty="0">
                <a:latin typeface="Arial"/>
                <a:cs typeface="Arial"/>
              </a:rPr>
              <a:t>letting</a:t>
            </a:r>
            <a:endParaRPr sz="1200">
              <a:latin typeface="Arial"/>
              <a:cs typeface="Arial"/>
            </a:endParaRPr>
          </a:p>
        </p:txBody>
      </p:sp>
      <p:sp>
        <p:nvSpPr>
          <p:cNvPr id="104" name="object 104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07" name="object 107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108" name="object 10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24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7D4EF347-45EC-FA96-0886-541151FCEF21}"/>
                  </a:ext>
                </a:extLst>
              </p:cNvPr>
              <p:cNvSpPr txBox="1"/>
              <p:nvPr/>
            </p:nvSpPr>
            <p:spPr>
              <a:xfrm>
                <a:off x="44094" y="423988"/>
                <a:ext cx="4564101" cy="9491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1200" b="0" dirty="0">
                    <a:latin typeface="Arial" panose="020B0604020202020204" pitchFamily="34" charset="0"/>
                    <a:cs typeface="Arial" panose="020B0604020202020204" pitchFamily="34" charset="0"/>
                  </a:rPr>
                  <a:t>Consider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acc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𝑥</m:t>
                          </m:r>
                        </m:e>
                      </m:acc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𝑥</m:t>
                      </m:r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𝑢</m:t>
                      </m:r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,  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𝑆𝑥</m:t>
                      </m:r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sSub>
                            <m:sSub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sup>
                        <m:e>
                          <m:d>
                            <m:d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𝑄𝑥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sSup>
                                <m:sSupPr>
                                  <m:ctrlP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  <m:sup>
                                  <m:r>
                                    <a:rPr lang="en-US" altLang="zh-CN" sz="12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altLang="zh-CN" sz="1200" b="0" dirty="0"/>
              </a:p>
              <a:p>
                <a:r>
                  <a:rPr lang="en-US" altLang="zh-CN" sz="1200" b="0" dirty="0"/>
                  <a:t>Where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zh-CN" sz="1200" b="0" dirty="0"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zh-CN" sz="1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1200" b="0" dirty="0"/>
                  <a:t>,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zh-CN" sz="1200" b="0" dirty="0"/>
                  <a:t>, </a:t>
                </a:r>
                <a14:m>
                  <m:oMath xmlns:m="http://schemas.openxmlformats.org/officeDocument/2006/math"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altLang="zh-CN" sz="1200" b="0" dirty="0"/>
              </a:p>
            </p:txBody>
          </p:sp>
        </mc:Choice>
        <mc:Fallback xmlns="">
          <p:sp>
            <p:nvSpPr>
              <p:cNvPr id="109" name="文本框 108">
                <a:extLst>
                  <a:ext uri="{FF2B5EF4-FFF2-40B4-BE49-F238E27FC236}">
                    <a16:creationId xmlns:a16="http://schemas.microsoft.com/office/drawing/2014/main" id="{7D4EF347-45EC-FA96-0886-541151FCE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94" y="423988"/>
                <a:ext cx="4564101" cy="949171"/>
              </a:xfrm>
              <a:prstGeom prst="rect">
                <a:avLst/>
              </a:prstGeom>
              <a:blipFill>
                <a:blip r:embed="rId3"/>
                <a:stretch>
                  <a:fillRect l="-2003" t="-62581" r="-534" b="-81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BB81A45C-91C5-B4F4-B823-741000E370EB}"/>
                  </a:ext>
                </a:extLst>
              </p:cNvPr>
              <p:cNvSpPr txBox="1"/>
              <p:nvPr/>
            </p:nvSpPr>
            <p:spPr>
              <a:xfrm>
                <a:off x="256031" y="1645638"/>
                <a:ext cx="4237507" cy="7145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𝐵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,  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zh-CN" sz="1200" b="0" dirty="0">
                  <a:cs typeface="Arial" panose="020B0604020202020204" pitchFamily="34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1200" i="1" smtClean="0">
                          <a:latin typeface="Cambria Math" panose="02040503050406030204" pitchFamily="18" charset="0"/>
                        </a:rPr>
                        <m:t>⇔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dirty="0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dirty="0" smtClea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</m:oMath>
                  </m:oMathPara>
                </a14:m>
                <a:endParaRPr lang="zh-CN" altLang="en-US" sz="1200" dirty="0"/>
              </a:p>
            </p:txBody>
          </p:sp>
        </mc:Choice>
        <mc:Fallback xmlns="">
          <p:sp>
            <p:nvSpPr>
              <p:cNvPr id="110" name="文本框 109">
                <a:extLst>
                  <a:ext uri="{FF2B5EF4-FFF2-40B4-BE49-F238E27FC236}">
                    <a16:creationId xmlns:a16="http://schemas.microsoft.com/office/drawing/2014/main" id="{BB81A45C-91C5-B4F4-B823-741000E370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031" y="1645638"/>
                <a:ext cx="4237507" cy="714555"/>
              </a:xfrm>
              <a:prstGeom prst="rect">
                <a:avLst/>
              </a:prstGeom>
              <a:blipFill>
                <a:blip r:embed="rId4"/>
                <a:stretch>
                  <a:fillRect t="-1709" b="-59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C4305206-D635-457D-7FA8-4166E467BB49}"/>
                  </a:ext>
                </a:extLst>
              </p:cNvPr>
              <p:cNvSpPr txBox="1"/>
              <p:nvPr/>
            </p:nvSpPr>
            <p:spPr>
              <a:xfrm>
                <a:off x="440207" y="2482794"/>
                <a:ext cx="4044441" cy="86985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zh-CN" sz="12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altLang="zh-CN" sz="1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mPr>
                          <m:mr>
                            <m:e>
                              <m:sSubSup>
                                <m:sSubSupPr>
                                  <m:ctrlP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  <m: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</m:t>
                                  </m:r>
                                </m:sub>
                                <m:sup>
                                  <m:r>
                                    <m:rPr>
                                      <m:brk m:alnAt="7"/>
                                    </m:rP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12</m:t>
                                  </m:r>
                                </m:sub>
                                <m:sup>
                                  <m: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mr>
                          <m:mr>
                            <m:e>
                              <m:sSubSup>
                                <m:sSubSupPr>
                                  <m:ctrlP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12</m:t>
                                  </m:r>
                                </m:sub>
                                <m:sup>
                                  <m: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  <m:e>
                              <m:sSubSup>
                                <m:sSubSupPr>
                                  <m:ctrlP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22</m:t>
                                  </m:r>
                                </m:sub>
                                <m:sup>
                                  <m:r>
                                    <a:rPr lang="en-US" altLang="zh-CN" sz="1200" b="0" i="1" dirty="0" smtClean="0"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mr>
                        </m:m>
                      </m:e>
                    </m:d>
                    <m:r>
                      <a:rPr lang="en-US" altLang="zh-CN" sz="1200" b="0" i="1" dirty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⇒</m:t>
                    </m:r>
                    <m:d>
                      <m:dPr>
                        <m:begChr m:val="{"/>
                        <m:endChr m:val=""/>
                        <m:ctrlPr>
                          <a:rPr lang="en-US" altLang="zh-CN" sz="1200" b="0" i="1" dirty="0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eqArrPr>
                          <m:e>
                            <m:f>
                              <m:f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𝑑𝑡</m:t>
                                </m:r>
                              </m:den>
                            </m:f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11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12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CN" sz="1200" b="0" i="1" dirty="0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200" b="0" i="1" dirty="0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sz="1200" b="0" i="1" dirty="0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12</m:t>
                                        </m:r>
                                      </m:sub>
                                      <m:sup>
                                        <m:r>
                                          <a:rPr lang="en-US" altLang="zh-CN" sz="1200" b="0" i="1" dirty="0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            </m:t>
                            </m:r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11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e>
                          <m:e>
                            <m:f>
                              <m:f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𝑑𝑡</m:t>
                                </m:r>
                              </m:den>
                            </m:f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12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11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den>
                            </m:f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12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22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       </m:t>
                            </m:r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12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e>
                          <m:e>
                            <m:f>
                              <m:f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𝑑</m:t>
                                </m:r>
                              </m:num>
                              <m:den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𝑑𝑡</m:t>
                                </m:r>
                              </m:den>
                            </m:f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22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2</m:t>
                            </m:r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12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𝑅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1200" b="0" i="1" dirty="0" smtClean="0"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dPr>
                                  <m:e>
                                    <m:sSubSup>
                                      <m:sSubSupPr>
                                        <m:ctrlPr>
                                          <a:rPr lang="en-US" altLang="zh-CN" sz="1200" b="0" i="1" dirty="0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altLang="zh-CN" sz="1200" b="0" i="1" dirty="0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𝑝</m:t>
                                        </m:r>
                                      </m:e>
                                      <m:sub>
                                        <m:r>
                                          <a:rPr lang="en-US" altLang="zh-CN" sz="1200" b="0" i="1" dirty="0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22</m:t>
                                        </m:r>
                                      </m:sub>
                                      <m:sup>
                                        <m:r>
                                          <a:rPr lang="en-US" altLang="zh-CN" sz="1200" b="0" i="1" dirty="0" smtClean="0">
                                            <a:latin typeface="Cambria Math" panose="02040503050406030204" pitchFamily="18" charset="0"/>
                                            <a:cs typeface="Arial" panose="020B0604020202020204" pitchFamily="34" charset="0"/>
                                          </a:rPr>
                                          <m:t>∗</m:t>
                                        </m:r>
                                      </m:sup>
                                    </m:sSubSup>
                                  </m:e>
                                </m:d>
                              </m:e>
                              <m:sup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      </m:t>
                            </m:r>
                            <m:sSubSup>
                              <m:sSubSup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22</m:t>
                                </m:r>
                              </m:sub>
                              <m:sup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∗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200" b="0" i="1" dirty="0" smtClean="0"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d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=</m:t>
                            </m:r>
                            <m:r>
                              <a:rPr lang="en-US" altLang="zh-CN" sz="1200" b="0" i="1" dirty="0" smtClean="0"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1200" dirty="0"/>
                  <a:t> </a:t>
                </a:r>
              </a:p>
            </p:txBody>
          </p:sp>
        </mc:Choice>
        <mc:Fallback xmlns="">
          <p:sp>
            <p:nvSpPr>
              <p:cNvPr id="111" name="文本框 110">
                <a:extLst>
                  <a:ext uri="{FF2B5EF4-FFF2-40B4-BE49-F238E27FC236}">
                    <a16:creationId xmlns:a16="http://schemas.microsoft.com/office/drawing/2014/main" id="{C4305206-D635-457D-7FA8-4166E467B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207" y="2482794"/>
                <a:ext cx="4044441" cy="8698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4608195" cy="389890"/>
          </a:xfrm>
          <a:custGeom>
            <a:avLst/>
            <a:gdLst/>
            <a:ahLst/>
            <a:cxnLst/>
            <a:rect l="l" t="t" r="r" b="b"/>
            <a:pathLst>
              <a:path w="4608195" h="389890">
                <a:moveTo>
                  <a:pt x="4608004" y="0"/>
                </a:moveTo>
                <a:lnTo>
                  <a:pt x="0" y="0"/>
                </a:lnTo>
                <a:lnTo>
                  <a:pt x="0" y="389674"/>
                </a:lnTo>
                <a:lnTo>
                  <a:pt x="4608004" y="389674"/>
                </a:lnTo>
                <a:lnTo>
                  <a:pt x="4608004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5300" y="60916"/>
            <a:ext cx="3392170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spc="-100" dirty="0">
                <a:solidFill>
                  <a:srgbClr val="191919"/>
                </a:solidFill>
                <a:latin typeface="Arial"/>
                <a:cs typeface="Arial"/>
              </a:rPr>
              <a:t>Example:</a:t>
            </a:r>
            <a:r>
              <a:rPr sz="1700" spc="-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1700" spc="-120" dirty="0">
                <a:solidFill>
                  <a:srgbClr val="191919"/>
                </a:solidFill>
                <a:latin typeface="Arial"/>
                <a:cs typeface="Arial"/>
              </a:rPr>
              <a:t>LQR</a:t>
            </a:r>
            <a:r>
              <a:rPr sz="1700" dirty="0">
                <a:solidFill>
                  <a:srgbClr val="191919"/>
                </a:solidFill>
                <a:latin typeface="Arial"/>
                <a:cs typeface="Arial"/>
              </a:rPr>
              <a:t> of</a:t>
            </a:r>
            <a:r>
              <a:rPr sz="1700" spc="-6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1700" dirty="0">
                <a:solidFill>
                  <a:srgbClr val="191919"/>
                </a:solidFill>
                <a:latin typeface="Arial"/>
                <a:cs typeface="Arial"/>
              </a:rPr>
              <a:t>a</a:t>
            </a:r>
            <a:r>
              <a:rPr sz="1700" spc="-5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1700" spc="-105" dirty="0">
                <a:solidFill>
                  <a:srgbClr val="191919"/>
                </a:solidFill>
                <a:latin typeface="Arial"/>
                <a:cs typeface="Arial"/>
              </a:rPr>
              <a:t>pure</a:t>
            </a:r>
            <a:r>
              <a:rPr sz="1700" spc="-1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1700" spc="-45" dirty="0">
                <a:solidFill>
                  <a:srgbClr val="191919"/>
                </a:solidFill>
                <a:latin typeface="Arial"/>
                <a:cs typeface="Arial"/>
              </a:rPr>
              <a:t>inertia</a:t>
            </a:r>
            <a:r>
              <a:rPr sz="1700" spc="-55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1700" spc="-110" dirty="0">
                <a:solidFill>
                  <a:srgbClr val="191919"/>
                </a:solidFill>
                <a:latin typeface="Arial"/>
                <a:cs typeface="Arial"/>
              </a:rPr>
              <a:t>system</a:t>
            </a:r>
            <a:endParaRPr sz="17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5916" y="581569"/>
            <a:ext cx="1287541" cy="256893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31459" y="575092"/>
            <a:ext cx="1269768" cy="258954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98279" y="2137003"/>
            <a:ext cx="1017993" cy="1017993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12"/>
                </a:moveTo>
                <a:lnTo>
                  <a:pt x="3071952" y="12"/>
                </a:lnTo>
                <a:lnTo>
                  <a:pt x="1535976" y="12"/>
                </a:lnTo>
                <a:lnTo>
                  <a:pt x="0" y="0"/>
                </a:lnTo>
                <a:lnTo>
                  <a:pt x="0" y="109728"/>
                </a:lnTo>
                <a:lnTo>
                  <a:pt x="1535976" y="109728"/>
                </a:lnTo>
                <a:lnTo>
                  <a:pt x="3071952" y="109728"/>
                </a:lnTo>
                <a:lnTo>
                  <a:pt x="4607928" y="109728"/>
                </a:lnTo>
                <a:lnTo>
                  <a:pt x="4607928" y="12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5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25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0" dirty="0"/>
              <a:t>Example:</a:t>
            </a:r>
            <a:r>
              <a:rPr spc="-5" dirty="0"/>
              <a:t> </a:t>
            </a:r>
            <a:r>
              <a:rPr spc="-120" dirty="0"/>
              <a:t>LQR</a:t>
            </a:r>
            <a:r>
              <a:rPr dirty="0"/>
              <a:t> of</a:t>
            </a:r>
            <a:r>
              <a:rPr spc="-9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105" dirty="0"/>
              <a:t>pure</a:t>
            </a:r>
            <a:r>
              <a:rPr spc="-15" dirty="0"/>
              <a:t> </a:t>
            </a:r>
            <a:r>
              <a:rPr spc="-45" dirty="0"/>
              <a:t>inertia</a:t>
            </a:r>
            <a:r>
              <a:rPr spc="-65" dirty="0"/>
              <a:t> </a:t>
            </a:r>
            <a:r>
              <a:rPr spc="-95" dirty="0"/>
              <a:t>system:</a:t>
            </a:r>
            <a:r>
              <a:rPr spc="75" dirty="0"/>
              <a:t> </a:t>
            </a:r>
            <a:r>
              <a:rPr spc="-105" dirty="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493825" y="1943375"/>
            <a:ext cx="3810" cy="20320"/>
            <a:chOff x="1493825" y="1943375"/>
            <a:chExt cx="3810" cy="20320"/>
          </a:xfrm>
        </p:grpSpPr>
        <p:sp>
          <p:nvSpPr>
            <p:cNvPr id="4" name="object 4"/>
            <p:cNvSpPr/>
            <p:nvPr/>
          </p:nvSpPr>
          <p:spPr>
            <a:xfrm>
              <a:off x="1495730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495730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45830" y="1948267"/>
            <a:ext cx="10033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0.0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705939" y="1943375"/>
            <a:ext cx="1276985" cy="20320"/>
            <a:chOff x="1705939" y="1943375"/>
            <a:chExt cx="1276985" cy="20320"/>
          </a:xfrm>
        </p:grpSpPr>
        <p:sp>
          <p:nvSpPr>
            <p:cNvPr id="8" name="object 8"/>
            <p:cNvSpPr/>
            <p:nvPr/>
          </p:nvSpPr>
          <p:spPr>
            <a:xfrm>
              <a:off x="1707844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707844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919958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919958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132072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132072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44186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344186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556300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56300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68413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68413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80527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80527" y="1945280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718513" y="1948267"/>
            <a:ext cx="31242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24154" algn="l"/>
              </a:tabLst>
            </a:pPr>
            <a:r>
              <a:rPr sz="400" spc="-25" dirty="0">
                <a:latin typeface="Arial"/>
                <a:cs typeface="Arial"/>
              </a:rPr>
              <a:t>1.2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1.4</a:t>
            </a:r>
            <a:endParaRPr sz="4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657944" y="1948267"/>
            <a:ext cx="948690" cy="1530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24154" algn="l"/>
                <a:tab pos="436245" algn="l"/>
                <a:tab pos="648970" algn="l"/>
                <a:tab pos="861060" algn="l"/>
              </a:tabLst>
            </a:pPr>
            <a:r>
              <a:rPr sz="400" spc="-25" dirty="0">
                <a:latin typeface="Arial"/>
                <a:cs typeface="Arial"/>
              </a:rPr>
              <a:t>0.2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0.4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0.6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0.8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1.0</a:t>
            </a:r>
            <a:endParaRPr sz="400">
              <a:latin typeface="Arial"/>
              <a:cs typeface="Arial"/>
            </a:endParaRPr>
          </a:p>
          <a:p>
            <a:pPr marL="599440">
              <a:lnSpc>
                <a:spcPct val="100000"/>
              </a:lnSpc>
              <a:spcBef>
                <a:spcPts val="25"/>
              </a:spcBef>
            </a:pPr>
            <a:r>
              <a:rPr sz="400" spc="-10" dirty="0">
                <a:latin typeface="Arial"/>
                <a:cs typeface="Arial"/>
              </a:rPr>
              <a:t>time/s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1477454" y="698660"/>
            <a:ext cx="1691005" cy="1249045"/>
            <a:chOff x="1477454" y="698660"/>
            <a:chExt cx="1691005" cy="1249045"/>
          </a:xfrm>
        </p:grpSpPr>
        <p:sp>
          <p:nvSpPr>
            <p:cNvPr id="25" name="object 25"/>
            <p:cNvSpPr/>
            <p:nvPr/>
          </p:nvSpPr>
          <p:spPr>
            <a:xfrm>
              <a:off x="1479359" y="1888702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479359" y="1888702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479359" y="1665111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479359" y="1665111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479359" y="1441519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479359" y="1441519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479359" y="1217927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479359" y="1217927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479359" y="994335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1479359" y="994335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1479359" y="770744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479359" y="770744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495730" y="757143"/>
              <a:ext cx="1591310" cy="974090"/>
            </a:xfrm>
            <a:custGeom>
              <a:avLst/>
              <a:gdLst/>
              <a:ahLst/>
              <a:cxnLst/>
              <a:rect l="l" t="t" r="r" b="b"/>
              <a:pathLst>
                <a:path w="1591310" h="974089">
                  <a:moveTo>
                    <a:pt x="0" y="13600"/>
                  </a:moveTo>
                  <a:lnTo>
                    <a:pt x="16069" y="0"/>
                  </a:lnTo>
                  <a:lnTo>
                    <a:pt x="32138" y="6035"/>
                  </a:lnTo>
                  <a:lnTo>
                    <a:pt x="48207" y="47963"/>
                  </a:lnTo>
                  <a:lnTo>
                    <a:pt x="64276" y="131437"/>
                  </a:lnTo>
                  <a:lnTo>
                    <a:pt x="80346" y="247315"/>
                  </a:lnTo>
                  <a:lnTo>
                    <a:pt x="96415" y="377015"/>
                  </a:lnTo>
                  <a:lnTo>
                    <a:pt x="112484" y="501497"/>
                  </a:lnTo>
                  <a:lnTo>
                    <a:pt x="128553" y="610067"/>
                  </a:lnTo>
                  <a:lnTo>
                    <a:pt x="144623" y="698309"/>
                  </a:lnTo>
                  <a:lnTo>
                    <a:pt x="160692" y="767699"/>
                  </a:lnTo>
                  <a:lnTo>
                    <a:pt x="176761" y="820777"/>
                  </a:lnTo>
                  <a:lnTo>
                    <a:pt x="192830" y="860919"/>
                  </a:lnTo>
                  <a:lnTo>
                    <a:pt x="224969" y="913573"/>
                  </a:lnTo>
                  <a:lnTo>
                    <a:pt x="257107" y="942726"/>
                  </a:lnTo>
                  <a:lnTo>
                    <a:pt x="305315" y="963249"/>
                  </a:lnTo>
                  <a:lnTo>
                    <a:pt x="353523" y="970520"/>
                  </a:lnTo>
                  <a:lnTo>
                    <a:pt x="401730" y="972628"/>
                  </a:lnTo>
                  <a:lnTo>
                    <a:pt x="449938" y="972984"/>
                  </a:lnTo>
                  <a:lnTo>
                    <a:pt x="482076" y="972996"/>
                  </a:lnTo>
                  <a:lnTo>
                    <a:pt x="498146" y="973013"/>
                  </a:lnTo>
                  <a:lnTo>
                    <a:pt x="514215" y="973034"/>
                  </a:lnTo>
                  <a:lnTo>
                    <a:pt x="530284" y="973051"/>
                  </a:lnTo>
                  <a:lnTo>
                    <a:pt x="546353" y="973061"/>
                  </a:lnTo>
                  <a:lnTo>
                    <a:pt x="562423" y="973068"/>
                  </a:lnTo>
                  <a:lnTo>
                    <a:pt x="578492" y="973081"/>
                  </a:lnTo>
                  <a:lnTo>
                    <a:pt x="594561" y="973114"/>
                  </a:lnTo>
                  <a:lnTo>
                    <a:pt x="610630" y="973170"/>
                  </a:lnTo>
                  <a:lnTo>
                    <a:pt x="626700" y="973230"/>
                  </a:lnTo>
                  <a:lnTo>
                    <a:pt x="642769" y="973281"/>
                  </a:lnTo>
                  <a:lnTo>
                    <a:pt x="658838" y="973317"/>
                  </a:lnTo>
                  <a:lnTo>
                    <a:pt x="674907" y="973334"/>
                  </a:lnTo>
                  <a:lnTo>
                    <a:pt x="690976" y="973337"/>
                  </a:lnTo>
                  <a:lnTo>
                    <a:pt x="707046" y="973334"/>
                  </a:lnTo>
                  <a:lnTo>
                    <a:pt x="723115" y="973340"/>
                  </a:lnTo>
                  <a:lnTo>
                    <a:pt x="771323" y="973405"/>
                  </a:lnTo>
                  <a:lnTo>
                    <a:pt x="819530" y="973433"/>
                  </a:lnTo>
                  <a:lnTo>
                    <a:pt x="851669" y="973444"/>
                  </a:lnTo>
                  <a:lnTo>
                    <a:pt x="867738" y="973450"/>
                  </a:lnTo>
                  <a:lnTo>
                    <a:pt x="883807" y="973457"/>
                  </a:lnTo>
                  <a:lnTo>
                    <a:pt x="899876" y="973461"/>
                  </a:lnTo>
                  <a:lnTo>
                    <a:pt x="915946" y="973445"/>
                  </a:lnTo>
                  <a:lnTo>
                    <a:pt x="932015" y="973417"/>
                  </a:lnTo>
                  <a:lnTo>
                    <a:pt x="948084" y="973389"/>
                  </a:lnTo>
                  <a:lnTo>
                    <a:pt x="964153" y="973370"/>
                  </a:lnTo>
                  <a:lnTo>
                    <a:pt x="980223" y="973365"/>
                  </a:lnTo>
                  <a:lnTo>
                    <a:pt x="996292" y="973377"/>
                  </a:lnTo>
                  <a:lnTo>
                    <a:pt x="1012361" y="973407"/>
                  </a:lnTo>
                  <a:lnTo>
                    <a:pt x="1028430" y="973450"/>
                  </a:lnTo>
                  <a:lnTo>
                    <a:pt x="1044500" y="973501"/>
                  </a:lnTo>
                  <a:lnTo>
                    <a:pt x="1060569" y="973550"/>
                  </a:lnTo>
                  <a:lnTo>
                    <a:pt x="1076638" y="973587"/>
                  </a:lnTo>
                  <a:lnTo>
                    <a:pt x="1092707" y="973595"/>
                  </a:lnTo>
                  <a:lnTo>
                    <a:pt x="1108776" y="973567"/>
                  </a:lnTo>
                  <a:lnTo>
                    <a:pt x="1124846" y="973531"/>
                  </a:lnTo>
                  <a:lnTo>
                    <a:pt x="1140915" y="973496"/>
                  </a:lnTo>
                  <a:lnTo>
                    <a:pt x="1156984" y="973470"/>
                  </a:lnTo>
                  <a:lnTo>
                    <a:pt x="1173053" y="973456"/>
                  </a:lnTo>
                  <a:lnTo>
                    <a:pt x="1189123" y="973457"/>
                  </a:lnTo>
                  <a:lnTo>
                    <a:pt x="1205192" y="973470"/>
                  </a:lnTo>
                  <a:lnTo>
                    <a:pt x="1221261" y="973491"/>
                  </a:lnTo>
                  <a:lnTo>
                    <a:pt x="1237330" y="973515"/>
                  </a:lnTo>
                  <a:lnTo>
                    <a:pt x="1253400" y="973532"/>
                  </a:lnTo>
                  <a:lnTo>
                    <a:pt x="1269469" y="973530"/>
                  </a:lnTo>
                  <a:lnTo>
                    <a:pt x="1285538" y="973497"/>
                  </a:lnTo>
                  <a:lnTo>
                    <a:pt x="1301607" y="973488"/>
                  </a:lnTo>
                  <a:lnTo>
                    <a:pt x="1317676" y="973512"/>
                  </a:lnTo>
                  <a:lnTo>
                    <a:pt x="1333746" y="973545"/>
                  </a:lnTo>
                  <a:lnTo>
                    <a:pt x="1349815" y="973570"/>
                  </a:lnTo>
                  <a:lnTo>
                    <a:pt x="1398023" y="973505"/>
                  </a:lnTo>
                  <a:lnTo>
                    <a:pt x="1430161" y="973362"/>
                  </a:lnTo>
                  <a:lnTo>
                    <a:pt x="1446230" y="973296"/>
                  </a:lnTo>
                  <a:lnTo>
                    <a:pt x="1462300" y="973264"/>
                  </a:lnTo>
                  <a:lnTo>
                    <a:pt x="1478369" y="973288"/>
                  </a:lnTo>
                  <a:lnTo>
                    <a:pt x="1494438" y="973352"/>
                  </a:lnTo>
                  <a:lnTo>
                    <a:pt x="1510507" y="973422"/>
                  </a:lnTo>
                  <a:lnTo>
                    <a:pt x="1526576" y="973475"/>
                  </a:lnTo>
                  <a:lnTo>
                    <a:pt x="1542646" y="973499"/>
                  </a:lnTo>
                  <a:lnTo>
                    <a:pt x="1558715" y="973485"/>
                  </a:lnTo>
                  <a:lnTo>
                    <a:pt x="1574784" y="973438"/>
                  </a:lnTo>
                  <a:lnTo>
                    <a:pt x="1590853" y="973368"/>
                  </a:lnTo>
                </a:path>
              </a:pathLst>
            </a:custGeom>
            <a:ln w="7016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495730" y="1855813"/>
              <a:ext cx="1591310" cy="33020"/>
            </a:xfrm>
            <a:custGeom>
              <a:avLst/>
              <a:gdLst/>
              <a:ahLst/>
              <a:cxnLst/>
              <a:rect l="l" t="t" r="r" b="b"/>
              <a:pathLst>
                <a:path w="1591310" h="33019">
                  <a:moveTo>
                    <a:pt x="0" y="32889"/>
                  </a:moveTo>
                  <a:lnTo>
                    <a:pt x="48207" y="8608"/>
                  </a:lnTo>
                  <a:lnTo>
                    <a:pt x="96415" y="0"/>
                  </a:lnTo>
                  <a:lnTo>
                    <a:pt x="112484" y="1358"/>
                  </a:lnTo>
                  <a:lnTo>
                    <a:pt x="128553" y="3692"/>
                  </a:lnTo>
                  <a:lnTo>
                    <a:pt x="144623" y="6341"/>
                  </a:lnTo>
                  <a:lnTo>
                    <a:pt x="160692" y="8953"/>
                  </a:lnTo>
                  <a:lnTo>
                    <a:pt x="208900" y="15089"/>
                  </a:lnTo>
                  <a:lnTo>
                    <a:pt x="257107" y="18636"/>
                  </a:lnTo>
                  <a:lnTo>
                    <a:pt x="305315" y="20461"/>
                  </a:lnTo>
                  <a:lnTo>
                    <a:pt x="353523" y="21292"/>
                  </a:lnTo>
                  <a:lnTo>
                    <a:pt x="401730" y="21613"/>
                  </a:lnTo>
                  <a:lnTo>
                    <a:pt x="449938" y="21702"/>
                  </a:lnTo>
                  <a:lnTo>
                    <a:pt x="482076" y="21711"/>
                  </a:lnTo>
                  <a:lnTo>
                    <a:pt x="498146" y="21709"/>
                  </a:lnTo>
                  <a:lnTo>
                    <a:pt x="514215" y="21706"/>
                  </a:lnTo>
                  <a:lnTo>
                    <a:pt x="530284" y="21703"/>
                  </a:lnTo>
                  <a:lnTo>
                    <a:pt x="546353" y="21700"/>
                  </a:lnTo>
                  <a:lnTo>
                    <a:pt x="562423" y="21698"/>
                  </a:lnTo>
                  <a:lnTo>
                    <a:pt x="578492" y="21697"/>
                  </a:lnTo>
                  <a:lnTo>
                    <a:pt x="594561" y="21696"/>
                  </a:lnTo>
                  <a:lnTo>
                    <a:pt x="610630" y="21696"/>
                  </a:lnTo>
                  <a:lnTo>
                    <a:pt x="626700" y="21698"/>
                  </a:lnTo>
                  <a:lnTo>
                    <a:pt x="642769" y="21700"/>
                  </a:lnTo>
                  <a:lnTo>
                    <a:pt x="658838" y="21701"/>
                  </a:lnTo>
                  <a:lnTo>
                    <a:pt x="674907" y="21701"/>
                  </a:lnTo>
                  <a:lnTo>
                    <a:pt x="690976" y="21700"/>
                  </a:lnTo>
                  <a:lnTo>
                    <a:pt x="707046" y="21699"/>
                  </a:lnTo>
                  <a:lnTo>
                    <a:pt x="723115" y="21699"/>
                  </a:lnTo>
                  <a:lnTo>
                    <a:pt x="739184" y="21700"/>
                  </a:lnTo>
                  <a:lnTo>
                    <a:pt x="755253" y="21703"/>
                  </a:lnTo>
                  <a:lnTo>
                    <a:pt x="771323" y="21705"/>
                  </a:lnTo>
                  <a:lnTo>
                    <a:pt x="787392" y="21706"/>
                  </a:lnTo>
                  <a:lnTo>
                    <a:pt x="803461" y="21707"/>
                  </a:lnTo>
                  <a:lnTo>
                    <a:pt x="819530" y="21708"/>
                  </a:lnTo>
                  <a:lnTo>
                    <a:pt x="835600" y="21707"/>
                  </a:lnTo>
                  <a:lnTo>
                    <a:pt x="851669" y="21706"/>
                  </a:lnTo>
                  <a:lnTo>
                    <a:pt x="867738" y="21706"/>
                  </a:lnTo>
                  <a:lnTo>
                    <a:pt x="883807" y="21706"/>
                  </a:lnTo>
                  <a:lnTo>
                    <a:pt x="899876" y="21707"/>
                  </a:lnTo>
                  <a:lnTo>
                    <a:pt x="915946" y="21706"/>
                  </a:lnTo>
                  <a:lnTo>
                    <a:pt x="932015" y="21705"/>
                  </a:lnTo>
                  <a:lnTo>
                    <a:pt x="948084" y="21704"/>
                  </a:lnTo>
                  <a:lnTo>
                    <a:pt x="964153" y="21702"/>
                  </a:lnTo>
                  <a:lnTo>
                    <a:pt x="1012361" y="21704"/>
                  </a:lnTo>
                  <a:lnTo>
                    <a:pt x="1060569" y="21713"/>
                  </a:lnTo>
                  <a:lnTo>
                    <a:pt x="1076638" y="21716"/>
                  </a:lnTo>
                  <a:lnTo>
                    <a:pt x="1092707" y="21718"/>
                  </a:lnTo>
                  <a:lnTo>
                    <a:pt x="1108776" y="21717"/>
                  </a:lnTo>
                  <a:lnTo>
                    <a:pt x="1124846" y="21713"/>
                  </a:lnTo>
                  <a:lnTo>
                    <a:pt x="1140915" y="21709"/>
                  </a:lnTo>
                  <a:lnTo>
                    <a:pt x="1156984" y="21704"/>
                  </a:lnTo>
                  <a:lnTo>
                    <a:pt x="1173053" y="21702"/>
                  </a:lnTo>
                  <a:lnTo>
                    <a:pt x="1189123" y="21703"/>
                  </a:lnTo>
                  <a:lnTo>
                    <a:pt x="1205192" y="21706"/>
                  </a:lnTo>
                  <a:lnTo>
                    <a:pt x="1221261" y="21711"/>
                  </a:lnTo>
                  <a:lnTo>
                    <a:pt x="1237330" y="21718"/>
                  </a:lnTo>
                  <a:lnTo>
                    <a:pt x="1253400" y="21724"/>
                  </a:lnTo>
                  <a:lnTo>
                    <a:pt x="1269469" y="21727"/>
                  </a:lnTo>
                  <a:lnTo>
                    <a:pt x="1285538" y="21724"/>
                  </a:lnTo>
                  <a:lnTo>
                    <a:pt x="1301607" y="21720"/>
                  </a:lnTo>
                  <a:lnTo>
                    <a:pt x="1317676" y="21717"/>
                  </a:lnTo>
                  <a:lnTo>
                    <a:pt x="1333746" y="21716"/>
                  </a:lnTo>
                  <a:lnTo>
                    <a:pt x="1349815" y="21715"/>
                  </a:lnTo>
                  <a:lnTo>
                    <a:pt x="1365884" y="21715"/>
                  </a:lnTo>
                  <a:lnTo>
                    <a:pt x="1381953" y="21715"/>
                  </a:lnTo>
                  <a:lnTo>
                    <a:pt x="1398023" y="21714"/>
                  </a:lnTo>
                  <a:lnTo>
                    <a:pt x="1414092" y="21713"/>
                  </a:lnTo>
                  <a:lnTo>
                    <a:pt x="1430161" y="21712"/>
                  </a:lnTo>
                  <a:lnTo>
                    <a:pt x="1446230" y="21710"/>
                  </a:lnTo>
                  <a:lnTo>
                    <a:pt x="1462300" y="21706"/>
                  </a:lnTo>
                  <a:lnTo>
                    <a:pt x="1478369" y="21704"/>
                  </a:lnTo>
                  <a:lnTo>
                    <a:pt x="1494438" y="21708"/>
                  </a:lnTo>
                  <a:lnTo>
                    <a:pt x="1510507" y="21713"/>
                  </a:lnTo>
                  <a:lnTo>
                    <a:pt x="1526576" y="21717"/>
                  </a:lnTo>
                  <a:lnTo>
                    <a:pt x="1542646" y="21719"/>
                  </a:lnTo>
                  <a:lnTo>
                    <a:pt x="1558715" y="21717"/>
                  </a:lnTo>
                  <a:lnTo>
                    <a:pt x="1574784" y="21711"/>
                  </a:lnTo>
                  <a:lnTo>
                    <a:pt x="1590853" y="21703"/>
                  </a:lnTo>
                </a:path>
              </a:pathLst>
            </a:custGeom>
            <a:ln w="7016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1495730" y="770744"/>
              <a:ext cx="1591310" cy="1116965"/>
            </a:xfrm>
            <a:custGeom>
              <a:avLst/>
              <a:gdLst/>
              <a:ahLst/>
              <a:cxnLst/>
              <a:rect l="l" t="t" r="r" b="b"/>
              <a:pathLst>
                <a:path w="1591310" h="1116964">
                  <a:moveTo>
                    <a:pt x="0" y="0"/>
                  </a:moveTo>
                  <a:lnTo>
                    <a:pt x="16069" y="1110548"/>
                  </a:lnTo>
                  <a:lnTo>
                    <a:pt x="64276" y="1115221"/>
                  </a:lnTo>
                  <a:lnTo>
                    <a:pt x="80346" y="1115263"/>
                  </a:lnTo>
                  <a:lnTo>
                    <a:pt x="96415" y="1115254"/>
                  </a:lnTo>
                  <a:lnTo>
                    <a:pt x="112484" y="1115263"/>
                  </a:lnTo>
                  <a:lnTo>
                    <a:pt x="128553" y="1115311"/>
                  </a:lnTo>
                  <a:lnTo>
                    <a:pt x="144623" y="1115389"/>
                  </a:lnTo>
                  <a:lnTo>
                    <a:pt x="160692" y="1115487"/>
                  </a:lnTo>
                  <a:lnTo>
                    <a:pt x="176761" y="1115591"/>
                  </a:lnTo>
                  <a:lnTo>
                    <a:pt x="192830" y="1115695"/>
                  </a:lnTo>
                  <a:lnTo>
                    <a:pt x="241038" y="1115966"/>
                  </a:lnTo>
                  <a:lnTo>
                    <a:pt x="289246" y="1116155"/>
                  </a:lnTo>
                  <a:lnTo>
                    <a:pt x="337453" y="1116271"/>
                  </a:lnTo>
                  <a:lnTo>
                    <a:pt x="385661" y="1116333"/>
                  </a:lnTo>
                  <a:lnTo>
                    <a:pt x="433869" y="1116362"/>
                  </a:lnTo>
                  <a:lnTo>
                    <a:pt x="482076" y="1116373"/>
                  </a:lnTo>
                  <a:lnTo>
                    <a:pt x="530284" y="1116376"/>
                  </a:lnTo>
                  <a:lnTo>
                    <a:pt x="578492" y="1116377"/>
                  </a:lnTo>
                  <a:lnTo>
                    <a:pt x="594561" y="1116377"/>
                  </a:lnTo>
                  <a:lnTo>
                    <a:pt x="610630" y="1116377"/>
                  </a:lnTo>
                  <a:lnTo>
                    <a:pt x="626700" y="1116377"/>
                  </a:lnTo>
                  <a:lnTo>
                    <a:pt x="642769" y="1116377"/>
                  </a:lnTo>
                  <a:lnTo>
                    <a:pt x="658838" y="1116377"/>
                  </a:lnTo>
                  <a:lnTo>
                    <a:pt x="674907" y="1116377"/>
                  </a:lnTo>
                  <a:lnTo>
                    <a:pt x="690976" y="1116377"/>
                  </a:lnTo>
                  <a:lnTo>
                    <a:pt x="707046" y="1116377"/>
                  </a:lnTo>
                  <a:lnTo>
                    <a:pt x="723115" y="1116376"/>
                  </a:lnTo>
                  <a:lnTo>
                    <a:pt x="739184" y="1116377"/>
                  </a:lnTo>
                  <a:lnTo>
                    <a:pt x="755253" y="1116377"/>
                  </a:lnTo>
                  <a:lnTo>
                    <a:pt x="771323" y="1116377"/>
                  </a:lnTo>
                  <a:lnTo>
                    <a:pt x="787392" y="1116377"/>
                  </a:lnTo>
                  <a:lnTo>
                    <a:pt x="803461" y="1116377"/>
                  </a:lnTo>
                  <a:lnTo>
                    <a:pt x="819530" y="1116377"/>
                  </a:lnTo>
                  <a:lnTo>
                    <a:pt x="835600" y="1116377"/>
                  </a:lnTo>
                  <a:lnTo>
                    <a:pt x="851669" y="1116377"/>
                  </a:lnTo>
                  <a:lnTo>
                    <a:pt x="867738" y="1116377"/>
                  </a:lnTo>
                  <a:lnTo>
                    <a:pt x="883807" y="1116377"/>
                  </a:lnTo>
                  <a:lnTo>
                    <a:pt x="899876" y="1116377"/>
                  </a:lnTo>
                  <a:lnTo>
                    <a:pt x="915946" y="1116377"/>
                  </a:lnTo>
                  <a:lnTo>
                    <a:pt x="932015" y="1116377"/>
                  </a:lnTo>
                  <a:lnTo>
                    <a:pt x="948084" y="1116377"/>
                  </a:lnTo>
                  <a:lnTo>
                    <a:pt x="964153" y="1116377"/>
                  </a:lnTo>
                  <a:lnTo>
                    <a:pt x="980223" y="1116377"/>
                  </a:lnTo>
                  <a:lnTo>
                    <a:pt x="996292" y="1116377"/>
                  </a:lnTo>
                  <a:lnTo>
                    <a:pt x="1012361" y="1116377"/>
                  </a:lnTo>
                  <a:lnTo>
                    <a:pt x="1028430" y="1116377"/>
                  </a:lnTo>
                  <a:lnTo>
                    <a:pt x="1044500" y="1116377"/>
                  </a:lnTo>
                  <a:lnTo>
                    <a:pt x="1060569" y="1116377"/>
                  </a:lnTo>
                  <a:lnTo>
                    <a:pt x="1076638" y="1116377"/>
                  </a:lnTo>
                  <a:lnTo>
                    <a:pt x="1092707" y="1116377"/>
                  </a:lnTo>
                  <a:lnTo>
                    <a:pt x="1108776" y="1116377"/>
                  </a:lnTo>
                  <a:lnTo>
                    <a:pt x="1124846" y="1116377"/>
                  </a:lnTo>
                  <a:lnTo>
                    <a:pt x="1140915" y="1116377"/>
                  </a:lnTo>
                  <a:lnTo>
                    <a:pt x="1156984" y="1116376"/>
                  </a:lnTo>
                  <a:lnTo>
                    <a:pt x="1173053" y="1116376"/>
                  </a:lnTo>
                  <a:lnTo>
                    <a:pt x="1189123" y="1116376"/>
                  </a:lnTo>
                  <a:lnTo>
                    <a:pt x="1205192" y="1116377"/>
                  </a:lnTo>
                  <a:lnTo>
                    <a:pt x="1221261" y="1116377"/>
                  </a:lnTo>
                  <a:lnTo>
                    <a:pt x="1237330" y="1116378"/>
                  </a:lnTo>
                  <a:lnTo>
                    <a:pt x="1253400" y="1116379"/>
                  </a:lnTo>
                  <a:lnTo>
                    <a:pt x="1269469" y="1116379"/>
                  </a:lnTo>
                  <a:lnTo>
                    <a:pt x="1285538" y="1116379"/>
                  </a:lnTo>
                  <a:lnTo>
                    <a:pt x="1301607" y="1116378"/>
                  </a:lnTo>
                  <a:lnTo>
                    <a:pt x="1317676" y="1116378"/>
                  </a:lnTo>
                  <a:lnTo>
                    <a:pt x="1333746" y="1116377"/>
                  </a:lnTo>
                  <a:lnTo>
                    <a:pt x="1349815" y="1116377"/>
                  </a:lnTo>
                  <a:lnTo>
                    <a:pt x="1365884" y="1116377"/>
                  </a:lnTo>
                  <a:lnTo>
                    <a:pt x="1381953" y="1116377"/>
                  </a:lnTo>
                  <a:lnTo>
                    <a:pt x="1398023" y="1116377"/>
                  </a:lnTo>
                  <a:lnTo>
                    <a:pt x="1414092" y="1116378"/>
                  </a:lnTo>
                  <a:lnTo>
                    <a:pt x="1430161" y="1116379"/>
                  </a:lnTo>
                  <a:lnTo>
                    <a:pt x="1446230" y="1116379"/>
                  </a:lnTo>
                  <a:lnTo>
                    <a:pt x="1462300" y="1116379"/>
                  </a:lnTo>
                  <a:lnTo>
                    <a:pt x="1478369" y="1116378"/>
                  </a:lnTo>
                  <a:lnTo>
                    <a:pt x="1494438" y="1116378"/>
                  </a:lnTo>
                  <a:lnTo>
                    <a:pt x="1510507" y="1116378"/>
                  </a:lnTo>
                  <a:lnTo>
                    <a:pt x="1526576" y="1116378"/>
                  </a:lnTo>
                  <a:lnTo>
                    <a:pt x="1542646" y="1116378"/>
                  </a:lnTo>
                  <a:lnTo>
                    <a:pt x="1558715" y="1116378"/>
                  </a:lnTo>
                  <a:lnTo>
                    <a:pt x="1574784" y="1116378"/>
                  </a:lnTo>
                  <a:lnTo>
                    <a:pt x="1590853" y="1116377"/>
                  </a:lnTo>
                </a:path>
              </a:pathLst>
            </a:custGeom>
            <a:ln w="7016">
              <a:solidFill>
                <a:srgbClr val="2BA02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1495730" y="700565"/>
              <a:ext cx="1670685" cy="1245235"/>
            </a:xfrm>
            <a:custGeom>
              <a:avLst/>
              <a:gdLst/>
              <a:ahLst/>
              <a:cxnLst/>
              <a:rect l="l" t="t" r="r" b="b"/>
              <a:pathLst>
                <a:path w="1670685" h="1245235">
                  <a:moveTo>
                    <a:pt x="0" y="1244714"/>
                  </a:moveTo>
                  <a:lnTo>
                    <a:pt x="0" y="0"/>
                  </a:lnTo>
                </a:path>
                <a:path w="1670685" h="1245235">
                  <a:moveTo>
                    <a:pt x="1670396" y="1244714"/>
                  </a:moveTo>
                  <a:lnTo>
                    <a:pt x="1670396" y="0"/>
                  </a:lnTo>
                </a:path>
                <a:path w="1670685" h="1245235">
                  <a:moveTo>
                    <a:pt x="0" y="1244714"/>
                  </a:moveTo>
                  <a:lnTo>
                    <a:pt x="1670396" y="1244714"/>
                  </a:lnTo>
                </a:path>
                <a:path w="1670685" h="1245235">
                  <a:moveTo>
                    <a:pt x="0" y="0"/>
                  </a:moveTo>
                  <a:lnTo>
                    <a:pt x="1670396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899515" y="723952"/>
              <a:ext cx="243840" cy="266700"/>
            </a:xfrm>
            <a:custGeom>
              <a:avLst/>
              <a:gdLst/>
              <a:ahLst/>
              <a:cxnLst/>
              <a:rect l="l" t="t" r="r" b="b"/>
              <a:pathLst>
                <a:path w="243839" h="266700">
                  <a:moveTo>
                    <a:pt x="240107" y="0"/>
                  </a:moveTo>
                  <a:lnTo>
                    <a:pt x="3118" y="0"/>
                  </a:lnTo>
                  <a:lnTo>
                    <a:pt x="0" y="3118"/>
                  </a:lnTo>
                  <a:lnTo>
                    <a:pt x="0" y="263494"/>
                  </a:lnTo>
                  <a:lnTo>
                    <a:pt x="3118" y="266612"/>
                  </a:lnTo>
                  <a:lnTo>
                    <a:pt x="9354" y="266612"/>
                  </a:lnTo>
                  <a:lnTo>
                    <a:pt x="240107" y="266612"/>
                  </a:lnTo>
                  <a:lnTo>
                    <a:pt x="243225" y="263494"/>
                  </a:lnTo>
                  <a:lnTo>
                    <a:pt x="243225" y="3118"/>
                  </a:lnTo>
                  <a:lnTo>
                    <a:pt x="240107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899515" y="723952"/>
              <a:ext cx="243840" cy="266700"/>
            </a:xfrm>
            <a:custGeom>
              <a:avLst/>
              <a:gdLst/>
              <a:ahLst/>
              <a:cxnLst/>
              <a:rect l="l" t="t" r="r" b="b"/>
              <a:pathLst>
                <a:path w="243839" h="266700">
                  <a:moveTo>
                    <a:pt x="9354" y="266612"/>
                  </a:moveTo>
                  <a:lnTo>
                    <a:pt x="233870" y="266612"/>
                  </a:lnTo>
                  <a:lnTo>
                    <a:pt x="240107" y="266612"/>
                  </a:lnTo>
                  <a:lnTo>
                    <a:pt x="243225" y="263494"/>
                  </a:lnTo>
                  <a:lnTo>
                    <a:pt x="243225" y="257257"/>
                  </a:lnTo>
                  <a:lnTo>
                    <a:pt x="243225" y="9354"/>
                  </a:lnTo>
                  <a:lnTo>
                    <a:pt x="243225" y="3118"/>
                  </a:lnTo>
                  <a:lnTo>
                    <a:pt x="240107" y="0"/>
                  </a:lnTo>
                  <a:lnTo>
                    <a:pt x="233870" y="0"/>
                  </a:lnTo>
                  <a:lnTo>
                    <a:pt x="9354" y="0"/>
                  </a:lnTo>
                  <a:lnTo>
                    <a:pt x="3118" y="0"/>
                  </a:lnTo>
                  <a:lnTo>
                    <a:pt x="0" y="3118"/>
                  </a:lnTo>
                  <a:lnTo>
                    <a:pt x="0" y="9354"/>
                  </a:lnTo>
                  <a:lnTo>
                    <a:pt x="0" y="257257"/>
                  </a:lnTo>
                  <a:lnTo>
                    <a:pt x="0" y="263494"/>
                  </a:lnTo>
                  <a:lnTo>
                    <a:pt x="3118" y="266612"/>
                  </a:lnTo>
                  <a:lnTo>
                    <a:pt x="9354" y="266612"/>
                  </a:lnTo>
                  <a:close/>
                </a:path>
              </a:pathLst>
            </a:custGeom>
            <a:ln w="4677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918224" y="773065"/>
              <a:ext cx="93980" cy="0"/>
            </a:xfrm>
            <a:custGeom>
              <a:avLst/>
              <a:gdLst/>
              <a:ahLst/>
              <a:cxnLst/>
              <a:rect l="l" t="t" r="r" b="b"/>
              <a:pathLst>
                <a:path w="93980">
                  <a:moveTo>
                    <a:pt x="0" y="0"/>
                  </a:moveTo>
                  <a:lnTo>
                    <a:pt x="46774" y="0"/>
                  </a:lnTo>
                  <a:lnTo>
                    <a:pt x="93548" y="0"/>
                  </a:lnTo>
                </a:path>
              </a:pathLst>
            </a:custGeom>
            <a:ln w="7016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375888" y="1841188"/>
            <a:ext cx="10033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0.0</a:t>
            </a:r>
            <a:endParaRPr sz="4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375888" y="1617596"/>
            <a:ext cx="10033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0.2</a:t>
            </a:r>
            <a:endParaRPr sz="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375888" y="1394004"/>
            <a:ext cx="10033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0.4</a:t>
            </a:r>
            <a:endParaRPr sz="4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75888" y="1170412"/>
            <a:ext cx="10033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0.6</a:t>
            </a:r>
            <a:endParaRPr sz="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75888" y="946821"/>
            <a:ext cx="10033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0.8</a:t>
            </a:r>
            <a:endParaRPr sz="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375888" y="723229"/>
            <a:ext cx="10033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1.0</a:t>
            </a:r>
            <a:endParaRPr sz="4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023878" y="595908"/>
            <a:ext cx="60960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50" i="1" spc="-45" dirty="0">
                <a:latin typeface="Arial"/>
                <a:cs typeface="Arial"/>
              </a:rPr>
              <a:t>P</a:t>
            </a:r>
            <a:r>
              <a:rPr sz="450" i="1" spc="-25" dirty="0">
                <a:latin typeface="Arial"/>
                <a:cs typeface="Arial"/>
              </a:rPr>
              <a:t> </a:t>
            </a:r>
            <a:r>
              <a:rPr sz="525" baseline="23809" dirty="0">
                <a:latin typeface="Arial"/>
                <a:cs typeface="Arial"/>
              </a:rPr>
              <a:t>*</a:t>
            </a:r>
            <a:r>
              <a:rPr sz="525" spc="209" baseline="23809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with</a:t>
            </a:r>
            <a:r>
              <a:rPr sz="500" spc="20" dirty="0">
                <a:latin typeface="Arial"/>
                <a:cs typeface="Arial"/>
              </a:rPr>
              <a:t> </a:t>
            </a:r>
            <a:r>
              <a:rPr sz="450" i="1" spc="-25" dirty="0">
                <a:latin typeface="Arial"/>
                <a:cs typeface="Arial"/>
              </a:rPr>
              <a:t>R</a:t>
            </a:r>
            <a:r>
              <a:rPr sz="450" i="1" spc="-30" dirty="0">
                <a:latin typeface="Arial"/>
                <a:cs typeface="Arial"/>
              </a:rPr>
              <a:t> </a:t>
            </a:r>
            <a:r>
              <a:rPr sz="500" spc="70" dirty="0">
                <a:latin typeface="Arial"/>
                <a:cs typeface="Arial"/>
              </a:rPr>
              <a:t>=</a:t>
            </a:r>
            <a:r>
              <a:rPr sz="500" spc="-45" dirty="0">
                <a:latin typeface="Arial"/>
                <a:cs typeface="Arial"/>
              </a:rPr>
              <a:t> </a:t>
            </a:r>
            <a:r>
              <a:rPr sz="500" spc="-10" dirty="0">
                <a:latin typeface="Arial"/>
                <a:cs typeface="Arial"/>
              </a:rPr>
              <a:t>0.0001</a:t>
            </a:r>
            <a:endParaRPr sz="5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011092" y="703356"/>
            <a:ext cx="130810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00" i="1" baseline="-20833" dirty="0">
                <a:latin typeface="Arial"/>
                <a:cs typeface="Arial"/>
              </a:rPr>
              <a:t>p</a:t>
            </a:r>
            <a:r>
              <a:rPr sz="600" i="1" spc="-67" baseline="-20833" dirty="0">
                <a:latin typeface="Arial"/>
                <a:cs typeface="Arial"/>
              </a:rPr>
              <a:t> </a:t>
            </a:r>
            <a:r>
              <a:rPr sz="250" spc="-60" dirty="0">
                <a:latin typeface="Arial"/>
                <a:cs typeface="Arial"/>
              </a:rPr>
              <a:t>*</a:t>
            </a:r>
            <a:endParaRPr sz="2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066182" y="748156"/>
            <a:ext cx="67310" cy="698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50" spc="-25" dirty="0">
                <a:latin typeface="Arial"/>
                <a:cs typeface="Arial"/>
              </a:rPr>
              <a:t>11</a:t>
            </a:r>
            <a:endParaRPr sz="250">
              <a:latin typeface="Arial"/>
              <a:cs typeface="Arial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918224" y="857259"/>
            <a:ext cx="93980" cy="0"/>
          </a:xfrm>
          <a:custGeom>
            <a:avLst/>
            <a:gdLst/>
            <a:ahLst/>
            <a:cxnLst/>
            <a:rect l="l" t="t" r="r" b="b"/>
            <a:pathLst>
              <a:path w="93980">
                <a:moveTo>
                  <a:pt x="0" y="0"/>
                </a:moveTo>
                <a:lnTo>
                  <a:pt x="46774" y="0"/>
                </a:lnTo>
                <a:lnTo>
                  <a:pt x="93548" y="0"/>
                </a:lnTo>
              </a:path>
            </a:pathLst>
          </a:custGeom>
          <a:ln w="7016">
            <a:solidFill>
              <a:srgbClr val="FF7F0E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3011092" y="787549"/>
            <a:ext cx="130810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00" i="1" baseline="-20833" dirty="0">
                <a:latin typeface="Arial"/>
                <a:cs typeface="Arial"/>
              </a:rPr>
              <a:t>p</a:t>
            </a:r>
            <a:r>
              <a:rPr sz="600" i="1" spc="-67" baseline="-20833" dirty="0">
                <a:latin typeface="Arial"/>
                <a:cs typeface="Arial"/>
              </a:rPr>
              <a:t> </a:t>
            </a:r>
            <a:r>
              <a:rPr sz="250" spc="-60" dirty="0">
                <a:latin typeface="Arial"/>
                <a:cs typeface="Arial"/>
              </a:rPr>
              <a:t>*</a:t>
            </a:r>
            <a:endParaRPr sz="2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066182" y="832350"/>
            <a:ext cx="67310" cy="698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50" spc="-25" dirty="0">
                <a:latin typeface="Arial"/>
                <a:cs typeface="Arial"/>
              </a:rPr>
              <a:t>12</a:t>
            </a:r>
            <a:endParaRPr sz="25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2918224" y="941452"/>
            <a:ext cx="93980" cy="0"/>
          </a:xfrm>
          <a:custGeom>
            <a:avLst/>
            <a:gdLst/>
            <a:ahLst/>
            <a:cxnLst/>
            <a:rect l="l" t="t" r="r" b="b"/>
            <a:pathLst>
              <a:path w="93980">
                <a:moveTo>
                  <a:pt x="0" y="0"/>
                </a:moveTo>
                <a:lnTo>
                  <a:pt x="46774" y="0"/>
                </a:lnTo>
                <a:lnTo>
                  <a:pt x="93548" y="0"/>
                </a:lnTo>
              </a:path>
            </a:pathLst>
          </a:custGeom>
          <a:ln w="7016">
            <a:solidFill>
              <a:srgbClr val="2BA02B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3011092" y="871743"/>
            <a:ext cx="130810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00" i="1" baseline="-20833" dirty="0">
                <a:latin typeface="Arial"/>
                <a:cs typeface="Arial"/>
              </a:rPr>
              <a:t>p</a:t>
            </a:r>
            <a:r>
              <a:rPr sz="600" i="1" spc="-67" baseline="-20833" dirty="0">
                <a:latin typeface="Arial"/>
                <a:cs typeface="Arial"/>
              </a:rPr>
              <a:t> </a:t>
            </a:r>
            <a:r>
              <a:rPr sz="250" spc="-60" dirty="0">
                <a:latin typeface="Arial"/>
                <a:cs typeface="Arial"/>
              </a:rPr>
              <a:t>*</a:t>
            </a:r>
            <a:endParaRPr sz="2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066182" y="916543"/>
            <a:ext cx="67310" cy="698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50" spc="-25" dirty="0">
                <a:latin typeface="Arial"/>
                <a:cs typeface="Arial"/>
              </a:rPr>
              <a:t>22</a:t>
            </a:r>
            <a:endParaRPr sz="2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931936" y="225417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Hack"/>
                <a:cs typeface="Hack"/>
              </a:rPr>
              <a:t>∗</a:t>
            </a:r>
            <a:endParaRPr sz="800">
              <a:latin typeface="Hack"/>
              <a:cs typeface="Hack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04037" y="2267126"/>
            <a:ext cx="17595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7F7F7F"/>
                </a:solidFill>
                <a:latin typeface="Arial"/>
                <a:cs typeface="Arial"/>
              </a:rPr>
              <a:t>Figure:</a:t>
            </a:r>
            <a:r>
              <a:rPr sz="1100" spc="1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LQ</a:t>
            </a:r>
            <a:r>
              <a:rPr sz="1100" spc="1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example:</a:t>
            </a:r>
            <a:r>
              <a:rPr sz="1100" spc="114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34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(0)</a:t>
            </a:r>
            <a:r>
              <a:rPr sz="1100" spc="-40" dirty="0">
                <a:latin typeface="Arial"/>
                <a:cs typeface="Arial"/>
              </a:rPr>
              <a:t> </a:t>
            </a:r>
            <a:r>
              <a:rPr sz="1100" spc="150" dirty="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3446614" y="225417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Hack"/>
                <a:cs typeface="Hack"/>
              </a:rPr>
              <a:t>∗</a:t>
            </a:r>
            <a:endParaRPr sz="800">
              <a:latin typeface="Hack"/>
              <a:cs typeface="Hack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3633711" y="2327019"/>
            <a:ext cx="58419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f</a:t>
            </a:r>
            <a:endParaRPr sz="8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786862" y="2267126"/>
            <a:ext cx="12172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Arial"/>
                <a:cs typeface="Arial"/>
              </a:rPr>
              <a:t>,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P</a:t>
            </a:r>
            <a:r>
              <a:rPr sz="1100" i="1" spc="-35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(</a:t>
            </a:r>
            <a:r>
              <a:rPr sz="1100" i="1" spc="90" dirty="0">
                <a:latin typeface="Arial"/>
                <a:cs typeface="Arial"/>
              </a:rPr>
              <a:t>t</a:t>
            </a:r>
            <a:r>
              <a:rPr sz="1100" spc="90" dirty="0">
                <a:latin typeface="Arial"/>
                <a:cs typeface="Arial"/>
              </a:rPr>
              <a:t>)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200" dirty="0">
                <a:latin typeface="Arial"/>
                <a:cs typeface="Arial"/>
              </a:rPr>
              <a:t>=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425" dirty="0">
                <a:latin typeface="Arial"/>
                <a:cs typeface="Arial"/>
              </a:rPr>
              <a:t> </a:t>
            </a:r>
            <a:r>
              <a:rPr sz="1100" spc="75" dirty="0">
                <a:latin typeface="Arial"/>
                <a:cs typeface="Arial"/>
              </a:rPr>
              <a:t>(</a:t>
            </a:r>
            <a:r>
              <a:rPr sz="1100" i="1" spc="75" dirty="0">
                <a:latin typeface="Arial"/>
                <a:cs typeface="Arial"/>
              </a:rPr>
              <a:t>t</a:t>
            </a:r>
            <a:r>
              <a:rPr sz="1100" i="1" spc="409" dirty="0">
                <a:latin typeface="Arial"/>
                <a:cs typeface="Arial"/>
              </a:rPr>
              <a:t> </a:t>
            </a:r>
            <a:r>
              <a:rPr sz="1100" spc="195" dirty="0">
                <a:latin typeface="Apple Symbols"/>
                <a:cs typeface="Apple Symbols"/>
              </a:rPr>
              <a:t>−</a:t>
            </a:r>
            <a:r>
              <a:rPr sz="1100" spc="-125" dirty="0">
                <a:latin typeface="Apple Symbols"/>
                <a:cs typeface="Apple Symbols"/>
              </a:rPr>
              <a:t> </a:t>
            </a:r>
            <a:r>
              <a:rPr sz="1100" i="1" spc="85" dirty="0">
                <a:latin typeface="Arial"/>
                <a:cs typeface="Arial"/>
              </a:rPr>
              <a:t>t</a:t>
            </a:r>
            <a:r>
              <a:rPr sz="1100" spc="85" dirty="0">
                <a:latin typeface="Arial"/>
                <a:cs typeface="Arial"/>
              </a:rPr>
              <a:t>)</a:t>
            </a:r>
            <a:endParaRPr sz="11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15442" y="2686669"/>
            <a:ext cx="3996690" cy="601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0504" marR="233679" indent="-19304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4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latin typeface="Arial"/>
                <a:cs typeface="Arial"/>
              </a:rPr>
              <a:t>if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final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time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i="1" spc="55" dirty="0">
                <a:latin typeface="Arial"/>
                <a:cs typeface="Arial"/>
              </a:rPr>
              <a:t>t</a:t>
            </a:r>
            <a:r>
              <a:rPr sz="1200" i="1" spc="82" baseline="-13888" dirty="0">
                <a:latin typeface="Arial"/>
                <a:cs typeface="Arial"/>
              </a:rPr>
              <a:t>f</a:t>
            </a:r>
            <a:r>
              <a:rPr sz="1200" i="1" spc="502" baseline="-13888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large,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i="1" spc="-25" dirty="0">
                <a:latin typeface="Arial"/>
                <a:cs typeface="Arial"/>
              </a:rPr>
              <a:t>P</a:t>
            </a:r>
            <a:r>
              <a:rPr sz="1200" i="1" spc="-37" baseline="31250" dirty="0">
                <a:latin typeface="Hack"/>
                <a:cs typeface="Hack"/>
              </a:rPr>
              <a:t>∗</a:t>
            </a:r>
            <a:r>
              <a:rPr sz="1200" i="1" spc="-352" baseline="31250" dirty="0">
                <a:latin typeface="Hack"/>
                <a:cs typeface="Hack"/>
              </a:rPr>
              <a:t> </a:t>
            </a:r>
            <a:r>
              <a:rPr sz="1200" spc="90" dirty="0">
                <a:latin typeface="Arial"/>
                <a:cs typeface="Arial"/>
              </a:rPr>
              <a:t>(</a:t>
            </a:r>
            <a:r>
              <a:rPr sz="1200" i="1" spc="90" dirty="0">
                <a:latin typeface="Arial"/>
                <a:cs typeface="Arial"/>
              </a:rPr>
              <a:t>t</a:t>
            </a:r>
            <a:r>
              <a:rPr sz="1200" spc="90" dirty="0">
                <a:latin typeface="Arial"/>
                <a:cs typeface="Arial"/>
              </a:rPr>
              <a:t>)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forward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converges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 </a:t>
            </a:r>
            <a:r>
              <a:rPr sz="1200" spc="-40" dirty="0">
                <a:latin typeface="Arial"/>
                <a:cs typeface="Arial"/>
              </a:rPr>
              <a:t>stationary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value</a:t>
            </a:r>
            <a:endParaRPr sz="12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3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0" dirty="0">
                <a:latin typeface="Arial"/>
                <a:cs typeface="Arial"/>
              </a:rPr>
              <a:t>i.e.,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i="1" spc="-70" dirty="0">
                <a:latin typeface="Arial"/>
                <a:cs typeface="Arial"/>
              </a:rPr>
              <a:t>P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spc="90" dirty="0">
                <a:latin typeface="Arial"/>
                <a:cs typeface="Arial"/>
              </a:rPr>
              <a:t>(</a:t>
            </a:r>
            <a:r>
              <a:rPr sz="1200" i="1" spc="90" dirty="0">
                <a:latin typeface="Arial"/>
                <a:cs typeface="Arial"/>
              </a:rPr>
              <a:t>t</a:t>
            </a:r>
            <a:r>
              <a:rPr sz="1200" spc="90" dirty="0">
                <a:latin typeface="Arial"/>
                <a:cs typeface="Arial"/>
              </a:rPr>
              <a:t>)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backward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converges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stationary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value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at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i="1" spc="-70" dirty="0">
                <a:latin typeface="Arial"/>
                <a:cs typeface="Arial"/>
              </a:rPr>
              <a:t>P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(0)</a:t>
            </a:r>
            <a:endParaRPr sz="120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9" name="object 69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70" name="object 7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26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D6207BB-5C66-BE3D-CB57-8DDB19D39C68}"/>
                  </a:ext>
                </a:extLst>
              </p:cNvPr>
              <p:cNvSpPr txBox="1"/>
              <p:nvPr/>
            </p:nvSpPr>
            <p:spPr>
              <a:xfrm>
                <a:off x="2030452" y="2156485"/>
                <a:ext cx="1050821" cy="421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ED6207BB-5C66-BE3D-CB57-8DDB19D39C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0452" y="2156485"/>
                <a:ext cx="1050821" cy="4210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0" dirty="0"/>
              <a:t>Example:</a:t>
            </a:r>
            <a:r>
              <a:rPr spc="-5" dirty="0"/>
              <a:t> </a:t>
            </a:r>
            <a:r>
              <a:rPr spc="-120" dirty="0"/>
              <a:t>LQR</a:t>
            </a:r>
            <a:r>
              <a:rPr dirty="0"/>
              <a:t> of</a:t>
            </a:r>
            <a:r>
              <a:rPr spc="-9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105" dirty="0"/>
              <a:t>pure</a:t>
            </a:r>
            <a:r>
              <a:rPr spc="-15" dirty="0"/>
              <a:t> </a:t>
            </a:r>
            <a:r>
              <a:rPr spc="-45" dirty="0"/>
              <a:t>inertia</a:t>
            </a:r>
            <a:r>
              <a:rPr spc="-65" dirty="0"/>
              <a:t> </a:t>
            </a:r>
            <a:r>
              <a:rPr spc="-95" dirty="0"/>
              <a:t>system:</a:t>
            </a:r>
            <a:r>
              <a:rPr spc="75" dirty="0"/>
              <a:t> </a:t>
            </a:r>
            <a:r>
              <a:rPr spc="-105" dirty="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16141" y="1954589"/>
            <a:ext cx="3810" cy="20320"/>
            <a:chOff x="416141" y="1954589"/>
            <a:chExt cx="3810" cy="20320"/>
          </a:xfrm>
        </p:grpSpPr>
        <p:sp>
          <p:nvSpPr>
            <p:cNvPr id="4" name="object 4"/>
            <p:cNvSpPr/>
            <p:nvPr/>
          </p:nvSpPr>
          <p:spPr>
            <a:xfrm>
              <a:off x="418046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18046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90474" y="1959481"/>
            <a:ext cx="55244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28255" y="1954589"/>
            <a:ext cx="3810" cy="20320"/>
            <a:chOff x="628255" y="1954589"/>
            <a:chExt cx="3810" cy="20320"/>
          </a:xfrm>
        </p:grpSpPr>
        <p:sp>
          <p:nvSpPr>
            <p:cNvPr id="8" name="object 8"/>
            <p:cNvSpPr/>
            <p:nvPr/>
          </p:nvSpPr>
          <p:spPr>
            <a:xfrm>
              <a:off x="630160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0160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02588" y="1959481"/>
            <a:ext cx="55244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50" dirty="0">
                <a:latin typeface="Arial"/>
                <a:cs typeface="Arial"/>
              </a:rPr>
              <a:t>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840369" y="1954589"/>
            <a:ext cx="3810" cy="20320"/>
            <a:chOff x="840369" y="1954589"/>
            <a:chExt cx="3810" cy="20320"/>
          </a:xfrm>
        </p:grpSpPr>
        <p:sp>
          <p:nvSpPr>
            <p:cNvPr id="12" name="object 12"/>
            <p:cNvSpPr/>
            <p:nvPr/>
          </p:nvSpPr>
          <p:spPr>
            <a:xfrm>
              <a:off x="842274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42274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14701" y="1959481"/>
            <a:ext cx="55244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50" dirty="0">
                <a:latin typeface="Arial"/>
                <a:cs typeface="Arial"/>
              </a:rPr>
              <a:t>4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052483" y="1954589"/>
            <a:ext cx="640715" cy="20320"/>
            <a:chOff x="1052483" y="1954589"/>
            <a:chExt cx="640715" cy="20320"/>
          </a:xfrm>
        </p:grpSpPr>
        <p:sp>
          <p:nvSpPr>
            <p:cNvPr id="16" name="object 16"/>
            <p:cNvSpPr/>
            <p:nvPr/>
          </p:nvSpPr>
          <p:spPr>
            <a:xfrm>
              <a:off x="1054388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054388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266502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266502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478616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478616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690729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690729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648284" y="1959481"/>
            <a:ext cx="8509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12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900938" y="1954589"/>
            <a:ext cx="3810" cy="20320"/>
            <a:chOff x="1900938" y="1954589"/>
            <a:chExt cx="3810" cy="20320"/>
          </a:xfrm>
        </p:grpSpPr>
        <p:sp>
          <p:nvSpPr>
            <p:cNvPr id="26" name="object 26"/>
            <p:cNvSpPr/>
            <p:nvPr/>
          </p:nvSpPr>
          <p:spPr>
            <a:xfrm>
              <a:off x="1902843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02843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860398" y="1959481"/>
            <a:ext cx="8509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14</a:t>
            </a:r>
            <a:endParaRPr sz="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026815" y="1959481"/>
            <a:ext cx="494665" cy="1530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24154" algn="l"/>
                <a:tab pos="421640" algn="l"/>
              </a:tabLst>
            </a:pPr>
            <a:r>
              <a:rPr sz="400" spc="-50" dirty="0">
                <a:latin typeface="Arial"/>
                <a:cs typeface="Arial"/>
              </a:rPr>
              <a:t>6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50" dirty="0">
                <a:latin typeface="Arial"/>
                <a:cs typeface="Arial"/>
              </a:rPr>
              <a:t>8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  <a:p>
            <a:pPr marL="153035">
              <a:lnSpc>
                <a:spcPct val="100000"/>
              </a:lnSpc>
              <a:spcBef>
                <a:spcPts val="25"/>
              </a:spcBef>
            </a:pPr>
            <a:r>
              <a:rPr sz="400" spc="-10" dirty="0">
                <a:latin typeface="Arial"/>
                <a:cs typeface="Arial"/>
              </a:rPr>
              <a:t>time/s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99770" y="709874"/>
            <a:ext cx="1691005" cy="1249045"/>
            <a:chOff x="399770" y="709874"/>
            <a:chExt cx="1691005" cy="1249045"/>
          </a:xfrm>
        </p:grpSpPr>
        <p:sp>
          <p:nvSpPr>
            <p:cNvPr id="31" name="object 31"/>
            <p:cNvSpPr/>
            <p:nvPr/>
          </p:nvSpPr>
          <p:spPr>
            <a:xfrm>
              <a:off x="401675" y="1899916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01675" y="1899916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01675" y="1731668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01675" y="1731668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01675" y="1563420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01675" y="1563420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01675" y="1395172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01675" y="1395172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01675" y="1226923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01675" y="1226923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01675" y="1058675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01675" y="1058675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01675" y="890427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01675" y="890427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01675" y="722178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401675" y="722178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09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18046" y="768357"/>
              <a:ext cx="1591310" cy="459105"/>
            </a:xfrm>
            <a:custGeom>
              <a:avLst/>
              <a:gdLst/>
              <a:ahLst/>
              <a:cxnLst/>
              <a:rect l="l" t="t" r="r" b="b"/>
              <a:pathLst>
                <a:path w="1591310" h="459105">
                  <a:moveTo>
                    <a:pt x="0" y="458565"/>
                  </a:moveTo>
                  <a:lnTo>
                    <a:pt x="25479" y="300051"/>
                  </a:lnTo>
                  <a:lnTo>
                    <a:pt x="38218" y="226858"/>
                  </a:lnTo>
                  <a:lnTo>
                    <a:pt x="49365" y="168727"/>
                  </a:lnTo>
                  <a:lnTo>
                    <a:pt x="58920" y="124546"/>
                  </a:lnTo>
                  <a:lnTo>
                    <a:pt x="74844" y="65139"/>
                  </a:lnTo>
                  <a:lnTo>
                    <a:pt x="93954" y="19482"/>
                  </a:lnTo>
                  <a:lnTo>
                    <a:pt x="117841" y="0"/>
                  </a:lnTo>
                  <a:lnTo>
                    <a:pt x="122618" y="626"/>
                  </a:lnTo>
                  <a:lnTo>
                    <a:pt x="156059" y="33345"/>
                  </a:lnTo>
                  <a:lnTo>
                    <a:pt x="205425" y="107157"/>
                  </a:lnTo>
                  <a:lnTo>
                    <a:pt x="216572" y="121813"/>
                  </a:lnTo>
                  <a:lnTo>
                    <a:pt x="250014" y="155469"/>
                  </a:lnTo>
                  <a:lnTo>
                    <a:pt x="291417" y="177779"/>
                  </a:lnTo>
                  <a:lnTo>
                    <a:pt x="329636" y="185708"/>
                  </a:lnTo>
                  <a:lnTo>
                    <a:pt x="363077" y="186525"/>
                  </a:lnTo>
                  <a:lnTo>
                    <a:pt x="396519" y="185269"/>
                  </a:lnTo>
                  <a:lnTo>
                    <a:pt x="519137" y="179959"/>
                  </a:lnTo>
                  <a:lnTo>
                    <a:pt x="563726" y="179655"/>
                  </a:lnTo>
                  <a:lnTo>
                    <a:pt x="659272" y="179324"/>
                  </a:lnTo>
                  <a:lnTo>
                    <a:pt x="722970" y="179679"/>
                  </a:lnTo>
                  <a:lnTo>
                    <a:pt x="808962" y="179616"/>
                  </a:lnTo>
                  <a:lnTo>
                    <a:pt x="972984" y="179671"/>
                  </a:lnTo>
                  <a:lnTo>
                    <a:pt x="1057384" y="180328"/>
                  </a:lnTo>
                  <a:lnTo>
                    <a:pt x="1143376" y="179920"/>
                  </a:lnTo>
                  <a:lnTo>
                    <a:pt x="1221406" y="180113"/>
                  </a:lnTo>
                  <a:lnTo>
                    <a:pt x="1379058" y="179678"/>
                  </a:lnTo>
                  <a:lnTo>
                    <a:pt x="1487344" y="180149"/>
                  </a:lnTo>
                  <a:lnTo>
                    <a:pt x="1579706" y="178829"/>
                  </a:lnTo>
                  <a:lnTo>
                    <a:pt x="1590853" y="179014"/>
                  </a:lnTo>
                </a:path>
              </a:pathLst>
            </a:custGeom>
            <a:ln w="7016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18046" y="1147849"/>
              <a:ext cx="1591310" cy="752475"/>
            </a:xfrm>
            <a:custGeom>
              <a:avLst/>
              <a:gdLst/>
              <a:ahLst/>
              <a:cxnLst/>
              <a:rect l="l" t="t" r="r" b="b"/>
              <a:pathLst>
                <a:path w="1591310" h="752475">
                  <a:moveTo>
                    <a:pt x="0" y="752066"/>
                  </a:moveTo>
                  <a:lnTo>
                    <a:pt x="31848" y="546931"/>
                  </a:lnTo>
                  <a:lnTo>
                    <a:pt x="65290" y="331049"/>
                  </a:lnTo>
                  <a:lnTo>
                    <a:pt x="78029" y="255965"/>
                  </a:lnTo>
                  <a:lnTo>
                    <a:pt x="89176" y="196482"/>
                  </a:lnTo>
                  <a:lnTo>
                    <a:pt x="98731" y="151108"/>
                  </a:lnTo>
                  <a:lnTo>
                    <a:pt x="114656" y="88727"/>
                  </a:lnTo>
                  <a:lnTo>
                    <a:pt x="127395" y="51877"/>
                  </a:lnTo>
                  <a:lnTo>
                    <a:pt x="146505" y="17257"/>
                  </a:lnTo>
                  <a:lnTo>
                    <a:pt x="175169" y="0"/>
                  </a:lnTo>
                  <a:lnTo>
                    <a:pt x="181538" y="230"/>
                  </a:lnTo>
                  <a:lnTo>
                    <a:pt x="218165" y="17176"/>
                  </a:lnTo>
                  <a:lnTo>
                    <a:pt x="270715" y="51087"/>
                  </a:lnTo>
                  <a:lnTo>
                    <a:pt x="285047" y="58552"/>
                  </a:lnTo>
                  <a:lnTo>
                    <a:pt x="328043" y="73974"/>
                  </a:lnTo>
                  <a:lnTo>
                    <a:pt x="379002" y="81177"/>
                  </a:lnTo>
                  <a:lnTo>
                    <a:pt x="426775" y="82325"/>
                  </a:lnTo>
                  <a:lnTo>
                    <a:pt x="477733" y="80987"/>
                  </a:lnTo>
                  <a:lnTo>
                    <a:pt x="554171" y="79508"/>
                  </a:lnTo>
                  <a:lnTo>
                    <a:pt x="668827" y="78804"/>
                  </a:lnTo>
                  <a:lnTo>
                    <a:pt x="879030" y="78902"/>
                  </a:lnTo>
                  <a:lnTo>
                    <a:pt x="1097195" y="78947"/>
                  </a:lnTo>
                  <a:lnTo>
                    <a:pt x="1152931" y="79231"/>
                  </a:lnTo>
                  <a:lnTo>
                    <a:pt x="1215036" y="79561"/>
                  </a:lnTo>
                  <a:lnTo>
                    <a:pt x="1318545" y="79195"/>
                  </a:lnTo>
                  <a:lnTo>
                    <a:pt x="1501676" y="79280"/>
                  </a:lnTo>
                  <a:lnTo>
                    <a:pt x="1586076" y="78350"/>
                  </a:lnTo>
                  <a:lnTo>
                    <a:pt x="1590853" y="78418"/>
                  </a:lnTo>
                </a:path>
              </a:pathLst>
            </a:custGeom>
            <a:ln w="7016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18046" y="912068"/>
              <a:ext cx="1591310" cy="420370"/>
            </a:xfrm>
            <a:custGeom>
              <a:avLst/>
              <a:gdLst/>
              <a:ahLst/>
              <a:cxnLst/>
              <a:rect l="l" t="t" r="r" b="b"/>
              <a:pathLst>
                <a:path w="1591310" h="420369">
                  <a:moveTo>
                    <a:pt x="0" y="314854"/>
                  </a:moveTo>
                  <a:lnTo>
                    <a:pt x="9554" y="365301"/>
                  </a:lnTo>
                  <a:lnTo>
                    <a:pt x="23886" y="408375"/>
                  </a:lnTo>
                  <a:lnTo>
                    <a:pt x="36626" y="420010"/>
                  </a:lnTo>
                  <a:lnTo>
                    <a:pt x="39811" y="419528"/>
                  </a:lnTo>
                  <a:lnTo>
                    <a:pt x="66882" y="373053"/>
                  </a:lnTo>
                  <a:lnTo>
                    <a:pt x="84399" y="315269"/>
                  </a:lnTo>
                  <a:lnTo>
                    <a:pt x="97139" y="266424"/>
                  </a:lnTo>
                  <a:lnTo>
                    <a:pt x="121025" y="173953"/>
                  </a:lnTo>
                  <a:lnTo>
                    <a:pt x="130580" y="140957"/>
                  </a:lnTo>
                  <a:lnTo>
                    <a:pt x="149689" y="85410"/>
                  </a:lnTo>
                  <a:lnTo>
                    <a:pt x="165614" y="50525"/>
                  </a:lnTo>
                  <a:lnTo>
                    <a:pt x="192686" y="14447"/>
                  </a:lnTo>
                  <a:lnTo>
                    <a:pt x="229312" y="10"/>
                  </a:lnTo>
                  <a:lnTo>
                    <a:pt x="238866" y="0"/>
                  </a:lnTo>
                  <a:lnTo>
                    <a:pt x="248421" y="1013"/>
                  </a:lnTo>
                  <a:lnTo>
                    <a:pt x="259568" y="3295"/>
                  </a:lnTo>
                  <a:lnTo>
                    <a:pt x="275493" y="7707"/>
                  </a:lnTo>
                  <a:lnTo>
                    <a:pt x="321674" y="21030"/>
                  </a:lnTo>
                  <a:lnTo>
                    <a:pt x="348745" y="27526"/>
                  </a:lnTo>
                  <a:lnTo>
                    <a:pt x="391741" y="34161"/>
                  </a:lnTo>
                  <a:lnTo>
                    <a:pt x="439515" y="37146"/>
                  </a:lnTo>
                  <a:lnTo>
                    <a:pt x="477733" y="37461"/>
                  </a:lnTo>
                  <a:lnTo>
                    <a:pt x="544616" y="36984"/>
                  </a:lnTo>
                  <a:lnTo>
                    <a:pt x="622646" y="36256"/>
                  </a:lnTo>
                  <a:lnTo>
                    <a:pt x="910879" y="36354"/>
                  </a:lnTo>
                  <a:lnTo>
                    <a:pt x="966614" y="36030"/>
                  </a:lnTo>
                  <a:lnTo>
                    <a:pt x="1039867" y="35521"/>
                  </a:lnTo>
                  <a:lnTo>
                    <a:pt x="1092418" y="35826"/>
                  </a:lnTo>
                  <a:lnTo>
                    <a:pt x="1568559" y="36057"/>
                  </a:lnTo>
                  <a:lnTo>
                    <a:pt x="1590853" y="35955"/>
                  </a:lnTo>
                </a:path>
              </a:pathLst>
            </a:custGeom>
            <a:ln w="7016">
              <a:solidFill>
                <a:srgbClr val="2BA02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18046" y="711779"/>
              <a:ext cx="1670685" cy="1245235"/>
            </a:xfrm>
            <a:custGeom>
              <a:avLst/>
              <a:gdLst/>
              <a:ahLst/>
              <a:cxnLst/>
              <a:rect l="l" t="t" r="r" b="b"/>
              <a:pathLst>
                <a:path w="1670685" h="1245235">
                  <a:moveTo>
                    <a:pt x="0" y="1244714"/>
                  </a:moveTo>
                  <a:lnTo>
                    <a:pt x="0" y="0"/>
                  </a:lnTo>
                </a:path>
                <a:path w="1670685" h="1245235">
                  <a:moveTo>
                    <a:pt x="1670396" y="1244714"/>
                  </a:moveTo>
                  <a:lnTo>
                    <a:pt x="1670396" y="0"/>
                  </a:lnTo>
                </a:path>
                <a:path w="1670685" h="1245235">
                  <a:moveTo>
                    <a:pt x="0" y="1244714"/>
                  </a:moveTo>
                  <a:lnTo>
                    <a:pt x="1670396" y="1244714"/>
                  </a:lnTo>
                </a:path>
                <a:path w="1670685" h="1245235">
                  <a:moveTo>
                    <a:pt x="0" y="0"/>
                  </a:moveTo>
                  <a:lnTo>
                    <a:pt x="1670396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821831" y="1666495"/>
              <a:ext cx="243840" cy="266700"/>
            </a:xfrm>
            <a:custGeom>
              <a:avLst/>
              <a:gdLst/>
              <a:ahLst/>
              <a:cxnLst/>
              <a:rect l="l" t="t" r="r" b="b"/>
              <a:pathLst>
                <a:path w="243839" h="266700">
                  <a:moveTo>
                    <a:pt x="240107" y="0"/>
                  </a:moveTo>
                  <a:lnTo>
                    <a:pt x="3118" y="0"/>
                  </a:lnTo>
                  <a:lnTo>
                    <a:pt x="0" y="3118"/>
                  </a:lnTo>
                  <a:lnTo>
                    <a:pt x="0" y="263494"/>
                  </a:lnTo>
                  <a:lnTo>
                    <a:pt x="3118" y="266612"/>
                  </a:lnTo>
                  <a:lnTo>
                    <a:pt x="9354" y="266612"/>
                  </a:lnTo>
                  <a:lnTo>
                    <a:pt x="240107" y="266612"/>
                  </a:lnTo>
                  <a:lnTo>
                    <a:pt x="243225" y="263494"/>
                  </a:lnTo>
                  <a:lnTo>
                    <a:pt x="243225" y="3118"/>
                  </a:lnTo>
                  <a:lnTo>
                    <a:pt x="240107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821831" y="1666495"/>
              <a:ext cx="243840" cy="266700"/>
            </a:xfrm>
            <a:custGeom>
              <a:avLst/>
              <a:gdLst/>
              <a:ahLst/>
              <a:cxnLst/>
              <a:rect l="l" t="t" r="r" b="b"/>
              <a:pathLst>
                <a:path w="243839" h="266700">
                  <a:moveTo>
                    <a:pt x="9354" y="266612"/>
                  </a:moveTo>
                  <a:lnTo>
                    <a:pt x="233870" y="266612"/>
                  </a:lnTo>
                  <a:lnTo>
                    <a:pt x="240107" y="266612"/>
                  </a:lnTo>
                  <a:lnTo>
                    <a:pt x="243225" y="263494"/>
                  </a:lnTo>
                  <a:lnTo>
                    <a:pt x="243225" y="257257"/>
                  </a:lnTo>
                  <a:lnTo>
                    <a:pt x="243225" y="9354"/>
                  </a:lnTo>
                  <a:lnTo>
                    <a:pt x="243225" y="3118"/>
                  </a:lnTo>
                  <a:lnTo>
                    <a:pt x="240107" y="0"/>
                  </a:lnTo>
                  <a:lnTo>
                    <a:pt x="233870" y="0"/>
                  </a:lnTo>
                  <a:lnTo>
                    <a:pt x="9354" y="0"/>
                  </a:lnTo>
                  <a:lnTo>
                    <a:pt x="3118" y="0"/>
                  </a:lnTo>
                  <a:lnTo>
                    <a:pt x="0" y="3118"/>
                  </a:lnTo>
                  <a:lnTo>
                    <a:pt x="0" y="9354"/>
                  </a:lnTo>
                  <a:lnTo>
                    <a:pt x="0" y="257257"/>
                  </a:lnTo>
                  <a:lnTo>
                    <a:pt x="0" y="263494"/>
                  </a:lnTo>
                  <a:lnTo>
                    <a:pt x="3118" y="266612"/>
                  </a:lnTo>
                  <a:lnTo>
                    <a:pt x="9354" y="266612"/>
                  </a:lnTo>
                  <a:close/>
                </a:path>
              </a:pathLst>
            </a:custGeom>
            <a:ln w="4677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1840540" y="1715608"/>
              <a:ext cx="93980" cy="0"/>
            </a:xfrm>
            <a:custGeom>
              <a:avLst/>
              <a:gdLst/>
              <a:ahLst/>
              <a:cxnLst/>
              <a:rect l="l" t="t" r="r" b="b"/>
              <a:pathLst>
                <a:path w="93980">
                  <a:moveTo>
                    <a:pt x="0" y="0"/>
                  </a:moveTo>
                  <a:lnTo>
                    <a:pt x="46774" y="0"/>
                  </a:lnTo>
                  <a:lnTo>
                    <a:pt x="93548" y="0"/>
                  </a:lnTo>
                </a:path>
              </a:pathLst>
            </a:custGeom>
            <a:ln w="7016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4" name="object 54"/>
          <p:cNvSpPr txBox="1"/>
          <p:nvPr/>
        </p:nvSpPr>
        <p:spPr>
          <a:xfrm>
            <a:off x="268459" y="1852402"/>
            <a:ext cx="129539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0" dirty="0">
                <a:latin typeface="Arial"/>
                <a:cs typeface="Arial"/>
              </a:rPr>
              <a:t>0.00</a:t>
            </a:r>
            <a:endParaRPr sz="4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268459" y="1684153"/>
            <a:ext cx="129539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0" dirty="0">
                <a:latin typeface="Arial"/>
                <a:cs typeface="Arial"/>
              </a:rPr>
              <a:t>0.25</a:t>
            </a:r>
            <a:endParaRPr sz="4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268459" y="1515905"/>
            <a:ext cx="129539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0" dirty="0">
                <a:latin typeface="Arial"/>
                <a:cs typeface="Arial"/>
              </a:rPr>
              <a:t>0.50</a:t>
            </a:r>
            <a:endParaRPr sz="4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268459" y="1347657"/>
            <a:ext cx="129539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0" dirty="0">
                <a:latin typeface="Arial"/>
                <a:cs typeface="Arial"/>
              </a:rPr>
              <a:t>0.75</a:t>
            </a:r>
            <a:endParaRPr sz="4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68459" y="1179409"/>
            <a:ext cx="129539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0" dirty="0">
                <a:latin typeface="Arial"/>
                <a:cs typeface="Arial"/>
              </a:rPr>
              <a:t>1.00</a:t>
            </a:r>
            <a:endParaRPr sz="4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68459" y="1011160"/>
            <a:ext cx="129539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0" dirty="0">
                <a:latin typeface="Arial"/>
                <a:cs typeface="Arial"/>
              </a:rPr>
              <a:t>1.25</a:t>
            </a:r>
            <a:endParaRPr sz="40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268459" y="842912"/>
            <a:ext cx="129539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0" dirty="0">
                <a:latin typeface="Arial"/>
                <a:cs typeface="Arial"/>
              </a:rPr>
              <a:t>1.50</a:t>
            </a:r>
            <a:endParaRPr sz="40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68459" y="674664"/>
            <a:ext cx="129539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0" dirty="0">
                <a:latin typeface="Arial"/>
                <a:cs typeface="Arial"/>
              </a:rPr>
              <a:t>1.75</a:t>
            </a:r>
            <a:endParaRPr sz="4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028048" y="607122"/>
            <a:ext cx="448945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50" i="1" spc="-45" dirty="0">
                <a:latin typeface="Arial"/>
                <a:cs typeface="Arial"/>
              </a:rPr>
              <a:t>P</a:t>
            </a:r>
            <a:r>
              <a:rPr sz="450" i="1" spc="-25" dirty="0">
                <a:latin typeface="Arial"/>
                <a:cs typeface="Arial"/>
              </a:rPr>
              <a:t> </a:t>
            </a:r>
            <a:r>
              <a:rPr sz="525" baseline="23809" dirty="0">
                <a:latin typeface="Arial"/>
                <a:cs typeface="Arial"/>
              </a:rPr>
              <a:t>*</a:t>
            </a:r>
            <a:r>
              <a:rPr sz="525" spc="209" baseline="23809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with</a:t>
            </a:r>
            <a:r>
              <a:rPr sz="500" spc="20" dirty="0">
                <a:latin typeface="Arial"/>
                <a:cs typeface="Arial"/>
              </a:rPr>
              <a:t> </a:t>
            </a:r>
            <a:r>
              <a:rPr sz="450" i="1" spc="-25" dirty="0">
                <a:latin typeface="Arial"/>
                <a:cs typeface="Arial"/>
              </a:rPr>
              <a:t>R</a:t>
            </a:r>
            <a:r>
              <a:rPr sz="450" i="1" spc="-30" dirty="0">
                <a:latin typeface="Arial"/>
                <a:cs typeface="Arial"/>
              </a:rPr>
              <a:t> </a:t>
            </a:r>
            <a:r>
              <a:rPr sz="500" spc="70" dirty="0">
                <a:latin typeface="Arial"/>
                <a:cs typeface="Arial"/>
              </a:rPr>
              <a:t>=</a:t>
            </a:r>
            <a:r>
              <a:rPr sz="500" spc="-45" dirty="0">
                <a:latin typeface="Arial"/>
                <a:cs typeface="Arial"/>
              </a:rPr>
              <a:t> </a:t>
            </a:r>
            <a:r>
              <a:rPr sz="500" spc="-50" dirty="0">
                <a:latin typeface="Arial"/>
                <a:cs typeface="Arial"/>
              </a:rPr>
              <a:t>1</a:t>
            </a:r>
            <a:endParaRPr sz="5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933408" y="1645899"/>
            <a:ext cx="130810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00" i="1" baseline="-20833" dirty="0">
                <a:latin typeface="Arial"/>
                <a:cs typeface="Arial"/>
              </a:rPr>
              <a:t>p</a:t>
            </a:r>
            <a:r>
              <a:rPr sz="600" i="1" spc="-67" baseline="-20833" dirty="0">
                <a:latin typeface="Arial"/>
                <a:cs typeface="Arial"/>
              </a:rPr>
              <a:t> </a:t>
            </a:r>
            <a:r>
              <a:rPr sz="250" spc="-60" dirty="0">
                <a:latin typeface="Arial"/>
                <a:cs typeface="Arial"/>
              </a:rPr>
              <a:t>*</a:t>
            </a:r>
            <a:endParaRPr sz="25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988498" y="1690699"/>
            <a:ext cx="67310" cy="698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50" spc="-25" dirty="0">
                <a:latin typeface="Arial"/>
                <a:cs typeface="Arial"/>
              </a:rPr>
              <a:t>11</a:t>
            </a:r>
            <a:endParaRPr sz="250">
              <a:latin typeface="Arial"/>
              <a:cs typeface="Arial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1840540" y="1799801"/>
            <a:ext cx="93980" cy="0"/>
          </a:xfrm>
          <a:custGeom>
            <a:avLst/>
            <a:gdLst/>
            <a:ahLst/>
            <a:cxnLst/>
            <a:rect l="l" t="t" r="r" b="b"/>
            <a:pathLst>
              <a:path w="93980">
                <a:moveTo>
                  <a:pt x="0" y="0"/>
                </a:moveTo>
                <a:lnTo>
                  <a:pt x="46774" y="0"/>
                </a:lnTo>
                <a:lnTo>
                  <a:pt x="93548" y="0"/>
                </a:lnTo>
              </a:path>
            </a:pathLst>
          </a:custGeom>
          <a:ln w="7016">
            <a:solidFill>
              <a:srgbClr val="FF7F0E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 txBox="1"/>
          <p:nvPr/>
        </p:nvSpPr>
        <p:spPr>
          <a:xfrm>
            <a:off x="1933408" y="1730092"/>
            <a:ext cx="130810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00" i="1" baseline="-20833" dirty="0">
                <a:latin typeface="Arial"/>
                <a:cs typeface="Arial"/>
              </a:rPr>
              <a:t>p</a:t>
            </a:r>
            <a:r>
              <a:rPr sz="600" i="1" spc="-67" baseline="-20833" dirty="0">
                <a:latin typeface="Arial"/>
                <a:cs typeface="Arial"/>
              </a:rPr>
              <a:t> </a:t>
            </a:r>
            <a:r>
              <a:rPr sz="250" spc="-60" dirty="0">
                <a:latin typeface="Arial"/>
                <a:cs typeface="Arial"/>
              </a:rPr>
              <a:t>*</a:t>
            </a:r>
            <a:endParaRPr sz="25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988498" y="1774892"/>
            <a:ext cx="67310" cy="698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50" spc="-25" dirty="0">
                <a:latin typeface="Arial"/>
                <a:cs typeface="Arial"/>
              </a:rPr>
              <a:t>12</a:t>
            </a:r>
            <a:endParaRPr sz="250">
              <a:latin typeface="Arial"/>
              <a:cs typeface="Arial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1840540" y="1883995"/>
            <a:ext cx="93980" cy="0"/>
          </a:xfrm>
          <a:custGeom>
            <a:avLst/>
            <a:gdLst/>
            <a:ahLst/>
            <a:cxnLst/>
            <a:rect l="l" t="t" r="r" b="b"/>
            <a:pathLst>
              <a:path w="93980">
                <a:moveTo>
                  <a:pt x="0" y="0"/>
                </a:moveTo>
                <a:lnTo>
                  <a:pt x="46774" y="0"/>
                </a:lnTo>
                <a:lnTo>
                  <a:pt x="93548" y="0"/>
                </a:lnTo>
              </a:path>
            </a:pathLst>
          </a:custGeom>
          <a:ln w="7016">
            <a:solidFill>
              <a:srgbClr val="2BA02B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 txBox="1"/>
          <p:nvPr/>
        </p:nvSpPr>
        <p:spPr>
          <a:xfrm>
            <a:off x="1933408" y="1814285"/>
            <a:ext cx="130810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00" i="1" baseline="-20833" dirty="0">
                <a:latin typeface="Arial"/>
                <a:cs typeface="Arial"/>
              </a:rPr>
              <a:t>p</a:t>
            </a:r>
            <a:r>
              <a:rPr sz="600" i="1" spc="-67" baseline="-20833" dirty="0">
                <a:latin typeface="Arial"/>
                <a:cs typeface="Arial"/>
              </a:rPr>
              <a:t> </a:t>
            </a:r>
            <a:r>
              <a:rPr sz="250" spc="-60" dirty="0">
                <a:latin typeface="Arial"/>
                <a:cs typeface="Arial"/>
              </a:rPr>
              <a:t>*</a:t>
            </a:r>
            <a:endParaRPr sz="2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988498" y="1859086"/>
            <a:ext cx="67310" cy="698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50" spc="-25" dirty="0">
                <a:latin typeface="Arial"/>
                <a:cs typeface="Arial"/>
              </a:rPr>
              <a:t>22</a:t>
            </a:r>
            <a:endParaRPr sz="25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2571509" y="1954589"/>
            <a:ext cx="3810" cy="20320"/>
            <a:chOff x="2571509" y="1954589"/>
            <a:chExt cx="3810" cy="20320"/>
          </a:xfrm>
        </p:grpSpPr>
        <p:sp>
          <p:nvSpPr>
            <p:cNvPr id="72" name="object 72"/>
            <p:cNvSpPr/>
            <p:nvPr/>
          </p:nvSpPr>
          <p:spPr>
            <a:xfrm>
              <a:off x="2573414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573414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2545842" y="1959481"/>
            <a:ext cx="55244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2770366" y="1954589"/>
            <a:ext cx="3810" cy="20320"/>
            <a:chOff x="2770366" y="1954589"/>
            <a:chExt cx="3810" cy="20320"/>
          </a:xfrm>
        </p:grpSpPr>
        <p:sp>
          <p:nvSpPr>
            <p:cNvPr id="76" name="object 76"/>
            <p:cNvSpPr/>
            <p:nvPr/>
          </p:nvSpPr>
          <p:spPr>
            <a:xfrm>
              <a:off x="2772271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2772271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2744698" y="1959481"/>
            <a:ext cx="55244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50" dirty="0">
                <a:latin typeface="Arial"/>
                <a:cs typeface="Arial"/>
              </a:rPr>
              <a:t>5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2969223" y="1954589"/>
            <a:ext cx="1196975" cy="20320"/>
            <a:chOff x="2969223" y="1954589"/>
            <a:chExt cx="1196975" cy="20320"/>
          </a:xfrm>
        </p:grpSpPr>
        <p:sp>
          <p:nvSpPr>
            <p:cNvPr id="80" name="object 80"/>
            <p:cNvSpPr/>
            <p:nvPr/>
          </p:nvSpPr>
          <p:spPr>
            <a:xfrm>
              <a:off x="2971128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2971128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169984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169984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368841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368841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567698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567698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3766555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3766555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0" name="object 90"/>
            <p:cNvSpPr/>
            <p:nvPr/>
          </p:nvSpPr>
          <p:spPr>
            <a:xfrm>
              <a:off x="3965411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1" name="object 91"/>
            <p:cNvSpPr/>
            <p:nvPr/>
          </p:nvSpPr>
          <p:spPr>
            <a:xfrm>
              <a:off x="3965411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2" name="object 92"/>
            <p:cNvSpPr/>
            <p:nvPr/>
          </p:nvSpPr>
          <p:spPr>
            <a:xfrm>
              <a:off x="4164268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164268" y="1956494"/>
              <a:ext cx="0" cy="16510"/>
            </a:xfrm>
            <a:custGeom>
              <a:avLst/>
              <a:gdLst/>
              <a:ahLst/>
              <a:cxnLst/>
              <a:rect l="l" t="t" r="r" b="b"/>
              <a:pathLst>
                <a:path h="16510">
                  <a:moveTo>
                    <a:pt x="0" y="0"/>
                  </a:moveTo>
                  <a:lnTo>
                    <a:pt x="0" y="1637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3724109" y="1959481"/>
            <a:ext cx="483234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11454" algn="l"/>
                <a:tab pos="410209" algn="l"/>
              </a:tabLst>
            </a:pPr>
            <a:r>
              <a:rPr sz="400" spc="-25" dirty="0">
                <a:latin typeface="Arial"/>
                <a:cs typeface="Arial"/>
              </a:rPr>
              <a:t>30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35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40</a:t>
            </a:r>
            <a:endParaRPr sz="4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2928682" y="1959481"/>
            <a:ext cx="681990" cy="15303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211454" algn="l"/>
                <a:tab pos="410209" algn="l"/>
                <a:tab pos="608965" algn="l"/>
              </a:tabLst>
            </a:pPr>
            <a:r>
              <a:rPr sz="400" spc="-25" dirty="0">
                <a:latin typeface="Arial"/>
                <a:cs typeface="Arial"/>
              </a:rPr>
              <a:t>10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15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20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25</a:t>
            </a:r>
            <a:endParaRPr sz="400">
              <a:latin typeface="Arial"/>
              <a:cs typeface="Arial"/>
            </a:endParaRPr>
          </a:p>
          <a:p>
            <a:pPr marL="406400">
              <a:lnSpc>
                <a:spcPct val="100000"/>
              </a:lnSpc>
              <a:spcBef>
                <a:spcPts val="25"/>
              </a:spcBef>
            </a:pPr>
            <a:r>
              <a:rPr sz="400" spc="-10" dirty="0">
                <a:latin typeface="Arial"/>
                <a:cs typeface="Arial"/>
              </a:rPr>
              <a:t>time/s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2555138" y="709874"/>
            <a:ext cx="1691005" cy="1249045"/>
            <a:chOff x="2555138" y="709874"/>
            <a:chExt cx="1691005" cy="1249045"/>
          </a:xfrm>
        </p:grpSpPr>
        <p:sp>
          <p:nvSpPr>
            <p:cNvPr id="97" name="object 97"/>
            <p:cNvSpPr/>
            <p:nvPr/>
          </p:nvSpPr>
          <p:spPr>
            <a:xfrm>
              <a:off x="2557043" y="1899916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2557043" y="1899916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557043" y="1646995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557043" y="1646995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2557043" y="1394073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557043" y="1394073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557043" y="1141152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557043" y="1141152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557043" y="888230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557043" y="888230"/>
              <a:ext cx="16510" cy="0"/>
            </a:xfrm>
            <a:custGeom>
              <a:avLst/>
              <a:gdLst/>
              <a:ahLst/>
              <a:cxnLst/>
              <a:rect l="l" t="t" r="r" b="b"/>
              <a:pathLst>
                <a:path w="16510">
                  <a:moveTo>
                    <a:pt x="16370" y="0"/>
                  </a:moveTo>
                  <a:lnTo>
                    <a:pt x="0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573414" y="1786770"/>
              <a:ext cx="1591310" cy="88265"/>
            </a:xfrm>
            <a:custGeom>
              <a:avLst/>
              <a:gdLst/>
              <a:ahLst/>
              <a:cxnLst/>
              <a:rect l="l" t="t" r="r" b="b"/>
              <a:pathLst>
                <a:path w="1591310" h="88264">
                  <a:moveTo>
                    <a:pt x="0" y="87854"/>
                  </a:moveTo>
                  <a:lnTo>
                    <a:pt x="57912" y="51638"/>
                  </a:lnTo>
                  <a:lnTo>
                    <a:pt x="98483" y="29622"/>
                  </a:lnTo>
                  <a:lnTo>
                    <a:pt x="142554" y="13903"/>
                  </a:lnTo>
                  <a:lnTo>
                    <a:pt x="189489" y="7932"/>
                  </a:lnTo>
                  <a:lnTo>
                    <a:pt x="210650" y="7603"/>
                  </a:lnTo>
                  <a:lnTo>
                    <a:pt x="253925" y="8314"/>
                  </a:lnTo>
                  <a:lnTo>
                    <a:pt x="298633" y="8406"/>
                  </a:lnTo>
                  <a:lnTo>
                    <a:pt x="341749" y="7477"/>
                  </a:lnTo>
                  <a:lnTo>
                    <a:pt x="408413" y="4921"/>
                  </a:lnTo>
                  <a:lnTo>
                    <a:pt x="489236" y="2109"/>
                  </a:lnTo>
                  <a:lnTo>
                    <a:pt x="557968" y="771"/>
                  </a:lnTo>
                  <a:lnTo>
                    <a:pt x="646428" y="165"/>
                  </a:lnTo>
                  <a:lnTo>
                    <a:pt x="849760" y="31"/>
                  </a:lnTo>
                  <a:lnTo>
                    <a:pt x="1590853" y="0"/>
                  </a:lnTo>
                </a:path>
              </a:pathLst>
            </a:custGeom>
            <a:ln w="7016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2573414" y="1643211"/>
              <a:ext cx="1591310" cy="257175"/>
            </a:xfrm>
            <a:custGeom>
              <a:avLst/>
              <a:gdLst/>
              <a:ahLst/>
              <a:cxnLst/>
              <a:rect l="l" t="t" r="r" b="b"/>
              <a:pathLst>
                <a:path w="1591310" h="257175">
                  <a:moveTo>
                    <a:pt x="0" y="256705"/>
                  </a:moveTo>
                  <a:lnTo>
                    <a:pt x="37707" y="221619"/>
                  </a:lnTo>
                  <a:lnTo>
                    <a:pt x="60458" y="190442"/>
                  </a:lnTo>
                  <a:lnTo>
                    <a:pt x="92756" y="137121"/>
                  </a:lnTo>
                  <a:lnTo>
                    <a:pt x="122667" y="86371"/>
                  </a:lnTo>
                  <a:lnTo>
                    <a:pt x="147168" y="50504"/>
                  </a:lnTo>
                  <a:lnTo>
                    <a:pt x="175647" y="20793"/>
                  </a:lnTo>
                  <a:lnTo>
                    <a:pt x="210809" y="2924"/>
                  </a:lnTo>
                  <a:lnTo>
                    <a:pt x="243743" y="0"/>
                  </a:lnTo>
                  <a:lnTo>
                    <a:pt x="260448" y="972"/>
                  </a:lnTo>
                  <a:lnTo>
                    <a:pt x="283836" y="3446"/>
                  </a:lnTo>
                  <a:lnTo>
                    <a:pt x="338726" y="9826"/>
                  </a:lnTo>
                  <a:lnTo>
                    <a:pt x="364819" y="11465"/>
                  </a:lnTo>
                  <a:lnTo>
                    <a:pt x="391548" y="12101"/>
                  </a:lnTo>
                  <a:lnTo>
                    <a:pt x="424323" y="11727"/>
                  </a:lnTo>
                  <a:lnTo>
                    <a:pt x="469348" y="10138"/>
                  </a:lnTo>
                  <a:lnTo>
                    <a:pt x="572923" y="5894"/>
                  </a:lnTo>
                  <a:lnTo>
                    <a:pt x="633223" y="4564"/>
                  </a:lnTo>
                  <a:lnTo>
                    <a:pt x="716592" y="3846"/>
                  </a:lnTo>
                  <a:lnTo>
                    <a:pt x="913559" y="3714"/>
                  </a:lnTo>
                  <a:lnTo>
                    <a:pt x="1378135" y="3798"/>
                  </a:lnTo>
                  <a:lnTo>
                    <a:pt x="1501438" y="3968"/>
                  </a:lnTo>
                  <a:lnTo>
                    <a:pt x="1590853" y="3765"/>
                  </a:lnTo>
                </a:path>
              </a:pathLst>
            </a:custGeom>
            <a:ln w="7016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573414" y="768504"/>
              <a:ext cx="1591310" cy="1106170"/>
            </a:xfrm>
            <a:custGeom>
              <a:avLst/>
              <a:gdLst/>
              <a:ahLst/>
              <a:cxnLst/>
              <a:rect l="l" t="t" r="r" b="b"/>
              <a:pathLst>
                <a:path w="1591310" h="1106170">
                  <a:moveTo>
                    <a:pt x="0" y="1106120"/>
                  </a:moveTo>
                  <a:lnTo>
                    <a:pt x="37388" y="1077347"/>
                  </a:lnTo>
                  <a:lnTo>
                    <a:pt x="56003" y="1034504"/>
                  </a:lnTo>
                  <a:lnTo>
                    <a:pt x="70004" y="987041"/>
                  </a:lnTo>
                  <a:lnTo>
                    <a:pt x="86232" y="914994"/>
                  </a:lnTo>
                  <a:lnTo>
                    <a:pt x="95460" y="866357"/>
                  </a:lnTo>
                  <a:lnTo>
                    <a:pt x="105802" y="806069"/>
                  </a:lnTo>
                  <a:lnTo>
                    <a:pt x="118212" y="727207"/>
                  </a:lnTo>
                  <a:lnTo>
                    <a:pt x="136508" y="603316"/>
                  </a:lnTo>
                  <a:lnTo>
                    <a:pt x="161010" y="438726"/>
                  </a:lnTo>
                  <a:lnTo>
                    <a:pt x="174056" y="358352"/>
                  </a:lnTo>
                  <a:lnTo>
                    <a:pt x="185034" y="296969"/>
                  </a:lnTo>
                  <a:lnTo>
                    <a:pt x="194899" y="247499"/>
                  </a:lnTo>
                  <a:lnTo>
                    <a:pt x="203967" y="207119"/>
                  </a:lnTo>
                  <a:lnTo>
                    <a:pt x="220673" y="145865"/>
                  </a:lnTo>
                  <a:lnTo>
                    <a:pt x="236583" y="102063"/>
                  </a:lnTo>
                  <a:lnTo>
                    <a:pt x="259653" y="58520"/>
                  </a:lnTo>
                  <a:lnTo>
                    <a:pt x="288927" y="28804"/>
                  </a:lnTo>
                  <a:lnTo>
                    <a:pt x="325203" y="16806"/>
                  </a:lnTo>
                  <a:lnTo>
                    <a:pt x="355273" y="15181"/>
                  </a:lnTo>
                  <a:lnTo>
                    <a:pt x="374206" y="15718"/>
                  </a:lnTo>
                  <a:lnTo>
                    <a:pt x="412549" y="17444"/>
                  </a:lnTo>
                  <a:lnTo>
                    <a:pt x="442142" y="17731"/>
                  </a:lnTo>
                  <a:lnTo>
                    <a:pt x="468076" y="16958"/>
                  </a:lnTo>
                  <a:lnTo>
                    <a:pt x="497350" y="14924"/>
                  </a:lnTo>
                  <a:lnTo>
                    <a:pt x="637518" y="4151"/>
                  </a:lnTo>
                  <a:lnTo>
                    <a:pt x="677612" y="2597"/>
                  </a:lnTo>
                  <a:lnTo>
                    <a:pt x="751117" y="1046"/>
                  </a:lnTo>
                  <a:lnTo>
                    <a:pt x="899399" y="91"/>
                  </a:lnTo>
                  <a:lnTo>
                    <a:pt x="1036385" y="153"/>
                  </a:lnTo>
                  <a:lnTo>
                    <a:pt x="1110367" y="0"/>
                  </a:lnTo>
                  <a:lnTo>
                    <a:pt x="1331836" y="642"/>
                  </a:lnTo>
                  <a:lnTo>
                    <a:pt x="1448935" y="225"/>
                  </a:lnTo>
                  <a:lnTo>
                    <a:pt x="1538986" y="1108"/>
                  </a:lnTo>
                  <a:lnTo>
                    <a:pt x="1590853" y="600"/>
                  </a:lnTo>
                </a:path>
              </a:pathLst>
            </a:custGeom>
            <a:ln w="7016">
              <a:solidFill>
                <a:srgbClr val="2BA02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2573414" y="711779"/>
              <a:ext cx="1670685" cy="1245235"/>
            </a:xfrm>
            <a:custGeom>
              <a:avLst/>
              <a:gdLst/>
              <a:ahLst/>
              <a:cxnLst/>
              <a:rect l="l" t="t" r="r" b="b"/>
              <a:pathLst>
                <a:path w="1670685" h="1245235">
                  <a:moveTo>
                    <a:pt x="0" y="1244714"/>
                  </a:moveTo>
                  <a:lnTo>
                    <a:pt x="0" y="0"/>
                  </a:lnTo>
                </a:path>
                <a:path w="1670685" h="1245235">
                  <a:moveTo>
                    <a:pt x="1670396" y="1244714"/>
                  </a:moveTo>
                  <a:lnTo>
                    <a:pt x="1670396" y="0"/>
                  </a:lnTo>
                </a:path>
                <a:path w="1670685" h="1245235">
                  <a:moveTo>
                    <a:pt x="0" y="1244714"/>
                  </a:moveTo>
                  <a:lnTo>
                    <a:pt x="1670396" y="1244714"/>
                  </a:lnTo>
                </a:path>
                <a:path w="1670685" h="1245235">
                  <a:moveTo>
                    <a:pt x="0" y="0"/>
                  </a:moveTo>
                  <a:lnTo>
                    <a:pt x="1670396" y="0"/>
                  </a:lnTo>
                </a:path>
              </a:pathLst>
            </a:custGeom>
            <a:ln w="374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3977198" y="1200831"/>
              <a:ext cx="243840" cy="266700"/>
            </a:xfrm>
            <a:custGeom>
              <a:avLst/>
              <a:gdLst/>
              <a:ahLst/>
              <a:cxnLst/>
              <a:rect l="l" t="t" r="r" b="b"/>
              <a:pathLst>
                <a:path w="243839" h="266700">
                  <a:moveTo>
                    <a:pt x="240107" y="0"/>
                  </a:moveTo>
                  <a:lnTo>
                    <a:pt x="3118" y="0"/>
                  </a:lnTo>
                  <a:lnTo>
                    <a:pt x="0" y="3118"/>
                  </a:lnTo>
                  <a:lnTo>
                    <a:pt x="0" y="263494"/>
                  </a:lnTo>
                  <a:lnTo>
                    <a:pt x="3118" y="266612"/>
                  </a:lnTo>
                  <a:lnTo>
                    <a:pt x="9354" y="266612"/>
                  </a:lnTo>
                  <a:lnTo>
                    <a:pt x="240107" y="266612"/>
                  </a:lnTo>
                  <a:lnTo>
                    <a:pt x="243225" y="263494"/>
                  </a:lnTo>
                  <a:lnTo>
                    <a:pt x="243225" y="3118"/>
                  </a:lnTo>
                  <a:lnTo>
                    <a:pt x="240107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3977198" y="1200831"/>
              <a:ext cx="243840" cy="266700"/>
            </a:xfrm>
            <a:custGeom>
              <a:avLst/>
              <a:gdLst/>
              <a:ahLst/>
              <a:cxnLst/>
              <a:rect l="l" t="t" r="r" b="b"/>
              <a:pathLst>
                <a:path w="243839" h="266700">
                  <a:moveTo>
                    <a:pt x="9354" y="266612"/>
                  </a:moveTo>
                  <a:lnTo>
                    <a:pt x="233870" y="266612"/>
                  </a:lnTo>
                  <a:lnTo>
                    <a:pt x="240107" y="266612"/>
                  </a:lnTo>
                  <a:lnTo>
                    <a:pt x="243225" y="263494"/>
                  </a:lnTo>
                  <a:lnTo>
                    <a:pt x="243225" y="257257"/>
                  </a:lnTo>
                  <a:lnTo>
                    <a:pt x="243225" y="9354"/>
                  </a:lnTo>
                  <a:lnTo>
                    <a:pt x="243225" y="3118"/>
                  </a:lnTo>
                  <a:lnTo>
                    <a:pt x="240107" y="0"/>
                  </a:lnTo>
                  <a:lnTo>
                    <a:pt x="233870" y="0"/>
                  </a:lnTo>
                  <a:lnTo>
                    <a:pt x="9354" y="0"/>
                  </a:lnTo>
                  <a:lnTo>
                    <a:pt x="3118" y="0"/>
                  </a:lnTo>
                  <a:lnTo>
                    <a:pt x="0" y="3118"/>
                  </a:lnTo>
                  <a:lnTo>
                    <a:pt x="0" y="9354"/>
                  </a:lnTo>
                  <a:lnTo>
                    <a:pt x="0" y="257257"/>
                  </a:lnTo>
                  <a:lnTo>
                    <a:pt x="0" y="263494"/>
                  </a:lnTo>
                  <a:lnTo>
                    <a:pt x="3118" y="266612"/>
                  </a:lnTo>
                  <a:lnTo>
                    <a:pt x="9354" y="266612"/>
                  </a:lnTo>
                  <a:close/>
                </a:path>
              </a:pathLst>
            </a:custGeom>
            <a:ln w="4677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3995908" y="1249944"/>
              <a:ext cx="93980" cy="0"/>
            </a:xfrm>
            <a:custGeom>
              <a:avLst/>
              <a:gdLst/>
              <a:ahLst/>
              <a:cxnLst/>
              <a:rect l="l" t="t" r="r" b="b"/>
              <a:pathLst>
                <a:path w="93979">
                  <a:moveTo>
                    <a:pt x="0" y="0"/>
                  </a:moveTo>
                  <a:lnTo>
                    <a:pt x="46774" y="0"/>
                  </a:lnTo>
                  <a:lnTo>
                    <a:pt x="93548" y="0"/>
                  </a:lnTo>
                </a:path>
              </a:pathLst>
            </a:custGeom>
            <a:ln w="7016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2498227" y="1852402"/>
            <a:ext cx="55244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sp>
        <p:nvSpPr>
          <p:cNvPr id="115" name="object 115"/>
          <p:cNvSpPr txBox="1"/>
          <p:nvPr/>
        </p:nvSpPr>
        <p:spPr>
          <a:xfrm>
            <a:off x="2468482" y="1599480"/>
            <a:ext cx="8509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2468482" y="1346559"/>
            <a:ext cx="8509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20</a:t>
            </a:r>
            <a:endParaRPr sz="400">
              <a:latin typeface="Arial"/>
              <a:cs typeface="Arial"/>
            </a:endParaRPr>
          </a:p>
        </p:txBody>
      </p:sp>
      <p:sp>
        <p:nvSpPr>
          <p:cNvPr id="117" name="object 117"/>
          <p:cNvSpPr txBox="1"/>
          <p:nvPr/>
        </p:nvSpPr>
        <p:spPr>
          <a:xfrm>
            <a:off x="2468482" y="1093637"/>
            <a:ext cx="8509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30</a:t>
            </a:r>
            <a:endParaRPr sz="400">
              <a:latin typeface="Arial"/>
              <a:cs typeface="Arial"/>
            </a:endParaRPr>
          </a:p>
        </p:txBody>
      </p:sp>
      <p:sp>
        <p:nvSpPr>
          <p:cNvPr id="118" name="object 118"/>
          <p:cNvSpPr txBox="1"/>
          <p:nvPr/>
        </p:nvSpPr>
        <p:spPr>
          <a:xfrm>
            <a:off x="2468482" y="840715"/>
            <a:ext cx="85090" cy="8890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400" spc="-25" dirty="0">
                <a:latin typeface="Arial"/>
                <a:cs typeface="Arial"/>
              </a:rPr>
              <a:t>40</a:t>
            </a:r>
            <a:endParaRPr sz="40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3148336" y="607122"/>
            <a:ext cx="520700" cy="101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50" i="1" spc="-45" dirty="0">
                <a:latin typeface="Arial"/>
                <a:cs typeface="Arial"/>
              </a:rPr>
              <a:t>P</a:t>
            </a:r>
            <a:r>
              <a:rPr sz="450" i="1" spc="-25" dirty="0">
                <a:latin typeface="Arial"/>
                <a:cs typeface="Arial"/>
              </a:rPr>
              <a:t> </a:t>
            </a:r>
            <a:r>
              <a:rPr sz="525" baseline="23809" dirty="0">
                <a:latin typeface="Arial"/>
                <a:cs typeface="Arial"/>
              </a:rPr>
              <a:t>*</a:t>
            </a:r>
            <a:r>
              <a:rPr sz="525" spc="209" baseline="23809" dirty="0">
                <a:latin typeface="Arial"/>
                <a:cs typeface="Arial"/>
              </a:rPr>
              <a:t> </a:t>
            </a:r>
            <a:r>
              <a:rPr sz="500" dirty="0">
                <a:latin typeface="Arial"/>
                <a:cs typeface="Arial"/>
              </a:rPr>
              <a:t>with</a:t>
            </a:r>
            <a:r>
              <a:rPr sz="500" spc="20" dirty="0">
                <a:latin typeface="Arial"/>
                <a:cs typeface="Arial"/>
              </a:rPr>
              <a:t> </a:t>
            </a:r>
            <a:r>
              <a:rPr sz="450" i="1" spc="-25" dirty="0">
                <a:latin typeface="Arial"/>
                <a:cs typeface="Arial"/>
              </a:rPr>
              <a:t>R</a:t>
            </a:r>
            <a:r>
              <a:rPr sz="450" i="1" spc="-30" dirty="0">
                <a:latin typeface="Arial"/>
                <a:cs typeface="Arial"/>
              </a:rPr>
              <a:t> </a:t>
            </a:r>
            <a:r>
              <a:rPr sz="500" spc="70" dirty="0">
                <a:latin typeface="Arial"/>
                <a:cs typeface="Arial"/>
              </a:rPr>
              <a:t>=</a:t>
            </a:r>
            <a:r>
              <a:rPr sz="500" spc="-45" dirty="0">
                <a:latin typeface="Arial"/>
                <a:cs typeface="Arial"/>
              </a:rPr>
              <a:t> </a:t>
            </a:r>
            <a:r>
              <a:rPr sz="500" spc="-25" dirty="0">
                <a:latin typeface="Arial"/>
                <a:cs typeface="Arial"/>
              </a:rPr>
              <a:t>100</a:t>
            </a:r>
            <a:endParaRPr sz="50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4088776" y="1180234"/>
            <a:ext cx="130810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00" i="1" baseline="-20833" dirty="0">
                <a:latin typeface="Arial"/>
                <a:cs typeface="Arial"/>
              </a:rPr>
              <a:t>p</a:t>
            </a:r>
            <a:r>
              <a:rPr sz="600" i="1" spc="-67" baseline="-20833" dirty="0">
                <a:latin typeface="Arial"/>
                <a:cs typeface="Arial"/>
              </a:rPr>
              <a:t> </a:t>
            </a:r>
            <a:r>
              <a:rPr sz="250" spc="-60" dirty="0">
                <a:latin typeface="Arial"/>
                <a:cs typeface="Arial"/>
              </a:rPr>
              <a:t>*</a:t>
            </a:r>
            <a:endParaRPr sz="25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4143866" y="1225035"/>
            <a:ext cx="67310" cy="698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50" spc="-25" dirty="0">
                <a:latin typeface="Arial"/>
                <a:cs typeface="Arial"/>
              </a:rPr>
              <a:t>11</a:t>
            </a:r>
            <a:endParaRPr sz="250">
              <a:latin typeface="Arial"/>
              <a:cs typeface="Arial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3995908" y="1334137"/>
            <a:ext cx="93980" cy="0"/>
          </a:xfrm>
          <a:custGeom>
            <a:avLst/>
            <a:gdLst/>
            <a:ahLst/>
            <a:cxnLst/>
            <a:rect l="l" t="t" r="r" b="b"/>
            <a:pathLst>
              <a:path w="93979">
                <a:moveTo>
                  <a:pt x="0" y="0"/>
                </a:moveTo>
                <a:lnTo>
                  <a:pt x="46774" y="0"/>
                </a:lnTo>
                <a:lnTo>
                  <a:pt x="93548" y="0"/>
                </a:lnTo>
              </a:path>
            </a:pathLst>
          </a:custGeom>
          <a:ln w="7016">
            <a:solidFill>
              <a:srgbClr val="FF7F0E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 txBox="1"/>
          <p:nvPr/>
        </p:nvSpPr>
        <p:spPr>
          <a:xfrm>
            <a:off x="4088776" y="1264428"/>
            <a:ext cx="130810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00" i="1" baseline="-20833" dirty="0">
                <a:latin typeface="Arial"/>
                <a:cs typeface="Arial"/>
              </a:rPr>
              <a:t>p</a:t>
            </a:r>
            <a:r>
              <a:rPr sz="600" i="1" spc="-67" baseline="-20833" dirty="0">
                <a:latin typeface="Arial"/>
                <a:cs typeface="Arial"/>
              </a:rPr>
              <a:t> </a:t>
            </a:r>
            <a:r>
              <a:rPr sz="250" spc="-60" dirty="0">
                <a:latin typeface="Arial"/>
                <a:cs typeface="Arial"/>
              </a:rPr>
              <a:t>*</a:t>
            </a:r>
            <a:endParaRPr sz="250">
              <a:latin typeface="Arial"/>
              <a:cs typeface="Arial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4143866" y="1309228"/>
            <a:ext cx="67310" cy="698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50" spc="-25" dirty="0">
                <a:latin typeface="Arial"/>
                <a:cs typeface="Arial"/>
              </a:rPr>
              <a:t>12</a:t>
            </a:r>
            <a:endParaRPr sz="250">
              <a:latin typeface="Arial"/>
              <a:cs typeface="Arial"/>
            </a:endParaRPr>
          </a:p>
        </p:txBody>
      </p:sp>
      <p:sp>
        <p:nvSpPr>
          <p:cNvPr id="125" name="object 125"/>
          <p:cNvSpPr/>
          <p:nvPr/>
        </p:nvSpPr>
        <p:spPr>
          <a:xfrm>
            <a:off x="3995908" y="1418330"/>
            <a:ext cx="93980" cy="0"/>
          </a:xfrm>
          <a:custGeom>
            <a:avLst/>
            <a:gdLst/>
            <a:ahLst/>
            <a:cxnLst/>
            <a:rect l="l" t="t" r="r" b="b"/>
            <a:pathLst>
              <a:path w="93979">
                <a:moveTo>
                  <a:pt x="0" y="0"/>
                </a:moveTo>
                <a:lnTo>
                  <a:pt x="46774" y="0"/>
                </a:lnTo>
                <a:lnTo>
                  <a:pt x="93548" y="0"/>
                </a:lnTo>
              </a:path>
            </a:pathLst>
          </a:custGeom>
          <a:ln w="7016">
            <a:solidFill>
              <a:srgbClr val="2BA02B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 txBox="1"/>
          <p:nvPr/>
        </p:nvSpPr>
        <p:spPr>
          <a:xfrm>
            <a:off x="4088776" y="1348621"/>
            <a:ext cx="130810" cy="86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600" i="1" baseline="-20833" dirty="0">
                <a:latin typeface="Arial"/>
                <a:cs typeface="Arial"/>
              </a:rPr>
              <a:t>p</a:t>
            </a:r>
            <a:r>
              <a:rPr sz="600" i="1" spc="-67" baseline="-20833" dirty="0">
                <a:latin typeface="Arial"/>
                <a:cs typeface="Arial"/>
              </a:rPr>
              <a:t> </a:t>
            </a:r>
            <a:r>
              <a:rPr sz="250" spc="-60" dirty="0">
                <a:latin typeface="Arial"/>
                <a:cs typeface="Arial"/>
              </a:rPr>
              <a:t>*</a:t>
            </a:r>
            <a:endParaRPr sz="25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4143866" y="1393421"/>
            <a:ext cx="67310" cy="6985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50" spc="-25" dirty="0">
                <a:latin typeface="Arial"/>
                <a:cs typeface="Arial"/>
              </a:rPr>
              <a:t>22</a:t>
            </a:r>
            <a:endParaRPr sz="250">
              <a:latin typeface="Arial"/>
              <a:cs typeface="Arial"/>
            </a:endParaRPr>
          </a:p>
        </p:txBody>
      </p:sp>
      <p:sp>
        <p:nvSpPr>
          <p:cNvPr id="128" name="object 128"/>
          <p:cNvSpPr txBox="1"/>
          <p:nvPr/>
        </p:nvSpPr>
        <p:spPr>
          <a:xfrm>
            <a:off x="3522078" y="2265399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Hack"/>
                <a:cs typeface="Hack"/>
              </a:rPr>
              <a:t>∗</a:t>
            </a:r>
            <a:endParaRPr sz="800">
              <a:latin typeface="Hack"/>
              <a:cs typeface="Hack"/>
            </a:endParaRPr>
          </a:p>
        </p:txBody>
      </p:sp>
      <p:sp>
        <p:nvSpPr>
          <p:cNvPr id="129" name="object 129"/>
          <p:cNvSpPr txBox="1"/>
          <p:nvPr/>
        </p:nvSpPr>
        <p:spPr>
          <a:xfrm>
            <a:off x="205587" y="2278340"/>
            <a:ext cx="374840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7F7F7F"/>
                </a:solidFill>
                <a:latin typeface="Arial"/>
                <a:cs typeface="Arial"/>
              </a:rPr>
              <a:t>Figure:</a:t>
            </a:r>
            <a:r>
              <a:rPr sz="1100" spc="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LQ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example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with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different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penalties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on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control.</a:t>
            </a:r>
            <a:r>
              <a:rPr sz="1100" spc="10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i="1" spc="3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(0)</a:t>
            </a:r>
            <a:r>
              <a:rPr sz="1100" spc="-45" dirty="0">
                <a:latin typeface="Arial"/>
                <a:cs typeface="Arial"/>
              </a:rPr>
              <a:t> </a:t>
            </a:r>
            <a:r>
              <a:rPr sz="1100" spc="150" dirty="0">
                <a:latin typeface="Arial"/>
                <a:cs typeface="Arial"/>
              </a:rPr>
              <a:t>=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2" name="object 132"/>
          <p:cNvSpPr txBox="1"/>
          <p:nvPr/>
        </p:nvSpPr>
        <p:spPr>
          <a:xfrm>
            <a:off x="215442" y="2673591"/>
            <a:ext cx="4227195" cy="64770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09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larger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R</a:t>
            </a:r>
            <a:r>
              <a:rPr sz="1200" i="1" spc="6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results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longer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transient</a:t>
            </a:r>
            <a:endParaRPr sz="1200">
              <a:latin typeface="Arial"/>
              <a:cs typeface="Arial"/>
            </a:endParaRPr>
          </a:p>
          <a:p>
            <a:pPr marL="230504" marR="30480" indent="-193040">
              <a:lnSpc>
                <a:spcPct val="100000"/>
              </a:lnSpc>
              <a:spcBef>
                <a:spcPts val="28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5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0" dirty="0">
                <a:latin typeface="Arial"/>
                <a:cs typeface="Arial"/>
              </a:rPr>
              <a:t>i.e.,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larger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penalty</a:t>
            </a:r>
            <a:r>
              <a:rPr sz="1200" spc="-3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on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control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input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yields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longer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time</a:t>
            </a:r>
            <a:r>
              <a:rPr sz="1200" spc="-3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to </a:t>
            </a:r>
            <a:r>
              <a:rPr sz="1200" spc="-10" dirty="0">
                <a:latin typeface="Arial"/>
                <a:cs typeface="Arial"/>
              </a:rPr>
              <a:t>settle</a:t>
            </a:r>
            <a:endParaRPr sz="1200">
              <a:latin typeface="Arial"/>
              <a:cs typeface="Arial"/>
            </a:endParaRPr>
          </a:p>
        </p:txBody>
      </p:sp>
      <p:sp>
        <p:nvSpPr>
          <p:cNvPr id="133" name="object 133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35" name="object 135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136" name="object 136"/>
          <p:cNvSpPr txBox="1"/>
          <p:nvPr/>
        </p:nvSpPr>
        <p:spPr>
          <a:xfrm>
            <a:off x="4275163" y="3338410"/>
            <a:ext cx="278130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dirty="0">
                <a:solidFill>
                  <a:srgbClr val="191919"/>
                </a:solidFill>
                <a:latin typeface="Arial"/>
                <a:cs typeface="Arial"/>
              </a:rPr>
              <a:t>27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185" dirty="0">
                <a:solidFill>
                  <a:srgbClr val="191919"/>
                </a:solidFill>
                <a:latin typeface="Arial"/>
                <a:cs typeface="Arial"/>
              </a:rPr>
              <a:t>/</a:t>
            </a:r>
            <a:r>
              <a:rPr sz="600" spc="-40" dirty="0">
                <a:solidFill>
                  <a:srgbClr val="191919"/>
                </a:solidFill>
                <a:latin typeface="Arial"/>
                <a:cs typeface="Arial"/>
              </a:rPr>
              <a:t> </a:t>
            </a:r>
            <a:r>
              <a:rPr sz="600" spc="-25" dirty="0">
                <a:solidFill>
                  <a:srgbClr val="191919"/>
                </a:solidFill>
                <a:latin typeface="Arial"/>
                <a:cs typeface="Arial"/>
              </a:rPr>
              <a:t>34</a:t>
            </a:r>
            <a:endParaRPr sz="600">
              <a:latin typeface="Arial"/>
              <a:cs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3870A1B9-93D6-33A1-ED2A-5C3692C00A6D}"/>
                  </a:ext>
                </a:extLst>
              </p:cNvPr>
              <p:cNvSpPr txBox="1"/>
              <p:nvPr/>
            </p:nvSpPr>
            <p:spPr>
              <a:xfrm>
                <a:off x="3790517" y="2159145"/>
                <a:ext cx="673710" cy="4210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2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2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3870A1B9-93D6-33A1-ED2A-5C3692C00A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0517" y="2159145"/>
                <a:ext cx="673710" cy="4210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0" dirty="0"/>
              <a:t>Example:</a:t>
            </a:r>
            <a:r>
              <a:rPr spc="-5" dirty="0"/>
              <a:t> </a:t>
            </a:r>
            <a:r>
              <a:rPr spc="-120" dirty="0"/>
              <a:t>LQR</a:t>
            </a:r>
            <a:r>
              <a:rPr dirty="0"/>
              <a:t> of</a:t>
            </a:r>
            <a:r>
              <a:rPr spc="-95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spc="-105" dirty="0"/>
              <a:t>pure</a:t>
            </a:r>
            <a:r>
              <a:rPr spc="-15" dirty="0"/>
              <a:t> </a:t>
            </a:r>
            <a:r>
              <a:rPr spc="-45" dirty="0"/>
              <a:t>inertia</a:t>
            </a:r>
            <a:r>
              <a:rPr spc="-65" dirty="0"/>
              <a:t> </a:t>
            </a:r>
            <a:r>
              <a:rPr spc="-95" dirty="0"/>
              <a:t>system:</a:t>
            </a:r>
            <a:r>
              <a:rPr spc="75" dirty="0"/>
              <a:t> </a:t>
            </a:r>
            <a:r>
              <a:rPr spc="-105" dirty="0"/>
              <a:t>analysis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54916" y="2033819"/>
            <a:ext cx="3810" cy="19685"/>
            <a:chOff x="454916" y="2179349"/>
            <a:chExt cx="3810" cy="19685"/>
          </a:xfrm>
        </p:grpSpPr>
        <p:sp>
          <p:nvSpPr>
            <p:cNvPr id="4" name="object 4"/>
            <p:cNvSpPr/>
            <p:nvPr/>
          </p:nvSpPr>
          <p:spPr>
            <a:xfrm>
              <a:off x="456821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456821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429843" y="2038084"/>
            <a:ext cx="5397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45825" y="2033819"/>
            <a:ext cx="958850" cy="19685"/>
            <a:chOff x="645825" y="2179349"/>
            <a:chExt cx="958850" cy="19685"/>
          </a:xfrm>
        </p:grpSpPr>
        <p:sp>
          <p:nvSpPr>
            <p:cNvPr id="8" name="object 8"/>
            <p:cNvSpPr/>
            <p:nvPr/>
          </p:nvSpPr>
          <p:spPr>
            <a:xfrm>
              <a:off x="647730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47730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838639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38639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029548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029548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220457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220457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411366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411366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602275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602275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561018" y="2038084"/>
            <a:ext cx="825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30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791279" y="2033819"/>
            <a:ext cx="3810" cy="19685"/>
            <a:chOff x="1791279" y="2179349"/>
            <a:chExt cx="3810" cy="19685"/>
          </a:xfrm>
        </p:grpSpPr>
        <p:sp>
          <p:nvSpPr>
            <p:cNvPr id="22" name="object 22"/>
            <p:cNvSpPr/>
            <p:nvPr/>
          </p:nvSpPr>
          <p:spPr>
            <a:xfrm>
              <a:off x="1793184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1793184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1751927" y="2038084"/>
            <a:ext cx="825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35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982188" y="2033819"/>
            <a:ext cx="3810" cy="19685"/>
            <a:chOff x="1982188" y="2179349"/>
            <a:chExt cx="3810" cy="19685"/>
          </a:xfrm>
        </p:grpSpPr>
        <p:sp>
          <p:nvSpPr>
            <p:cNvPr id="26" name="object 26"/>
            <p:cNvSpPr/>
            <p:nvPr/>
          </p:nvSpPr>
          <p:spPr>
            <a:xfrm>
              <a:off x="1984093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984093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1942836" y="2038084"/>
            <a:ext cx="825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40</a:t>
            </a:r>
            <a:endParaRPr sz="40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0752" y="2038084"/>
            <a:ext cx="832485" cy="147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89230" algn="l"/>
                <a:tab pos="379730" algn="l"/>
                <a:tab pos="570865" algn="l"/>
                <a:tab pos="762000" algn="l"/>
              </a:tabLst>
            </a:pPr>
            <a:r>
              <a:rPr sz="400" spc="-50" dirty="0">
                <a:latin typeface="Arial"/>
                <a:cs typeface="Arial"/>
              </a:rPr>
              <a:t>5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10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15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20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25</a:t>
            </a:r>
            <a:endParaRPr sz="400">
              <a:latin typeface="Arial"/>
              <a:cs typeface="Arial"/>
            </a:endParaRPr>
          </a:p>
          <a:p>
            <a:pPr marL="567690">
              <a:lnSpc>
                <a:spcPct val="100000"/>
              </a:lnSpc>
              <a:spcBef>
                <a:spcPts val="5"/>
              </a:spcBef>
            </a:pPr>
            <a:r>
              <a:rPr sz="400" spc="-10" dirty="0">
                <a:latin typeface="Arial"/>
                <a:cs typeface="Arial"/>
              </a:rPr>
              <a:t>time/s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39200" y="838852"/>
            <a:ext cx="1623695" cy="1198880"/>
            <a:chOff x="439200" y="984382"/>
            <a:chExt cx="1623695" cy="1198880"/>
          </a:xfrm>
        </p:grpSpPr>
        <p:sp>
          <p:nvSpPr>
            <p:cNvPr id="31" name="object 31"/>
            <p:cNvSpPr/>
            <p:nvPr/>
          </p:nvSpPr>
          <p:spPr>
            <a:xfrm>
              <a:off x="441105" y="2126937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41105" y="2126937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41105" y="1884124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41105" y="1884124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41105" y="1641311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41105" y="1641311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41105" y="1398498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41105" y="1398498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41105" y="1155685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41105" y="1155685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56821" y="2018312"/>
              <a:ext cx="1527810" cy="84455"/>
            </a:xfrm>
            <a:custGeom>
              <a:avLst/>
              <a:gdLst/>
              <a:ahLst/>
              <a:cxnLst/>
              <a:rect l="l" t="t" r="r" b="b"/>
              <a:pathLst>
                <a:path w="1527810" h="84455">
                  <a:moveTo>
                    <a:pt x="0" y="84343"/>
                  </a:moveTo>
                  <a:lnTo>
                    <a:pt x="55598" y="49575"/>
                  </a:lnTo>
                  <a:lnTo>
                    <a:pt x="94547" y="28438"/>
                  </a:lnTo>
                  <a:lnTo>
                    <a:pt x="136857" y="13347"/>
                  </a:lnTo>
                  <a:lnTo>
                    <a:pt x="181916" y="7615"/>
                  </a:lnTo>
                  <a:lnTo>
                    <a:pt x="202230" y="7299"/>
                  </a:lnTo>
                  <a:lnTo>
                    <a:pt x="243776" y="7982"/>
                  </a:lnTo>
                  <a:lnTo>
                    <a:pt x="286697" y="8070"/>
                  </a:lnTo>
                  <a:lnTo>
                    <a:pt x="328090" y="7178"/>
                  </a:lnTo>
                  <a:lnTo>
                    <a:pt x="392089" y="4724"/>
                  </a:lnTo>
                  <a:lnTo>
                    <a:pt x="469682" y="2025"/>
                  </a:lnTo>
                  <a:lnTo>
                    <a:pt x="535667" y="741"/>
                  </a:lnTo>
                  <a:lnTo>
                    <a:pt x="620592" y="158"/>
                  </a:lnTo>
                  <a:lnTo>
                    <a:pt x="815797" y="29"/>
                  </a:lnTo>
                  <a:lnTo>
                    <a:pt x="1527271" y="0"/>
                  </a:lnTo>
                </a:path>
              </a:pathLst>
            </a:custGeom>
            <a:ln w="6735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56821" y="1880492"/>
              <a:ext cx="1527810" cy="247015"/>
            </a:xfrm>
            <a:custGeom>
              <a:avLst/>
              <a:gdLst/>
              <a:ahLst/>
              <a:cxnLst/>
              <a:rect l="l" t="t" r="r" b="b"/>
              <a:pathLst>
                <a:path w="1527810" h="247014">
                  <a:moveTo>
                    <a:pt x="0" y="246445"/>
                  </a:moveTo>
                  <a:lnTo>
                    <a:pt x="36199" y="212761"/>
                  </a:lnTo>
                  <a:lnTo>
                    <a:pt x="70872" y="162521"/>
                  </a:lnTo>
                  <a:lnTo>
                    <a:pt x="89048" y="131640"/>
                  </a:lnTo>
                  <a:lnTo>
                    <a:pt x="117764" y="82919"/>
                  </a:lnTo>
                  <a:lnTo>
                    <a:pt x="141286" y="48485"/>
                  </a:lnTo>
                  <a:lnTo>
                    <a:pt x="168627" y="19962"/>
                  </a:lnTo>
                  <a:lnTo>
                    <a:pt x="211395" y="1053"/>
                  </a:lnTo>
                  <a:lnTo>
                    <a:pt x="234001" y="0"/>
                  </a:lnTo>
                  <a:lnTo>
                    <a:pt x="250039" y="933"/>
                  </a:lnTo>
                  <a:lnTo>
                    <a:pt x="272492" y="3308"/>
                  </a:lnTo>
                  <a:lnTo>
                    <a:pt x="325188" y="9433"/>
                  </a:lnTo>
                  <a:lnTo>
                    <a:pt x="350238" y="11007"/>
                  </a:lnTo>
                  <a:lnTo>
                    <a:pt x="375899" y="11618"/>
                  </a:lnTo>
                  <a:lnTo>
                    <a:pt x="407364" y="11259"/>
                  </a:lnTo>
                  <a:lnTo>
                    <a:pt x="450590" y="9733"/>
                  </a:lnTo>
                  <a:lnTo>
                    <a:pt x="550025" y="5658"/>
                  </a:lnTo>
                  <a:lnTo>
                    <a:pt x="607914" y="4382"/>
                  </a:lnTo>
                  <a:lnTo>
                    <a:pt x="687951" y="3692"/>
                  </a:lnTo>
                  <a:lnTo>
                    <a:pt x="877047" y="3566"/>
                  </a:lnTo>
                  <a:lnTo>
                    <a:pt x="1323054" y="3647"/>
                  </a:lnTo>
                  <a:lnTo>
                    <a:pt x="1441430" y="3810"/>
                  </a:lnTo>
                  <a:lnTo>
                    <a:pt x="1527271" y="3614"/>
                  </a:lnTo>
                </a:path>
              </a:pathLst>
            </a:custGeom>
            <a:ln w="6735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56821" y="1040744"/>
              <a:ext cx="1527810" cy="1062355"/>
            </a:xfrm>
            <a:custGeom>
              <a:avLst/>
              <a:gdLst/>
              <a:ahLst/>
              <a:cxnLst/>
              <a:rect l="l" t="t" r="r" b="b"/>
              <a:pathLst>
                <a:path w="1527810" h="1062355">
                  <a:moveTo>
                    <a:pt x="0" y="1061911"/>
                  </a:moveTo>
                  <a:lnTo>
                    <a:pt x="35894" y="1034288"/>
                  </a:lnTo>
                  <a:lnTo>
                    <a:pt x="53765" y="993158"/>
                  </a:lnTo>
                  <a:lnTo>
                    <a:pt x="67206" y="947592"/>
                  </a:lnTo>
                  <a:lnTo>
                    <a:pt x="82786" y="878424"/>
                  </a:lnTo>
                  <a:lnTo>
                    <a:pt x="91645" y="831731"/>
                  </a:lnTo>
                  <a:lnTo>
                    <a:pt x="101573" y="773852"/>
                  </a:lnTo>
                  <a:lnTo>
                    <a:pt x="113487" y="698142"/>
                  </a:lnTo>
                  <a:lnTo>
                    <a:pt x="131053" y="579203"/>
                  </a:lnTo>
                  <a:lnTo>
                    <a:pt x="154575" y="421191"/>
                  </a:lnTo>
                  <a:lnTo>
                    <a:pt x="167100" y="344030"/>
                  </a:lnTo>
                  <a:lnTo>
                    <a:pt x="177639" y="285100"/>
                  </a:lnTo>
                  <a:lnTo>
                    <a:pt x="187109" y="237607"/>
                  </a:lnTo>
                  <a:lnTo>
                    <a:pt x="195815" y="198841"/>
                  </a:lnTo>
                  <a:lnTo>
                    <a:pt x="211853" y="140035"/>
                  </a:lnTo>
                  <a:lnTo>
                    <a:pt x="227128" y="97983"/>
                  </a:lnTo>
                  <a:lnTo>
                    <a:pt x="249275" y="56181"/>
                  </a:lnTo>
                  <a:lnTo>
                    <a:pt x="277380" y="27653"/>
                  </a:lnTo>
                  <a:lnTo>
                    <a:pt x="324883" y="14986"/>
                  </a:lnTo>
                  <a:lnTo>
                    <a:pt x="341073" y="14574"/>
                  </a:lnTo>
                  <a:lnTo>
                    <a:pt x="359250" y="15090"/>
                  </a:lnTo>
                  <a:lnTo>
                    <a:pt x="396061" y="16747"/>
                  </a:lnTo>
                  <a:lnTo>
                    <a:pt x="424471" y="17023"/>
                  </a:lnTo>
                  <a:lnTo>
                    <a:pt x="449368" y="16280"/>
                  </a:lnTo>
                  <a:lnTo>
                    <a:pt x="477472" y="14327"/>
                  </a:lnTo>
                  <a:lnTo>
                    <a:pt x="612038" y="3985"/>
                  </a:lnTo>
                  <a:lnTo>
                    <a:pt x="650530" y="2494"/>
                  </a:lnTo>
                  <a:lnTo>
                    <a:pt x="721097" y="1005"/>
                  </a:lnTo>
                  <a:lnTo>
                    <a:pt x="863452" y="87"/>
                  </a:lnTo>
                  <a:lnTo>
                    <a:pt x="994964" y="147"/>
                  </a:lnTo>
                  <a:lnTo>
                    <a:pt x="1065989" y="0"/>
                  </a:lnTo>
                  <a:lnTo>
                    <a:pt x="1278606" y="616"/>
                  </a:lnTo>
                  <a:lnTo>
                    <a:pt x="1391025" y="216"/>
                  </a:lnTo>
                  <a:lnTo>
                    <a:pt x="1477477" y="1063"/>
                  </a:lnTo>
                  <a:lnTo>
                    <a:pt x="1527271" y="576"/>
                  </a:lnTo>
                </a:path>
              </a:pathLst>
            </a:custGeom>
            <a:ln w="6735">
              <a:solidFill>
                <a:srgbClr val="2BA02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56821" y="986287"/>
              <a:ext cx="1604010" cy="1195070"/>
            </a:xfrm>
            <a:custGeom>
              <a:avLst/>
              <a:gdLst/>
              <a:ahLst/>
              <a:cxnLst/>
              <a:rect l="l" t="t" r="r" b="b"/>
              <a:pathLst>
                <a:path w="1604010" h="1195070">
                  <a:moveTo>
                    <a:pt x="0" y="1194966"/>
                  </a:moveTo>
                  <a:lnTo>
                    <a:pt x="0" y="0"/>
                  </a:lnTo>
                </a:path>
                <a:path w="1604010" h="1195070">
                  <a:moveTo>
                    <a:pt x="1603635" y="1194966"/>
                  </a:moveTo>
                  <a:lnTo>
                    <a:pt x="1603635" y="0"/>
                  </a:lnTo>
                </a:path>
                <a:path w="1604010" h="1195070">
                  <a:moveTo>
                    <a:pt x="0" y="1194966"/>
                  </a:moveTo>
                  <a:lnTo>
                    <a:pt x="1603635" y="1194966"/>
                  </a:lnTo>
                </a:path>
                <a:path w="1604010" h="1195070">
                  <a:moveTo>
                    <a:pt x="0" y="0"/>
                  </a:moveTo>
                  <a:lnTo>
                    <a:pt x="1603635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804500" y="1455792"/>
              <a:ext cx="233679" cy="256540"/>
            </a:xfrm>
            <a:custGeom>
              <a:avLst/>
              <a:gdLst/>
              <a:ahLst/>
              <a:cxnLst/>
              <a:rect l="l" t="t" r="r" b="b"/>
              <a:pathLst>
                <a:path w="233680" h="256539">
                  <a:moveTo>
                    <a:pt x="230510" y="0"/>
                  </a:moveTo>
                  <a:lnTo>
                    <a:pt x="2993" y="0"/>
                  </a:lnTo>
                  <a:lnTo>
                    <a:pt x="0" y="2993"/>
                  </a:lnTo>
                  <a:lnTo>
                    <a:pt x="0" y="252962"/>
                  </a:lnTo>
                  <a:lnTo>
                    <a:pt x="2993" y="255956"/>
                  </a:lnTo>
                  <a:lnTo>
                    <a:pt x="8980" y="255956"/>
                  </a:lnTo>
                  <a:lnTo>
                    <a:pt x="230510" y="255956"/>
                  </a:lnTo>
                  <a:lnTo>
                    <a:pt x="233504" y="252962"/>
                  </a:lnTo>
                  <a:lnTo>
                    <a:pt x="233504" y="2993"/>
                  </a:lnTo>
                  <a:lnTo>
                    <a:pt x="230510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1804500" y="1455792"/>
              <a:ext cx="233679" cy="256540"/>
            </a:xfrm>
            <a:custGeom>
              <a:avLst/>
              <a:gdLst/>
              <a:ahLst/>
              <a:cxnLst/>
              <a:rect l="l" t="t" r="r" b="b"/>
              <a:pathLst>
                <a:path w="233680" h="256539">
                  <a:moveTo>
                    <a:pt x="8980" y="255956"/>
                  </a:moveTo>
                  <a:lnTo>
                    <a:pt x="224523" y="255956"/>
                  </a:lnTo>
                  <a:lnTo>
                    <a:pt x="230510" y="255956"/>
                  </a:lnTo>
                  <a:lnTo>
                    <a:pt x="233504" y="252962"/>
                  </a:lnTo>
                  <a:lnTo>
                    <a:pt x="233504" y="246975"/>
                  </a:lnTo>
                  <a:lnTo>
                    <a:pt x="233504" y="8980"/>
                  </a:lnTo>
                  <a:lnTo>
                    <a:pt x="233504" y="2993"/>
                  </a:lnTo>
                  <a:lnTo>
                    <a:pt x="230510" y="0"/>
                  </a:lnTo>
                  <a:lnTo>
                    <a:pt x="224523" y="0"/>
                  </a:lnTo>
                  <a:lnTo>
                    <a:pt x="8980" y="0"/>
                  </a:lnTo>
                  <a:lnTo>
                    <a:pt x="2993" y="0"/>
                  </a:lnTo>
                  <a:lnTo>
                    <a:pt x="0" y="2993"/>
                  </a:lnTo>
                  <a:lnTo>
                    <a:pt x="0" y="8980"/>
                  </a:lnTo>
                  <a:lnTo>
                    <a:pt x="0" y="246975"/>
                  </a:lnTo>
                  <a:lnTo>
                    <a:pt x="0" y="252962"/>
                  </a:lnTo>
                  <a:lnTo>
                    <a:pt x="2993" y="255956"/>
                  </a:lnTo>
                  <a:lnTo>
                    <a:pt x="8980" y="255956"/>
                  </a:lnTo>
                  <a:close/>
                </a:path>
              </a:pathLst>
            </a:custGeom>
            <a:ln w="449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822462" y="1502942"/>
              <a:ext cx="90170" cy="0"/>
            </a:xfrm>
            <a:custGeom>
              <a:avLst/>
              <a:gdLst/>
              <a:ahLst/>
              <a:cxnLst/>
              <a:rect l="l" t="t" r="r" b="b"/>
              <a:pathLst>
                <a:path w="90169">
                  <a:moveTo>
                    <a:pt x="0" y="0"/>
                  </a:moveTo>
                  <a:lnTo>
                    <a:pt x="44904" y="0"/>
                  </a:lnTo>
                  <a:lnTo>
                    <a:pt x="89809" y="0"/>
                  </a:lnTo>
                </a:path>
              </a:pathLst>
            </a:custGeom>
            <a:ln w="6735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384131" y="1935284"/>
            <a:ext cx="5397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55575" y="1692471"/>
            <a:ext cx="825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355575" y="1449658"/>
            <a:ext cx="825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20</a:t>
            </a:r>
            <a:endParaRPr sz="4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55575" y="1206845"/>
            <a:ext cx="825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30</a:t>
            </a:r>
            <a:endParaRPr sz="4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355575" y="964032"/>
            <a:ext cx="825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40</a:t>
            </a:r>
            <a:endParaRPr sz="4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07242" y="739775"/>
            <a:ext cx="502920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450" i="1" spc="-50" dirty="0">
                <a:latin typeface="Arial"/>
                <a:cs typeface="Arial"/>
              </a:rPr>
              <a:t>P</a:t>
            </a:r>
            <a:r>
              <a:rPr sz="450" i="1" spc="-20" dirty="0">
                <a:latin typeface="Arial"/>
                <a:cs typeface="Arial"/>
              </a:rPr>
              <a:t> </a:t>
            </a:r>
            <a:r>
              <a:rPr sz="450" baseline="27777" dirty="0">
                <a:latin typeface="Arial"/>
                <a:cs typeface="Arial"/>
              </a:rPr>
              <a:t>*</a:t>
            </a:r>
            <a:r>
              <a:rPr sz="450" spc="247" baseline="27777" dirty="0">
                <a:latin typeface="Arial"/>
                <a:cs typeface="Arial"/>
              </a:rPr>
              <a:t> </a:t>
            </a:r>
            <a:r>
              <a:rPr sz="450" dirty="0">
                <a:latin typeface="Arial"/>
                <a:cs typeface="Arial"/>
              </a:rPr>
              <a:t>with</a:t>
            </a:r>
            <a:r>
              <a:rPr sz="450" spc="35" dirty="0">
                <a:latin typeface="Arial"/>
                <a:cs typeface="Arial"/>
              </a:rPr>
              <a:t> </a:t>
            </a:r>
            <a:r>
              <a:rPr sz="450" i="1" spc="-35" dirty="0">
                <a:latin typeface="Arial"/>
                <a:cs typeface="Arial"/>
              </a:rPr>
              <a:t>R</a:t>
            </a:r>
            <a:r>
              <a:rPr sz="450" i="1" spc="-25" dirty="0">
                <a:latin typeface="Arial"/>
                <a:cs typeface="Arial"/>
              </a:rPr>
              <a:t> </a:t>
            </a:r>
            <a:r>
              <a:rPr sz="450" spc="85" dirty="0">
                <a:latin typeface="Arial"/>
                <a:cs typeface="Arial"/>
              </a:rPr>
              <a:t>=</a:t>
            </a:r>
            <a:r>
              <a:rPr sz="450" spc="-25" dirty="0">
                <a:latin typeface="Arial"/>
                <a:cs typeface="Arial"/>
              </a:rPr>
              <a:t> 100</a:t>
            </a:r>
            <a:endParaRPr sz="45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910095" y="1289981"/>
            <a:ext cx="128905" cy="84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25" i="1" baseline="-23809" dirty="0">
                <a:latin typeface="Arial"/>
                <a:cs typeface="Arial"/>
              </a:rPr>
              <a:t>p</a:t>
            </a:r>
            <a:r>
              <a:rPr sz="525" i="1" spc="-22" baseline="-23809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*</a:t>
            </a:r>
            <a:endParaRPr sz="2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963999" y="1332991"/>
            <a:ext cx="65405" cy="67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" spc="-25" dirty="0">
                <a:latin typeface="Arial"/>
                <a:cs typeface="Arial"/>
              </a:rPr>
              <a:t>11</a:t>
            </a:r>
            <a:endParaRPr sz="250">
              <a:latin typeface="Arial"/>
              <a:cs typeface="Arial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1822462" y="1438240"/>
            <a:ext cx="90170" cy="0"/>
          </a:xfrm>
          <a:custGeom>
            <a:avLst/>
            <a:gdLst/>
            <a:ahLst/>
            <a:cxnLst/>
            <a:rect l="l" t="t" r="r" b="b"/>
            <a:pathLst>
              <a:path w="90169">
                <a:moveTo>
                  <a:pt x="0" y="0"/>
                </a:moveTo>
                <a:lnTo>
                  <a:pt x="44904" y="0"/>
                </a:lnTo>
                <a:lnTo>
                  <a:pt x="89809" y="0"/>
                </a:lnTo>
              </a:path>
            </a:pathLst>
          </a:custGeom>
          <a:ln w="6735">
            <a:solidFill>
              <a:srgbClr val="FF7F0E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 txBox="1"/>
          <p:nvPr/>
        </p:nvSpPr>
        <p:spPr>
          <a:xfrm>
            <a:off x="1910095" y="1370810"/>
            <a:ext cx="128905" cy="84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25" i="1" baseline="-23809" dirty="0">
                <a:latin typeface="Arial"/>
                <a:cs typeface="Arial"/>
              </a:rPr>
              <a:t>p</a:t>
            </a:r>
            <a:r>
              <a:rPr sz="525" i="1" spc="-22" baseline="-23809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*</a:t>
            </a:r>
            <a:endParaRPr sz="2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963999" y="1413819"/>
            <a:ext cx="65405" cy="67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" spc="-25" dirty="0">
                <a:latin typeface="Arial"/>
                <a:cs typeface="Arial"/>
              </a:rPr>
              <a:t>12</a:t>
            </a:r>
            <a:endParaRPr sz="250">
              <a:latin typeface="Arial"/>
              <a:cs typeface="Arial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1822462" y="1519069"/>
            <a:ext cx="90170" cy="0"/>
          </a:xfrm>
          <a:custGeom>
            <a:avLst/>
            <a:gdLst/>
            <a:ahLst/>
            <a:cxnLst/>
            <a:rect l="l" t="t" r="r" b="b"/>
            <a:pathLst>
              <a:path w="90169">
                <a:moveTo>
                  <a:pt x="0" y="0"/>
                </a:moveTo>
                <a:lnTo>
                  <a:pt x="44904" y="0"/>
                </a:lnTo>
                <a:lnTo>
                  <a:pt x="89809" y="0"/>
                </a:lnTo>
              </a:path>
            </a:pathLst>
          </a:custGeom>
          <a:ln w="6735">
            <a:solidFill>
              <a:srgbClr val="2BA02B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1910095" y="1451638"/>
            <a:ext cx="128905" cy="84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25" i="1" baseline="-23809" dirty="0">
                <a:latin typeface="Arial"/>
                <a:cs typeface="Arial"/>
              </a:rPr>
              <a:t>p</a:t>
            </a:r>
            <a:r>
              <a:rPr sz="525" i="1" spc="-22" baseline="-23809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*</a:t>
            </a:r>
            <a:endParaRPr sz="2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963999" y="1494648"/>
            <a:ext cx="65405" cy="67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" spc="-25" dirty="0">
                <a:latin typeface="Arial"/>
                <a:cs typeface="Arial"/>
              </a:rPr>
              <a:t>22</a:t>
            </a:r>
            <a:endParaRPr sz="2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993051" y="2293329"/>
            <a:ext cx="774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latin typeface="Hack"/>
                <a:cs typeface="Hack"/>
              </a:rPr>
              <a:t>∗</a:t>
            </a:r>
            <a:endParaRPr sz="700">
              <a:latin typeface="Hack"/>
              <a:cs typeface="Hack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700392" y="2301282"/>
            <a:ext cx="692785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F7F7F"/>
                </a:solidFill>
                <a:latin typeface="Arial"/>
                <a:cs typeface="Arial"/>
              </a:rPr>
              <a:t>(a)</a:t>
            </a:r>
            <a:r>
              <a:rPr sz="1000" spc="5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i="1" spc="43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(0)</a:t>
            </a:r>
            <a:r>
              <a:rPr sz="1000" spc="5" dirty="0">
                <a:latin typeface="Arial"/>
                <a:cs typeface="Arial"/>
              </a:rPr>
              <a:t> </a:t>
            </a:r>
            <a:r>
              <a:rPr sz="1000" spc="130" dirty="0">
                <a:latin typeface="Arial"/>
                <a:cs typeface="Arial"/>
              </a:rPr>
              <a:t>=</a:t>
            </a:r>
            <a:endParaRPr sz="1000" dirty="0">
              <a:latin typeface="Arial"/>
              <a:cs typeface="Arial"/>
            </a:endParaRPr>
          </a:p>
        </p:txBody>
      </p:sp>
      <p:grpSp>
        <p:nvGrpSpPr>
          <p:cNvPr id="67" name="object 67"/>
          <p:cNvGrpSpPr/>
          <p:nvPr/>
        </p:nvGrpSpPr>
        <p:grpSpPr>
          <a:xfrm>
            <a:off x="2672692" y="2033819"/>
            <a:ext cx="3810" cy="19685"/>
            <a:chOff x="2672692" y="2179349"/>
            <a:chExt cx="3810" cy="19685"/>
          </a:xfrm>
        </p:grpSpPr>
        <p:sp>
          <p:nvSpPr>
            <p:cNvPr id="68" name="object 68"/>
            <p:cNvSpPr/>
            <p:nvPr/>
          </p:nvSpPr>
          <p:spPr>
            <a:xfrm>
              <a:off x="2674597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674597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2647619" y="2038084"/>
            <a:ext cx="5397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2863601" y="2033819"/>
            <a:ext cx="3810" cy="19685"/>
            <a:chOff x="2863601" y="2179349"/>
            <a:chExt cx="3810" cy="19685"/>
          </a:xfrm>
        </p:grpSpPr>
        <p:sp>
          <p:nvSpPr>
            <p:cNvPr id="72" name="object 72"/>
            <p:cNvSpPr/>
            <p:nvPr/>
          </p:nvSpPr>
          <p:spPr>
            <a:xfrm>
              <a:off x="2865506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3" name="object 73"/>
            <p:cNvSpPr/>
            <p:nvPr/>
          </p:nvSpPr>
          <p:spPr>
            <a:xfrm>
              <a:off x="2865506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2838527" y="2038084"/>
            <a:ext cx="5397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0" dirty="0">
                <a:latin typeface="Arial"/>
                <a:cs typeface="Arial"/>
              </a:rPr>
              <a:t>5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5" name="object 75"/>
          <p:cNvGrpSpPr/>
          <p:nvPr/>
        </p:nvGrpSpPr>
        <p:grpSpPr>
          <a:xfrm>
            <a:off x="3054510" y="2033819"/>
            <a:ext cx="3810" cy="19685"/>
            <a:chOff x="3054510" y="2179349"/>
            <a:chExt cx="3810" cy="19685"/>
          </a:xfrm>
        </p:grpSpPr>
        <p:sp>
          <p:nvSpPr>
            <p:cNvPr id="76" name="object 76"/>
            <p:cNvSpPr/>
            <p:nvPr/>
          </p:nvSpPr>
          <p:spPr>
            <a:xfrm>
              <a:off x="3056415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7" name="object 77"/>
            <p:cNvSpPr/>
            <p:nvPr/>
          </p:nvSpPr>
          <p:spPr>
            <a:xfrm>
              <a:off x="3056415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8" name="object 78"/>
          <p:cNvSpPr txBox="1"/>
          <p:nvPr/>
        </p:nvSpPr>
        <p:spPr>
          <a:xfrm>
            <a:off x="3015158" y="2038084"/>
            <a:ext cx="825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3245419" y="2033819"/>
            <a:ext cx="767715" cy="19685"/>
            <a:chOff x="3245419" y="2179349"/>
            <a:chExt cx="767715" cy="19685"/>
          </a:xfrm>
        </p:grpSpPr>
        <p:sp>
          <p:nvSpPr>
            <p:cNvPr id="80" name="object 80"/>
            <p:cNvSpPr/>
            <p:nvPr/>
          </p:nvSpPr>
          <p:spPr>
            <a:xfrm>
              <a:off x="3247324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1" name="object 81"/>
            <p:cNvSpPr/>
            <p:nvPr/>
          </p:nvSpPr>
          <p:spPr>
            <a:xfrm>
              <a:off x="3247324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2" name="object 82"/>
            <p:cNvSpPr/>
            <p:nvPr/>
          </p:nvSpPr>
          <p:spPr>
            <a:xfrm>
              <a:off x="3438233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3" name="object 83"/>
            <p:cNvSpPr/>
            <p:nvPr/>
          </p:nvSpPr>
          <p:spPr>
            <a:xfrm>
              <a:off x="3438233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4" name="object 84"/>
            <p:cNvSpPr/>
            <p:nvPr/>
          </p:nvSpPr>
          <p:spPr>
            <a:xfrm>
              <a:off x="3629142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5" name="object 85"/>
            <p:cNvSpPr/>
            <p:nvPr/>
          </p:nvSpPr>
          <p:spPr>
            <a:xfrm>
              <a:off x="3629142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6" name="object 86"/>
            <p:cNvSpPr/>
            <p:nvPr/>
          </p:nvSpPr>
          <p:spPr>
            <a:xfrm>
              <a:off x="3820051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7" name="object 87"/>
            <p:cNvSpPr/>
            <p:nvPr/>
          </p:nvSpPr>
          <p:spPr>
            <a:xfrm>
              <a:off x="3820051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8" name="object 88"/>
            <p:cNvSpPr/>
            <p:nvPr/>
          </p:nvSpPr>
          <p:spPr>
            <a:xfrm>
              <a:off x="4010959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9" name="object 89"/>
            <p:cNvSpPr/>
            <p:nvPr/>
          </p:nvSpPr>
          <p:spPr>
            <a:xfrm>
              <a:off x="4010959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3969703" y="2038084"/>
            <a:ext cx="825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35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4199963" y="2033819"/>
            <a:ext cx="3810" cy="19685"/>
            <a:chOff x="4199963" y="2179349"/>
            <a:chExt cx="3810" cy="19685"/>
          </a:xfrm>
        </p:grpSpPr>
        <p:sp>
          <p:nvSpPr>
            <p:cNvPr id="92" name="object 92"/>
            <p:cNvSpPr/>
            <p:nvPr/>
          </p:nvSpPr>
          <p:spPr>
            <a:xfrm>
              <a:off x="4201868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3" name="object 93"/>
            <p:cNvSpPr/>
            <p:nvPr/>
          </p:nvSpPr>
          <p:spPr>
            <a:xfrm>
              <a:off x="4201868" y="2181254"/>
              <a:ext cx="0" cy="15875"/>
            </a:xfrm>
            <a:custGeom>
              <a:avLst/>
              <a:gdLst/>
              <a:ahLst/>
              <a:cxnLst/>
              <a:rect l="l" t="t" r="r" b="b"/>
              <a:pathLst>
                <a:path h="15875">
                  <a:moveTo>
                    <a:pt x="0" y="0"/>
                  </a:moveTo>
                  <a:lnTo>
                    <a:pt x="0" y="15716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4" name="object 94"/>
          <p:cNvSpPr txBox="1"/>
          <p:nvPr/>
        </p:nvSpPr>
        <p:spPr>
          <a:xfrm>
            <a:off x="4160612" y="2038084"/>
            <a:ext cx="825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40</a:t>
            </a:r>
            <a:endParaRPr sz="4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206067" y="2038084"/>
            <a:ext cx="655320" cy="1479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03200" algn="l"/>
                <a:tab pos="394335" algn="l"/>
                <a:tab pos="584835" algn="l"/>
              </a:tabLst>
            </a:pPr>
            <a:r>
              <a:rPr sz="400" spc="-25" dirty="0">
                <a:latin typeface="Arial"/>
                <a:cs typeface="Arial"/>
              </a:rPr>
              <a:t>15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20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25</a:t>
            </a:r>
            <a:r>
              <a:rPr sz="400" dirty="0">
                <a:latin typeface="Arial"/>
                <a:cs typeface="Arial"/>
              </a:rPr>
              <a:t>	</a:t>
            </a:r>
            <a:r>
              <a:rPr sz="400" spc="-25" dirty="0">
                <a:latin typeface="Arial"/>
                <a:cs typeface="Arial"/>
              </a:rPr>
              <a:t>30</a:t>
            </a:r>
            <a:endParaRPr sz="400">
              <a:latin typeface="Arial"/>
              <a:cs typeface="Arial"/>
            </a:endParaRPr>
          </a:p>
          <a:p>
            <a:pPr marL="200025">
              <a:lnSpc>
                <a:spcPct val="100000"/>
              </a:lnSpc>
              <a:spcBef>
                <a:spcPts val="5"/>
              </a:spcBef>
            </a:pPr>
            <a:r>
              <a:rPr sz="400" spc="-10" dirty="0">
                <a:latin typeface="Arial"/>
                <a:cs typeface="Arial"/>
              </a:rPr>
              <a:t>time/s</a:t>
            </a:r>
            <a:endParaRPr sz="400">
              <a:latin typeface="Arial"/>
              <a:cs typeface="Arial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2656975" y="838852"/>
            <a:ext cx="1623695" cy="1198880"/>
            <a:chOff x="2656975" y="984382"/>
            <a:chExt cx="1623695" cy="1198880"/>
          </a:xfrm>
        </p:grpSpPr>
        <p:sp>
          <p:nvSpPr>
            <p:cNvPr id="97" name="object 97"/>
            <p:cNvSpPr/>
            <p:nvPr/>
          </p:nvSpPr>
          <p:spPr>
            <a:xfrm>
              <a:off x="2658880" y="2126937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8" name="object 98"/>
            <p:cNvSpPr/>
            <p:nvPr/>
          </p:nvSpPr>
          <p:spPr>
            <a:xfrm>
              <a:off x="2658880" y="2126937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99"/>
            <p:cNvSpPr/>
            <p:nvPr/>
          </p:nvSpPr>
          <p:spPr>
            <a:xfrm>
              <a:off x="2658880" y="1963734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0" name="object 100"/>
            <p:cNvSpPr/>
            <p:nvPr/>
          </p:nvSpPr>
          <p:spPr>
            <a:xfrm>
              <a:off x="2658880" y="1963734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1" name="object 101"/>
            <p:cNvSpPr/>
            <p:nvPr/>
          </p:nvSpPr>
          <p:spPr>
            <a:xfrm>
              <a:off x="2658880" y="1800530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2" name="object 102"/>
            <p:cNvSpPr/>
            <p:nvPr/>
          </p:nvSpPr>
          <p:spPr>
            <a:xfrm>
              <a:off x="2658880" y="1800530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3" name="object 103"/>
            <p:cNvSpPr/>
            <p:nvPr/>
          </p:nvSpPr>
          <p:spPr>
            <a:xfrm>
              <a:off x="2658880" y="1637326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" name="object 104"/>
            <p:cNvSpPr/>
            <p:nvPr/>
          </p:nvSpPr>
          <p:spPr>
            <a:xfrm>
              <a:off x="2658880" y="1637326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05"/>
            <p:cNvSpPr/>
            <p:nvPr/>
          </p:nvSpPr>
          <p:spPr>
            <a:xfrm>
              <a:off x="2658880" y="1474123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6" name="object 106"/>
            <p:cNvSpPr/>
            <p:nvPr/>
          </p:nvSpPr>
          <p:spPr>
            <a:xfrm>
              <a:off x="2658880" y="1474123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7" name="object 107"/>
            <p:cNvSpPr/>
            <p:nvPr/>
          </p:nvSpPr>
          <p:spPr>
            <a:xfrm>
              <a:off x="2658880" y="131091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8" name="object 108"/>
            <p:cNvSpPr/>
            <p:nvPr/>
          </p:nvSpPr>
          <p:spPr>
            <a:xfrm>
              <a:off x="2658880" y="1310919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" name="object 109"/>
            <p:cNvSpPr/>
            <p:nvPr/>
          </p:nvSpPr>
          <p:spPr>
            <a:xfrm>
              <a:off x="2658880" y="1147715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" name="object 110"/>
            <p:cNvSpPr/>
            <p:nvPr/>
          </p:nvSpPr>
          <p:spPr>
            <a:xfrm>
              <a:off x="2658880" y="1147715"/>
              <a:ext cx="15875" cy="0"/>
            </a:xfrm>
            <a:custGeom>
              <a:avLst/>
              <a:gdLst/>
              <a:ahLst/>
              <a:cxnLst/>
              <a:rect l="l" t="t" r="r" b="b"/>
              <a:pathLst>
                <a:path w="15875">
                  <a:moveTo>
                    <a:pt x="15716" y="0"/>
                  </a:moveTo>
                  <a:lnTo>
                    <a:pt x="0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111"/>
            <p:cNvSpPr/>
            <p:nvPr/>
          </p:nvSpPr>
          <p:spPr>
            <a:xfrm>
              <a:off x="2674597" y="1795194"/>
              <a:ext cx="1527810" cy="264160"/>
            </a:xfrm>
            <a:custGeom>
              <a:avLst/>
              <a:gdLst/>
              <a:ahLst/>
              <a:cxnLst/>
              <a:rect l="l" t="t" r="r" b="b"/>
              <a:pathLst>
                <a:path w="1527810" h="264160">
                  <a:moveTo>
                    <a:pt x="0" y="5335"/>
                  </a:moveTo>
                  <a:lnTo>
                    <a:pt x="11150" y="1107"/>
                  </a:lnTo>
                  <a:lnTo>
                    <a:pt x="16954" y="0"/>
                  </a:lnTo>
                  <a:lnTo>
                    <a:pt x="21842" y="78"/>
                  </a:lnTo>
                  <a:lnTo>
                    <a:pt x="49794" y="27543"/>
                  </a:lnTo>
                  <a:lnTo>
                    <a:pt x="73774" y="84011"/>
                  </a:lnTo>
                  <a:lnTo>
                    <a:pt x="94853" y="139537"/>
                  </a:lnTo>
                  <a:lnTo>
                    <a:pt x="104170" y="160787"/>
                  </a:lnTo>
                  <a:lnTo>
                    <a:pt x="129525" y="205571"/>
                  </a:lnTo>
                  <a:lnTo>
                    <a:pt x="162517" y="238815"/>
                  </a:lnTo>
                  <a:lnTo>
                    <a:pt x="203147" y="256822"/>
                  </a:lnTo>
                  <a:lnTo>
                    <a:pt x="247748" y="263062"/>
                  </a:lnTo>
                  <a:lnTo>
                    <a:pt x="268368" y="263729"/>
                  </a:lnTo>
                  <a:lnTo>
                    <a:pt x="295862" y="263558"/>
                  </a:lnTo>
                  <a:lnTo>
                    <a:pt x="342295" y="262116"/>
                  </a:lnTo>
                  <a:lnTo>
                    <a:pt x="426151" y="259575"/>
                  </a:lnTo>
                  <a:lnTo>
                    <a:pt x="494274" y="258714"/>
                  </a:lnTo>
                  <a:lnTo>
                    <a:pt x="588822" y="258602"/>
                  </a:lnTo>
                  <a:lnTo>
                    <a:pt x="1527271" y="258721"/>
                  </a:lnTo>
                </a:path>
              </a:pathLst>
            </a:custGeom>
            <a:ln w="6735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2" name="object 112"/>
            <p:cNvSpPr/>
            <p:nvPr/>
          </p:nvSpPr>
          <p:spPr>
            <a:xfrm>
              <a:off x="2674597" y="1684274"/>
              <a:ext cx="1527810" cy="443230"/>
            </a:xfrm>
            <a:custGeom>
              <a:avLst/>
              <a:gdLst/>
              <a:ahLst/>
              <a:cxnLst/>
              <a:rect l="l" t="t" r="r" b="b"/>
              <a:pathLst>
                <a:path w="1527810" h="443230">
                  <a:moveTo>
                    <a:pt x="0" y="442662"/>
                  </a:moveTo>
                  <a:lnTo>
                    <a:pt x="29021" y="198833"/>
                  </a:lnTo>
                  <a:lnTo>
                    <a:pt x="37574" y="136084"/>
                  </a:lnTo>
                  <a:lnTo>
                    <a:pt x="44448" y="92653"/>
                  </a:lnTo>
                  <a:lnTo>
                    <a:pt x="55598" y="38873"/>
                  </a:lnTo>
                  <a:lnTo>
                    <a:pt x="70872" y="2601"/>
                  </a:lnTo>
                  <a:lnTo>
                    <a:pt x="76218" y="0"/>
                  </a:lnTo>
                  <a:lnTo>
                    <a:pt x="78815" y="391"/>
                  </a:lnTo>
                  <a:lnTo>
                    <a:pt x="106308" y="45684"/>
                  </a:lnTo>
                  <a:lnTo>
                    <a:pt x="118069" y="75854"/>
                  </a:lnTo>
                  <a:lnTo>
                    <a:pt x="136857" y="123762"/>
                  </a:lnTo>
                  <a:lnTo>
                    <a:pt x="158699" y="171444"/>
                  </a:lnTo>
                  <a:lnTo>
                    <a:pt x="187109" y="217561"/>
                  </a:lnTo>
                  <a:lnTo>
                    <a:pt x="215672" y="248242"/>
                  </a:lnTo>
                  <a:lnTo>
                    <a:pt x="257523" y="273385"/>
                  </a:lnTo>
                  <a:lnTo>
                    <a:pt x="295862" y="283338"/>
                  </a:lnTo>
                  <a:lnTo>
                    <a:pt x="349627" y="286517"/>
                  </a:lnTo>
                  <a:lnTo>
                    <a:pt x="378343" y="285748"/>
                  </a:lnTo>
                  <a:lnTo>
                    <a:pt x="431955" y="283118"/>
                  </a:lnTo>
                  <a:lnTo>
                    <a:pt x="488623" y="280754"/>
                  </a:lnTo>
                  <a:lnTo>
                    <a:pt x="540402" y="279639"/>
                  </a:lnTo>
                  <a:lnTo>
                    <a:pt x="621661" y="279149"/>
                  </a:lnTo>
                  <a:lnTo>
                    <a:pt x="777153" y="279389"/>
                  </a:lnTo>
                  <a:lnTo>
                    <a:pt x="1050104" y="279369"/>
                  </a:lnTo>
                  <a:lnTo>
                    <a:pt x="1311599" y="279526"/>
                  </a:lnTo>
                  <a:lnTo>
                    <a:pt x="1527271" y="279340"/>
                  </a:lnTo>
                </a:path>
              </a:pathLst>
            </a:custGeom>
            <a:ln w="6735">
              <a:solidFill>
                <a:srgbClr val="FF7F0E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3" name="object 113"/>
            <p:cNvSpPr/>
            <p:nvPr/>
          </p:nvSpPr>
          <p:spPr>
            <a:xfrm>
              <a:off x="2674597" y="1040610"/>
              <a:ext cx="1527810" cy="1054100"/>
            </a:xfrm>
            <a:custGeom>
              <a:avLst/>
              <a:gdLst/>
              <a:ahLst/>
              <a:cxnLst/>
              <a:rect l="l" t="t" r="r" b="b"/>
              <a:pathLst>
                <a:path w="1527810" h="1054100">
                  <a:moveTo>
                    <a:pt x="0" y="1053686"/>
                  </a:moveTo>
                  <a:lnTo>
                    <a:pt x="13899" y="1010866"/>
                  </a:lnTo>
                  <a:lnTo>
                    <a:pt x="22147" y="945819"/>
                  </a:lnTo>
                  <a:lnTo>
                    <a:pt x="27188" y="892875"/>
                  </a:lnTo>
                  <a:lnTo>
                    <a:pt x="33145" y="819057"/>
                  </a:lnTo>
                  <a:lnTo>
                    <a:pt x="40629" y="712774"/>
                  </a:lnTo>
                  <a:lnTo>
                    <a:pt x="55903" y="477276"/>
                  </a:lnTo>
                  <a:lnTo>
                    <a:pt x="66290" y="325961"/>
                  </a:lnTo>
                  <a:lnTo>
                    <a:pt x="73469" y="235248"/>
                  </a:lnTo>
                  <a:lnTo>
                    <a:pt x="79426" y="171962"/>
                  </a:lnTo>
                  <a:lnTo>
                    <a:pt x="85077" y="122077"/>
                  </a:lnTo>
                  <a:lnTo>
                    <a:pt x="95158" y="56423"/>
                  </a:lnTo>
                  <a:lnTo>
                    <a:pt x="107530" y="12346"/>
                  </a:lnTo>
                  <a:lnTo>
                    <a:pt x="119597" y="0"/>
                  </a:lnTo>
                  <a:lnTo>
                    <a:pt x="122346" y="393"/>
                  </a:lnTo>
                  <a:lnTo>
                    <a:pt x="149993" y="42150"/>
                  </a:lnTo>
                  <a:lnTo>
                    <a:pt x="181916" y="125311"/>
                  </a:lnTo>
                  <a:lnTo>
                    <a:pt x="199176" y="169112"/>
                  </a:lnTo>
                  <a:lnTo>
                    <a:pt x="224531" y="226526"/>
                  </a:lnTo>
                  <a:lnTo>
                    <a:pt x="246526" y="267115"/>
                  </a:lnTo>
                  <a:lnTo>
                    <a:pt x="277227" y="309648"/>
                  </a:lnTo>
                  <a:lnTo>
                    <a:pt x="307928" y="338012"/>
                  </a:lnTo>
                  <a:lnTo>
                    <a:pt x="350238" y="359074"/>
                  </a:lnTo>
                  <a:lnTo>
                    <a:pt x="390562" y="366335"/>
                  </a:lnTo>
                  <a:lnTo>
                    <a:pt x="406294" y="367079"/>
                  </a:lnTo>
                  <a:lnTo>
                    <a:pt x="424165" y="366868"/>
                  </a:lnTo>
                  <a:lnTo>
                    <a:pt x="449673" y="365478"/>
                  </a:lnTo>
                  <a:lnTo>
                    <a:pt x="568660" y="357912"/>
                  </a:lnTo>
                  <a:lnTo>
                    <a:pt x="614635" y="356615"/>
                  </a:lnTo>
                  <a:lnTo>
                    <a:pt x="668859" y="356100"/>
                  </a:lnTo>
                  <a:lnTo>
                    <a:pt x="961971" y="356385"/>
                  </a:lnTo>
                  <a:lnTo>
                    <a:pt x="1055144" y="356096"/>
                  </a:lnTo>
                  <a:lnTo>
                    <a:pt x="1122656" y="356419"/>
                  </a:lnTo>
                  <a:lnTo>
                    <a:pt x="1209720" y="356904"/>
                  </a:lnTo>
                  <a:lnTo>
                    <a:pt x="1315570" y="356159"/>
                  </a:lnTo>
                  <a:lnTo>
                    <a:pt x="1436848" y="357054"/>
                  </a:lnTo>
                  <a:lnTo>
                    <a:pt x="1508637" y="356338"/>
                  </a:lnTo>
                  <a:lnTo>
                    <a:pt x="1527271" y="356278"/>
                  </a:lnTo>
                </a:path>
              </a:pathLst>
            </a:custGeom>
            <a:ln w="6735">
              <a:solidFill>
                <a:srgbClr val="2BA02B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" name="object 114"/>
            <p:cNvSpPr/>
            <p:nvPr/>
          </p:nvSpPr>
          <p:spPr>
            <a:xfrm>
              <a:off x="2674597" y="986287"/>
              <a:ext cx="1604010" cy="1195070"/>
            </a:xfrm>
            <a:custGeom>
              <a:avLst/>
              <a:gdLst/>
              <a:ahLst/>
              <a:cxnLst/>
              <a:rect l="l" t="t" r="r" b="b"/>
              <a:pathLst>
                <a:path w="1604010" h="1195070">
                  <a:moveTo>
                    <a:pt x="0" y="1194966"/>
                  </a:moveTo>
                  <a:lnTo>
                    <a:pt x="0" y="0"/>
                  </a:lnTo>
                </a:path>
                <a:path w="1604010" h="1195070">
                  <a:moveTo>
                    <a:pt x="1603635" y="1194966"/>
                  </a:moveTo>
                  <a:lnTo>
                    <a:pt x="1603635" y="0"/>
                  </a:lnTo>
                </a:path>
                <a:path w="1604010" h="1195070">
                  <a:moveTo>
                    <a:pt x="0" y="1194966"/>
                  </a:moveTo>
                  <a:lnTo>
                    <a:pt x="1603635" y="1194966"/>
                  </a:lnTo>
                </a:path>
                <a:path w="1604010" h="1195070">
                  <a:moveTo>
                    <a:pt x="0" y="0"/>
                  </a:moveTo>
                  <a:lnTo>
                    <a:pt x="1603635" y="0"/>
                  </a:lnTo>
                </a:path>
              </a:pathLst>
            </a:custGeom>
            <a:ln w="35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5" name="object 115"/>
            <p:cNvSpPr/>
            <p:nvPr/>
          </p:nvSpPr>
          <p:spPr>
            <a:xfrm>
              <a:off x="4022275" y="1008739"/>
              <a:ext cx="233679" cy="256540"/>
            </a:xfrm>
            <a:custGeom>
              <a:avLst/>
              <a:gdLst/>
              <a:ahLst/>
              <a:cxnLst/>
              <a:rect l="l" t="t" r="r" b="b"/>
              <a:pathLst>
                <a:path w="233679" h="256540">
                  <a:moveTo>
                    <a:pt x="230510" y="0"/>
                  </a:moveTo>
                  <a:lnTo>
                    <a:pt x="2993" y="0"/>
                  </a:lnTo>
                  <a:lnTo>
                    <a:pt x="0" y="2993"/>
                  </a:lnTo>
                  <a:lnTo>
                    <a:pt x="0" y="252962"/>
                  </a:lnTo>
                  <a:lnTo>
                    <a:pt x="2993" y="255956"/>
                  </a:lnTo>
                  <a:lnTo>
                    <a:pt x="8980" y="255956"/>
                  </a:lnTo>
                  <a:lnTo>
                    <a:pt x="230510" y="255956"/>
                  </a:lnTo>
                  <a:lnTo>
                    <a:pt x="233504" y="252962"/>
                  </a:lnTo>
                  <a:lnTo>
                    <a:pt x="233504" y="2993"/>
                  </a:lnTo>
                  <a:lnTo>
                    <a:pt x="230510" y="0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6" name="object 116"/>
            <p:cNvSpPr/>
            <p:nvPr/>
          </p:nvSpPr>
          <p:spPr>
            <a:xfrm>
              <a:off x="4022275" y="1008739"/>
              <a:ext cx="233679" cy="256540"/>
            </a:xfrm>
            <a:custGeom>
              <a:avLst/>
              <a:gdLst/>
              <a:ahLst/>
              <a:cxnLst/>
              <a:rect l="l" t="t" r="r" b="b"/>
              <a:pathLst>
                <a:path w="233679" h="256540">
                  <a:moveTo>
                    <a:pt x="8980" y="255956"/>
                  </a:moveTo>
                  <a:lnTo>
                    <a:pt x="224523" y="255956"/>
                  </a:lnTo>
                  <a:lnTo>
                    <a:pt x="230510" y="255956"/>
                  </a:lnTo>
                  <a:lnTo>
                    <a:pt x="233504" y="252962"/>
                  </a:lnTo>
                  <a:lnTo>
                    <a:pt x="233504" y="246975"/>
                  </a:lnTo>
                  <a:lnTo>
                    <a:pt x="233504" y="8980"/>
                  </a:lnTo>
                  <a:lnTo>
                    <a:pt x="233504" y="2993"/>
                  </a:lnTo>
                  <a:lnTo>
                    <a:pt x="230510" y="0"/>
                  </a:lnTo>
                  <a:lnTo>
                    <a:pt x="224523" y="0"/>
                  </a:lnTo>
                  <a:lnTo>
                    <a:pt x="8980" y="0"/>
                  </a:lnTo>
                  <a:lnTo>
                    <a:pt x="2993" y="0"/>
                  </a:lnTo>
                  <a:lnTo>
                    <a:pt x="0" y="2993"/>
                  </a:lnTo>
                  <a:lnTo>
                    <a:pt x="0" y="8980"/>
                  </a:lnTo>
                  <a:lnTo>
                    <a:pt x="0" y="246975"/>
                  </a:lnTo>
                  <a:lnTo>
                    <a:pt x="0" y="252962"/>
                  </a:lnTo>
                  <a:lnTo>
                    <a:pt x="2993" y="255956"/>
                  </a:lnTo>
                  <a:lnTo>
                    <a:pt x="8980" y="255956"/>
                  </a:lnTo>
                  <a:close/>
                </a:path>
              </a:pathLst>
            </a:custGeom>
            <a:ln w="4490">
              <a:solidFill>
                <a:srgbClr val="CCCCC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7" name="object 117"/>
            <p:cNvSpPr/>
            <p:nvPr/>
          </p:nvSpPr>
          <p:spPr>
            <a:xfrm>
              <a:off x="4040237" y="1055889"/>
              <a:ext cx="90170" cy="0"/>
            </a:xfrm>
            <a:custGeom>
              <a:avLst/>
              <a:gdLst/>
              <a:ahLst/>
              <a:cxnLst/>
              <a:rect l="l" t="t" r="r" b="b"/>
              <a:pathLst>
                <a:path w="90170">
                  <a:moveTo>
                    <a:pt x="0" y="0"/>
                  </a:moveTo>
                  <a:lnTo>
                    <a:pt x="44904" y="0"/>
                  </a:lnTo>
                  <a:lnTo>
                    <a:pt x="89809" y="0"/>
                  </a:lnTo>
                </a:path>
              </a:pathLst>
            </a:custGeom>
            <a:ln w="6735">
              <a:solidFill>
                <a:srgbClr val="1F77B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2601907" y="1935284"/>
            <a:ext cx="53975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50" dirty="0">
                <a:latin typeface="Arial"/>
                <a:cs typeface="Arial"/>
              </a:rPr>
              <a:t>0</a:t>
            </a:r>
            <a:endParaRPr sz="400">
              <a:latin typeface="Arial"/>
              <a:cs typeface="Arial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2573350" y="1772080"/>
            <a:ext cx="825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10</a:t>
            </a:r>
            <a:endParaRPr sz="400">
              <a:latin typeface="Arial"/>
              <a:cs typeface="Arial"/>
            </a:endParaRPr>
          </a:p>
        </p:txBody>
      </p:sp>
      <p:sp>
        <p:nvSpPr>
          <p:cNvPr id="120" name="object 120"/>
          <p:cNvSpPr txBox="1"/>
          <p:nvPr/>
        </p:nvSpPr>
        <p:spPr>
          <a:xfrm>
            <a:off x="2573350" y="1608877"/>
            <a:ext cx="825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20</a:t>
            </a:r>
            <a:endParaRPr sz="400">
              <a:latin typeface="Arial"/>
              <a:cs typeface="Arial"/>
            </a:endParaRPr>
          </a:p>
        </p:txBody>
      </p:sp>
      <p:sp>
        <p:nvSpPr>
          <p:cNvPr id="121" name="object 121"/>
          <p:cNvSpPr txBox="1"/>
          <p:nvPr/>
        </p:nvSpPr>
        <p:spPr>
          <a:xfrm>
            <a:off x="2573350" y="1445673"/>
            <a:ext cx="825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30</a:t>
            </a:r>
            <a:endParaRPr sz="400">
              <a:latin typeface="Arial"/>
              <a:cs typeface="Arial"/>
            </a:endParaRPr>
          </a:p>
        </p:txBody>
      </p:sp>
      <p:sp>
        <p:nvSpPr>
          <p:cNvPr id="122" name="object 122"/>
          <p:cNvSpPr txBox="1"/>
          <p:nvPr/>
        </p:nvSpPr>
        <p:spPr>
          <a:xfrm>
            <a:off x="2573350" y="1282469"/>
            <a:ext cx="825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40</a:t>
            </a:r>
            <a:endParaRPr sz="400">
              <a:latin typeface="Arial"/>
              <a:cs typeface="Arial"/>
            </a:endParaRPr>
          </a:p>
        </p:txBody>
      </p:sp>
      <p:sp>
        <p:nvSpPr>
          <p:cNvPr id="123" name="object 123"/>
          <p:cNvSpPr txBox="1"/>
          <p:nvPr/>
        </p:nvSpPr>
        <p:spPr>
          <a:xfrm>
            <a:off x="2573350" y="1119266"/>
            <a:ext cx="825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50</a:t>
            </a:r>
            <a:endParaRPr sz="400">
              <a:latin typeface="Arial"/>
              <a:cs typeface="Arial"/>
            </a:endParaRPr>
          </a:p>
        </p:txBody>
      </p:sp>
      <p:sp>
        <p:nvSpPr>
          <p:cNvPr id="124" name="object 124"/>
          <p:cNvSpPr txBox="1"/>
          <p:nvPr/>
        </p:nvSpPr>
        <p:spPr>
          <a:xfrm>
            <a:off x="2573350" y="956062"/>
            <a:ext cx="82550" cy="863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" spc="-25" dirty="0">
                <a:latin typeface="Arial"/>
                <a:cs typeface="Arial"/>
              </a:rPr>
              <a:t>60</a:t>
            </a:r>
            <a:endParaRPr sz="400">
              <a:latin typeface="Arial"/>
              <a:cs typeface="Arial"/>
            </a:endParaRPr>
          </a:p>
        </p:txBody>
      </p:sp>
      <p:sp>
        <p:nvSpPr>
          <p:cNvPr id="125" name="object 125"/>
          <p:cNvSpPr txBox="1"/>
          <p:nvPr/>
        </p:nvSpPr>
        <p:spPr>
          <a:xfrm>
            <a:off x="2850063" y="739775"/>
            <a:ext cx="1249045" cy="984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450" i="1" spc="-50" dirty="0">
                <a:latin typeface="Arial"/>
                <a:cs typeface="Arial"/>
              </a:rPr>
              <a:t>P</a:t>
            </a:r>
            <a:r>
              <a:rPr sz="450" i="1" spc="-10" dirty="0">
                <a:latin typeface="Arial"/>
                <a:cs typeface="Arial"/>
              </a:rPr>
              <a:t> </a:t>
            </a:r>
            <a:r>
              <a:rPr sz="450" baseline="27777" dirty="0">
                <a:latin typeface="Arial"/>
                <a:cs typeface="Arial"/>
              </a:rPr>
              <a:t>*</a:t>
            </a:r>
            <a:r>
              <a:rPr sz="450" spc="300" baseline="27777" dirty="0">
                <a:latin typeface="Arial"/>
                <a:cs typeface="Arial"/>
              </a:rPr>
              <a:t> </a:t>
            </a:r>
            <a:r>
              <a:rPr sz="450" dirty="0">
                <a:latin typeface="Arial"/>
                <a:cs typeface="Arial"/>
              </a:rPr>
              <a:t>with</a:t>
            </a:r>
            <a:r>
              <a:rPr sz="450" spc="55" dirty="0">
                <a:latin typeface="Arial"/>
                <a:cs typeface="Arial"/>
              </a:rPr>
              <a:t> </a:t>
            </a:r>
            <a:r>
              <a:rPr sz="450" i="1" spc="-35" dirty="0">
                <a:latin typeface="Arial"/>
                <a:cs typeface="Arial"/>
              </a:rPr>
              <a:t>R</a:t>
            </a:r>
            <a:r>
              <a:rPr sz="450" i="1" spc="-15" dirty="0">
                <a:latin typeface="Arial"/>
                <a:cs typeface="Arial"/>
              </a:rPr>
              <a:t> </a:t>
            </a:r>
            <a:r>
              <a:rPr sz="450" spc="85" dirty="0">
                <a:latin typeface="Arial"/>
                <a:cs typeface="Arial"/>
              </a:rPr>
              <a:t>=</a:t>
            </a:r>
            <a:r>
              <a:rPr sz="450" spc="-15" dirty="0">
                <a:latin typeface="Arial"/>
                <a:cs typeface="Arial"/>
              </a:rPr>
              <a:t> </a:t>
            </a:r>
            <a:r>
              <a:rPr sz="450" dirty="0">
                <a:latin typeface="Arial"/>
                <a:cs typeface="Arial"/>
              </a:rPr>
              <a:t>100</a:t>
            </a:r>
            <a:r>
              <a:rPr sz="450" spc="55" dirty="0">
                <a:latin typeface="Arial"/>
                <a:cs typeface="Arial"/>
              </a:rPr>
              <a:t> </a:t>
            </a:r>
            <a:r>
              <a:rPr sz="450" dirty="0">
                <a:latin typeface="Arial"/>
                <a:cs typeface="Arial"/>
              </a:rPr>
              <a:t>and</a:t>
            </a:r>
            <a:r>
              <a:rPr sz="450" spc="55" dirty="0">
                <a:latin typeface="Arial"/>
                <a:cs typeface="Arial"/>
              </a:rPr>
              <a:t> </a:t>
            </a:r>
            <a:r>
              <a:rPr sz="450" dirty="0">
                <a:latin typeface="Arial"/>
                <a:cs typeface="Arial"/>
              </a:rPr>
              <a:t>a</a:t>
            </a:r>
            <a:r>
              <a:rPr sz="450" spc="55" dirty="0">
                <a:latin typeface="Arial"/>
                <a:cs typeface="Arial"/>
              </a:rPr>
              <a:t> </a:t>
            </a:r>
            <a:r>
              <a:rPr sz="450" dirty="0">
                <a:latin typeface="Arial"/>
                <a:cs typeface="Arial"/>
              </a:rPr>
              <a:t>different</a:t>
            </a:r>
            <a:r>
              <a:rPr sz="450" spc="55" dirty="0">
                <a:latin typeface="Arial"/>
                <a:cs typeface="Arial"/>
              </a:rPr>
              <a:t> </a:t>
            </a:r>
            <a:r>
              <a:rPr sz="450" dirty="0">
                <a:latin typeface="Arial"/>
                <a:cs typeface="Arial"/>
              </a:rPr>
              <a:t>initial</a:t>
            </a:r>
            <a:r>
              <a:rPr sz="450" spc="55" dirty="0">
                <a:latin typeface="Arial"/>
                <a:cs typeface="Arial"/>
              </a:rPr>
              <a:t> </a:t>
            </a:r>
            <a:r>
              <a:rPr sz="450" spc="-20" dirty="0">
                <a:latin typeface="Arial"/>
                <a:cs typeface="Arial"/>
              </a:rPr>
              <a:t>value</a:t>
            </a:r>
            <a:endParaRPr sz="45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4127870" y="842929"/>
            <a:ext cx="128905" cy="84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25" i="1" baseline="-23809" dirty="0">
                <a:latin typeface="Arial"/>
                <a:cs typeface="Arial"/>
              </a:rPr>
              <a:t>p</a:t>
            </a:r>
            <a:r>
              <a:rPr sz="525" i="1" spc="-22" baseline="-23809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*</a:t>
            </a:r>
            <a:endParaRPr sz="25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4181774" y="885938"/>
            <a:ext cx="65405" cy="67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" spc="-25" dirty="0">
                <a:latin typeface="Arial"/>
                <a:cs typeface="Arial"/>
              </a:rPr>
              <a:t>11</a:t>
            </a:r>
            <a:endParaRPr sz="250">
              <a:latin typeface="Arial"/>
              <a:cs typeface="Arial"/>
            </a:endParaRPr>
          </a:p>
        </p:txBody>
      </p:sp>
      <p:sp>
        <p:nvSpPr>
          <p:cNvPr id="128" name="object 128"/>
          <p:cNvSpPr/>
          <p:nvPr/>
        </p:nvSpPr>
        <p:spPr>
          <a:xfrm>
            <a:off x="4040237" y="991188"/>
            <a:ext cx="90170" cy="0"/>
          </a:xfrm>
          <a:custGeom>
            <a:avLst/>
            <a:gdLst/>
            <a:ahLst/>
            <a:cxnLst/>
            <a:rect l="l" t="t" r="r" b="b"/>
            <a:pathLst>
              <a:path w="90170">
                <a:moveTo>
                  <a:pt x="0" y="0"/>
                </a:moveTo>
                <a:lnTo>
                  <a:pt x="44904" y="0"/>
                </a:lnTo>
                <a:lnTo>
                  <a:pt x="89809" y="0"/>
                </a:lnTo>
              </a:path>
            </a:pathLst>
          </a:custGeom>
          <a:ln w="6735">
            <a:solidFill>
              <a:srgbClr val="FF7F0E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 txBox="1"/>
          <p:nvPr/>
        </p:nvSpPr>
        <p:spPr>
          <a:xfrm>
            <a:off x="4127870" y="923757"/>
            <a:ext cx="128905" cy="84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25" i="1" baseline="-23809" dirty="0">
                <a:latin typeface="Arial"/>
                <a:cs typeface="Arial"/>
              </a:rPr>
              <a:t>p</a:t>
            </a:r>
            <a:r>
              <a:rPr sz="525" i="1" spc="-22" baseline="-23809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*</a:t>
            </a:r>
            <a:endParaRPr sz="250">
              <a:latin typeface="Arial"/>
              <a:cs typeface="Arial"/>
            </a:endParaRPr>
          </a:p>
        </p:txBody>
      </p:sp>
      <p:sp>
        <p:nvSpPr>
          <p:cNvPr id="130" name="object 130"/>
          <p:cNvSpPr txBox="1"/>
          <p:nvPr/>
        </p:nvSpPr>
        <p:spPr>
          <a:xfrm>
            <a:off x="4181774" y="966767"/>
            <a:ext cx="65405" cy="67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" spc="-25" dirty="0">
                <a:latin typeface="Arial"/>
                <a:cs typeface="Arial"/>
              </a:rPr>
              <a:t>12</a:t>
            </a:r>
            <a:endParaRPr sz="250">
              <a:latin typeface="Arial"/>
              <a:cs typeface="Arial"/>
            </a:endParaRPr>
          </a:p>
        </p:txBody>
      </p:sp>
      <p:sp>
        <p:nvSpPr>
          <p:cNvPr id="131" name="object 131"/>
          <p:cNvSpPr/>
          <p:nvPr/>
        </p:nvSpPr>
        <p:spPr>
          <a:xfrm>
            <a:off x="4040237" y="1072016"/>
            <a:ext cx="90170" cy="0"/>
          </a:xfrm>
          <a:custGeom>
            <a:avLst/>
            <a:gdLst/>
            <a:ahLst/>
            <a:cxnLst/>
            <a:rect l="l" t="t" r="r" b="b"/>
            <a:pathLst>
              <a:path w="90170">
                <a:moveTo>
                  <a:pt x="0" y="0"/>
                </a:moveTo>
                <a:lnTo>
                  <a:pt x="44904" y="0"/>
                </a:lnTo>
                <a:lnTo>
                  <a:pt x="89809" y="0"/>
                </a:lnTo>
              </a:path>
            </a:pathLst>
          </a:custGeom>
          <a:ln w="6735">
            <a:solidFill>
              <a:srgbClr val="2BA02B"/>
            </a:solidFill>
            <a:prstDash val="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 txBox="1"/>
          <p:nvPr/>
        </p:nvSpPr>
        <p:spPr>
          <a:xfrm>
            <a:off x="4127870" y="1004585"/>
            <a:ext cx="128905" cy="844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sz="525" i="1" baseline="-23809" dirty="0">
                <a:latin typeface="Arial"/>
                <a:cs typeface="Arial"/>
              </a:rPr>
              <a:t>p</a:t>
            </a:r>
            <a:r>
              <a:rPr sz="525" i="1" spc="-22" baseline="-23809" dirty="0">
                <a:latin typeface="Arial"/>
                <a:cs typeface="Arial"/>
              </a:rPr>
              <a:t> </a:t>
            </a:r>
            <a:r>
              <a:rPr sz="250" spc="-50" dirty="0">
                <a:latin typeface="Arial"/>
                <a:cs typeface="Arial"/>
              </a:rPr>
              <a:t>*</a:t>
            </a:r>
            <a:endParaRPr sz="250">
              <a:latin typeface="Arial"/>
              <a:cs typeface="Arial"/>
            </a:endParaRPr>
          </a:p>
        </p:txBody>
      </p:sp>
      <p:sp>
        <p:nvSpPr>
          <p:cNvPr id="133" name="object 133"/>
          <p:cNvSpPr txBox="1"/>
          <p:nvPr/>
        </p:nvSpPr>
        <p:spPr>
          <a:xfrm>
            <a:off x="4181774" y="1047595"/>
            <a:ext cx="65405" cy="679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0" spc="-25" dirty="0">
                <a:latin typeface="Arial"/>
                <a:cs typeface="Arial"/>
              </a:rPr>
              <a:t>22</a:t>
            </a:r>
            <a:endParaRPr sz="250">
              <a:latin typeface="Arial"/>
              <a:cs typeface="Arial"/>
            </a:endParaRPr>
          </a:p>
        </p:txBody>
      </p:sp>
      <p:sp>
        <p:nvSpPr>
          <p:cNvPr id="134" name="object 134"/>
          <p:cNvSpPr txBox="1"/>
          <p:nvPr/>
        </p:nvSpPr>
        <p:spPr>
          <a:xfrm>
            <a:off x="3181476" y="2293329"/>
            <a:ext cx="77470" cy="1320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00" i="1" spc="-50" dirty="0">
                <a:latin typeface="Hack"/>
                <a:cs typeface="Hack"/>
              </a:rPr>
              <a:t>∗</a:t>
            </a:r>
            <a:endParaRPr sz="700">
              <a:latin typeface="Hack"/>
              <a:cs typeface="Hack"/>
            </a:endParaRPr>
          </a:p>
        </p:txBody>
      </p:sp>
      <p:sp>
        <p:nvSpPr>
          <p:cNvPr id="135" name="object 135"/>
          <p:cNvSpPr txBox="1"/>
          <p:nvPr/>
        </p:nvSpPr>
        <p:spPr>
          <a:xfrm>
            <a:off x="2884246" y="2301282"/>
            <a:ext cx="69723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solidFill>
                  <a:srgbClr val="7F7F7F"/>
                </a:solidFill>
                <a:latin typeface="Arial"/>
                <a:cs typeface="Arial"/>
              </a:rPr>
              <a:t>(b)</a:t>
            </a:r>
            <a:r>
              <a:rPr sz="1000" spc="60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000" i="1" dirty="0">
                <a:latin typeface="Arial"/>
                <a:cs typeface="Arial"/>
              </a:rPr>
              <a:t>P</a:t>
            </a:r>
            <a:r>
              <a:rPr sz="1000" i="1" spc="450" dirty="0">
                <a:latin typeface="Arial"/>
                <a:cs typeface="Arial"/>
              </a:rPr>
              <a:t> </a:t>
            </a:r>
            <a:r>
              <a:rPr sz="1000" dirty="0">
                <a:latin typeface="Arial"/>
                <a:cs typeface="Arial"/>
              </a:rPr>
              <a:t>(0)</a:t>
            </a:r>
            <a:r>
              <a:rPr sz="1000" spc="10" dirty="0">
                <a:latin typeface="Arial"/>
                <a:cs typeface="Arial"/>
              </a:rPr>
              <a:t> </a:t>
            </a:r>
            <a:r>
              <a:rPr sz="1000" spc="130" dirty="0">
                <a:latin typeface="Arial"/>
                <a:cs typeface="Arial"/>
              </a:rPr>
              <a:t>=</a:t>
            </a:r>
            <a:endParaRPr sz="1000">
              <a:latin typeface="Arial"/>
              <a:cs typeface="Arial"/>
            </a:endParaRPr>
          </a:p>
        </p:txBody>
      </p:sp>
      <p:sp>
        <p:nvSpPr>
          <p:cNvPr id="139" name="object 139"/>
          <p:cNvSpPr txBox="1"/>
          <p:nvPr/>
        </p:nvSpPr>
        <p:spPr>
          <a:xfrm>
            <a:off x="215442" y="2618484"/>
            <a:ext cx="4150360" cy="5238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6670" algn="ctr">
              <a:lnSpc>
                <a:spcPct val="100000"/>
              </a:lnSpc>
              <a:spcBef>
                <a:spcPts val="90"/>
              </a:spcBef>
            </a:pPr>
            <a:r>
              <a:rPr sz="1100" spc="-40" dirty="0">
                <a:solidFill>
                  <a:srgbClr val="7F7F7F"/>
                </a:solidFill>
                <a:latin typeface="Arial"/>
                <a:cs typeface="Arial"/>
              </a:rPr>
              <a:t>Figure:</a:t>
            </a:r>
            <a:r>
              <a:rPr sz="1100" spc="-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LQ with </a:t>
            </a:r>
            <a:r>
              <a:rPr sz="1100" spc="-25" dirty="0">
                <a:latin typeface="Arial"/>
                <a:cs typeface="Arial"/>
              </a:rPr>
              <a:t>different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0" dirty="0">
                <a:latin typeface="Arial"/>
                <a:cs typeface="Arial"/>
              </a:rPr>
              <a:t>boundary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80" dirty="0">
                <a:latin typeface="Arial"/>
                <a:cs typeface="Arial"/>
              </a:rPr>
              <a:t>values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 </a:t>
            </a:r>
            <a:r>
              <a:rPr sz="1100" spc="-25" dirty="0">
                <a:latin typeface="Arial"/>
                <a:cs typeface="Arial"/>
              </a:rPr>
              <a:t>Riccati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difference</a:t>
            </a:r>
            <a:r>
              <a:rPr sz="110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Eq.</a:t>
            </a:r>
            <a:endParaRPr sz="11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117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65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120" dirty="0">
                <a:latin typeface="Arial"/>
                <a:cs typeface="Arial"/>
              </a:rPr>
              <a:t>same</a:t>
            </a:r>
            <a:r>
              <a:rPr sz="1200" spc="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R</a:t>
            </a:r>
            <a:r>
              <a:rPr sz="1200" dirty="0">
                <a:latin typeface="Arial"/>
                <a:cs typeface="Arial"/>
              </a:rPr>
              <a:t>,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initial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value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i="1" spc="-70" dirty="0">
                <a:latin typeface="Arial"/>
                <a:cs typeface="Arial"/>
              </a:rPr>
              <a:t>P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spc="50" dirty="0">
                <a:latin typeface="Arial"/>
                <a:cs typeface="Arial"/>
              </a:rPr>
              <a:t>(</a:t>
            </a:r>
            <a:r>
              <a:rPr sz="1200" i="1" spc="50" dirty="0">
                <a:latin typeface="Arial"/>
                <a:cs typeface="Arial"/>
              </a:rPr>
              <a:t>t</a:t>
            </a:r>
            <a:r>
              <a:rPr sz="1200" i="1" spc="75" baseline="-13888" dirty="0">
                <a:latin typeface="Arial"/>
                <a:cs typeface="Arial"/>
              </a:rPr>
              <a:t>f</a:t>
            </a:r>
            <a:r>
              <a:rPr sz="1200" i="1" spc="-44" baseline="-13888" dirty="0">
                <a:latin typeface="Arial"/>
                <a:cs typeface="Arial"/>
              </a:rPr>
              <a:t> </a:t>
            </a:r>
            <a:r>
              <a:rPr sz="1200" spc="50" dirty="0">
                <a:latin typeface="Arial"/>
                <a:cs typeface="Arial"/>
              </a:rPr>
              <a:t>)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-4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S</a:t>
            </a:r>
            <a:r>
              <a:rPr sz="1200" i="1" spc="110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becomes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irrelevant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140" name="object 140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 txBox="1"/>
          <p:nvPr/>
        </p:nvSpPr>
        <p:spPr>
          <a:xfrm>
            <a:off x="445960" y="3146260"/>
            <a:ext cx="947217" cy="16671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0"/>
              </a:lnSpc>
            </a:pPr>
            <a:r>
              <a:rPr sz="1200" spc="-135" dirty="0">
                <a:latin typeface="Arial"/>
                <a:cs typeface="Arial"/>
              </a:rPr>
              <a:t>as</a:t>
            </a:r>
            <a:r>
              <a:rPr sz="1200" spc="55" dirty="0">
                <a:latin typeface="Arial"/>
                <a:cs typeface="Arial"/>
              </a:rPr>
              <a:t> </a:t>
            </a:r>
            <a:r>
              <a:rPr sz="1200" i="1" spc="55" dirty="0">
                <a:latin typeface="Arial"/>
                <a:cs typeface="Arial"/>
              </a:rPr>
              <a:t>t</a:t>
            </a:r>
            <a:r>
              <a:rPr sz="1200" i="1" spc="82" baseline="-13888" dirty="0">
                <a:latin typeface="Arial"/>
                <a:cs typeface="Arial"/>
              </a:rPr>
              <a:t>f</a:t>
            </a:r>
            <a:r>
              <a:rPr sz="1200" i="1" spc="525" baseline="-13888" dirty="0">
                <a:latin typeface="Arial"/>
                <a:cs typeface="Arial"/>
              </a:rPr>
              <a:t> </a:t>
            </a:r>
            <a:r>
              <a:rPr sz="1200" spc="325" dirty="0">
                <a:latin typeface="Apple Symbols"/>
                <a:cs typeface="Apple Symbols"/>
              </a:rPr>
              <a:t>→</a:t>
            </a:r>
            <a:r>
              <a:rPr sz="1200" spc="-65" dirty="0">
                <a:latin typeface="Apple Symbols"/>
                <a:cs typeface="Apple Symbols"/>
              </a:rPr>
              <a:t> </a:t>
            </a:r>
            <a:r>
              <a:rPr sz="1200" spc="440" dirty="0">
                <a:latin typeface="Apple Symbols"/>
                <a:cs typeface="Apple Symbols"/>
              </a:rPr>
              <a:t>∞</a:t>
            </a:r>
            <a:endParaRPr sz="1200" dirty="0">
              <a:latin typeface="Apple Symbols"/>
              <a:cs typeface="Apple Symbols"/>
            </a:endParaRPr>
          </a:p>
        </p:txBody>
      </p:sp>
      <p:sp>
        <p:nvSpPr>
          <p:cNvPr id="142" name="object 1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143" name="object 143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144" name="object 1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28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7A8265D9-6E61-05E9-959E-670E634D594E}"/>
                  </a:ext>
                </a:extLst>
              </p:cNvPr>
              <p:cNvSpPr txBox="1"/>
              <p:nvPr/>
            </p:nvSpPr>
            <p:spPr>
              <a:xfrm>
                <a:off x="1236385" y="2212879"/>
                <a:ext cx="673710" cy="366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7A8265D9-6E61-05E9-959E-670E634D59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6385" y="2212879"/>
                <a:ext cx="673710" cy="3662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48663F9A-57A5-BA0C-029B-7CA4F86E973B}"/>
                  </a:ext>
                </a:extLst>
              </p:cNvPr>
              <p:cNvSpPr txBox="1"/>
              <p:nvPr/>
            </p:nvSpPr>
            <p:spPr>
              <a:xfrm>
                <a:off x="3430214" y="2201540"/>
                <a:ext cx="673710" cy="366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CN" sz="10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10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  <m:r>
                                  <a:rPr lang="en-US" altLang="zh-CN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CN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1000" b="0" i="1" dirty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10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46" name="文本框 145">
                <a:extLst>
                  <a:ext uri="{FF2B5EF4-FFF2-40B4-BE49-F238E27FC236}">
                    <a16:creationId xmlns:a16="http://schemas.microsoft.com/office/drawing/2014/main" id="{48663F9A-57A5-BA0C-029B-7CA4F86E9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0214" y="2201540"/>
                <a:ext cx="673710" cy="3662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5928" y="639709"/>
            <a:ext cx="3566795" cy="1800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3675" indent="-180975">
              <a:lnSpc>
                <a:spcPct val="100000"/>
              </a:lnSpc>
              <a:spcBef>
                <a:spcPts val="95"/>
              </a:spcBef>
              <a:buClr>
                <a:srgbClr val="E5E5E5"/>
              </a:buClr>
              <a:buFont typeface="Arial"/>
              <a:buAutoNum type="arabicPeriod"/>
              <a:tabLst>
                <a:tab pos="193675" algn="l"/>
              </a:tabLst>
            </a:pPr>
            <a:r>
              <a:rPr sz="1200" spc="-60" dirty="0">
                <a:solidFill>
                  <a:srgbClr val="E5E5E5"/>
                </a:solidFill>
                <a:latin typeface="Arial"/>
                <a:cs typeface="Arial"/>
                <a:hlinkClick r:id="rId2" action="ppaction://hlinksldjump"/>
              </a:rPr>
              <a:t>Problem</a:t>
            </a:r>
            <a:r>
              <a:rPr sz="1200" spc="30" dirty="0">
                <a:solidFill>
                  <a:srgbClr val="E5E5E5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rId2" action="ppaction://hlinksldjump"/>
              </a:rPr>
              <a:t>formulation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buAutoNum type="arabicPeriod"/>
              <a:tabLst>
                <a:tab pos="193675" algn="l"/>
              </a:tabLst>
            </a:pPr>
            <a:r>
              <a:rPr sz="1200" spc="-35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Solution</a:t>
            </a:r>
            <a:r>
              <a:rPr sz="1200" spc="1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to</a:t>
            </a:r>
            <a:r>
              <a:rPr sz="1200" spc="1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the</a:t>
            </a:r>
            <a:r>
              <a:rPr sz="1200" spc="5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35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infinite-horizon/stationary</a:t>
            </a:r>
            <a:r>
              <a:rPr sz="1200" spc="1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r>
              <a:rPr sz="1200" spc="10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1200" spc="-35" dirty="0">
                <a:solidFill>
                  <a:srgbClr val="E5E5E5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buAutoNum type="arabicPeriod"/>
              <a:tabLst>
                <a:tab pos="193675" algn="l"/>
              </a:tabLst>
            </a:pPr>
            <a:r>
              <a:rPr sz="1200" spc="-35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Solution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to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the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spc="-35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finite-</a:t>
            </a:r>
            <a:r>
              <a:rPr sz="1200" spc="-4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horizon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120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LQ</a:t>
            </a:r>
            <a:r>
              <a:rPr sz="1200" spc="-10" dirty="0">
                <a:solidFill>
                  <a:srgbClr val="E5E5E5"/>
                </a:solidFill>
                <a:latin typeface="Arial"/>
                <a:cs typeface="Arial"/>
                <a:hlinkClick r:id="rId4" action="ppaction://hlinksldjump"/>
              </a:rPr>
              <a:t> problem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60"/>
              </a:spcBef>
              <a:buAutoNum type="arabicPeriod"/>
            </a:pPr>
            <a:endParaRPr sz="1200">
              <a:latin typeface="Arial"/>
              <a:cs typeface="Arial"/>
            </a:endParaRPr>
          </a:p>
          <a:p>
            <a:pPr marL="193675" indent="-18097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193675" algn="l"/>
              </a:tabLst>
            </a:pPr>
            <a:r>
              <a:rPr sz="1200" spc="-50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From</a:t>
            </a:r>
            <a:r>
              <a:rPr sz="1200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spc="-35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finite-</a:t>
            </a:r>
            <a:r>
              <a:rPr sz="1200" spc="-40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horizon</a:t>
            </a:r>
            <a:r>
              <a:rPr sz="1200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LQ</a:t>
            </a:r>
            <a:r>
              <a:rPr sz="1200" spc="5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to </a:t>
            </a:r>
            <a:r>
              <a:rPr sz="1200" spc="-40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stationary</a:t>
            </a:r>
            <a:r>
              <a:rPr sz="1200" spc="5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1200" spc="-25" dirty="0">
                <a:solidFill>
                  <a:srgbClr val="7F7F7F"/>
                </a:solidFill>
                <a:latin typeface="Arial"/>
                <a:cs typeface="Arial"/>
                <a:hlinkClick r:id="rId5" action="ppaction://hlinksldjump"/>
              </a:rPr>
              <a:t>LQ</a:t>
            </a:r>
            <a:endParaRPr sz="1200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6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29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0" dirty="0"/>
              <a:t>From</a:t>
            </a:r>
            <a:r>
              <a:rPr spc="-5" dirty="0"/>
              <a:t> </a:t>
            </a:r>
            <a:r>
              <a:rPr spc="-50" dirty="0"/>
              <a:t>LQ</a:t>
            </a:r>
            <a:r>
              <a:rPr spc="-5" dirty="0"/>
              <a:t> </a:t>
            </a:r>
            <a:r>
              <a:rPr dirty="0"/>
              <a:t>to</a:t>
            </a:r>
            <a:r>
              <a:rPr spc="-5" dirty="0"/>
              <a:t> </a:t>
            </a:r>
            <a:r>
              <a:rPr spc="-85" dirty="0"/>
              <a:t>stationary</a:t>
            </a:r>
            <a:r>
              <a:rPr spc="-5" dirty="0"/>
              <a:t> </a:t>
            </a:r>
            <a:r>
              <a:rPr spc="-25" dirty="0"/>
              <a:t>LQ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528" y="453362"/>
            <a:ext cx="44564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417060" algn="l"/>
              </a:tabLst>
            </a:pPr>
            <a:r>
              <a:rPr sz="1800" u="sng" spc="742" baseline="4629" dirty="0">
                <a:solidFill>
                  <a:srgbClr val="7F7F7F"/>
                </a:solidFill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 </a:t>
            </a:r>
            <a:r>
              <a:rPr sz="1800" u="sng" spc="300" baseline="4629" dirty="0">
                <a:solidFill>
                  <a:srgbClr val="7F7F7F"/>
                </a:solidFill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▶</a:t>
            </a:r>
            <a:r>
              <a:rPr sz="1800" u="sng" spc="254" baseline="4629" dirty="0">
                <a:solidFill>
                  <a:srgbClr val="7F7F7F"/>
                </a:solidFill>
                <a:uFill>
                  <a:solidFill>
                    <a:srgbClr val="000000"/>
                  </a:solidFill>
                </a:uFill>
                <a:latin typeface="Arial Unicode MS"/>
                <a:cs typeface="Arial Unicode MS"/>
              </a:rPr>
              <a:t> 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the </a:t>
            </a:r>
            <a:r>
              <a:rPr sz="1200" u="sng" spc="-6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ARE</a:t>
            </a:r>
            <a:r>
              <a:rPr sz="1200" u="sng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and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the</a:t>
            </a:r>
            <a:r>
              <a:rPr sz="1200" u="sng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Riccati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u="sng" spc="-3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differential</a:t>
            </a:r>
            <a:r>
              <a:rPr sz="1200" u="sng" spc="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200" u="sng" spc="-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Eq.:</a:t>
            </a:r>
            <a:r>
              <a:rPr sz="1200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92315" y="829931"/>
            <a:ext cx="852169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66115" algn="l"/>
              </a:tabLst>
            </a:pPr>
            <a:r>
              <a:rPr sz="800" spc="-20" dirty="0">
                <a:latin typeface="Arial"/>
                <a:cs typeface="Arial"/>
              </a:rPr>
              <a:t>Cost</a:t>
            </a:r>
            <a:r>
              <a:rPr sz="800" dirty="0">
                <a:latin typeface="Arial"/>
                <a:cs typeface="Arial"/>
              </a:rPr>
              <a:t>	</a:t>
            </a:r>
            <a:endParaRPr sz="1200" baseline="3472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3971" y="1157959"/>
            <a:ext cx="24511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Arial"/>
                <a:cs typeface="Arial"/>
              </a:rPr>
              <a:t>Syst.</a:t>
            </a:r>
            <a:endParaRPr sz="8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23"/>
              <p:cNvSpPr txBox="1"/>
              <p:nvPr/>
            </p:nvSpPr>
            <p:spPr>
              <a:xfrm>
                <a:off x="1429629" y="1037754"/>
                <a:ext cx="617220" cy="13529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800" b="0" i="1" spc="19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800" b="0" i="1" spc="190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800" spc="190" dirty="0">
                    <a:latin typeface="Arial"/>
                    <a:cs typeface="Arial"/>
                  </a:rPr>
                  <a:t>=</a:t>
                </a:r>
                <a:r>
                  <a:rPr lang="en-US" sz="800" spc="10" dirty="0">
                    <a:latin typeface="Arial"/>
                    <a:cs typeface="Arial"/>
                  </a:rPr>
                  <a:t> </a:t>
                </a:r>
                <a:r>
                  <a:rPr lang="en-US" sz="800" i="1" dirty="0">
                    <a:latin typeface="Arial"/>
                    <a:cs typeface="Arial"/>
                  </a:rPr>
                  <a:t>Ax</a:t>
                </a:r>
                <a:r>
                  <a:rPr lang="en-US" sz="800" i="1" spc="35" dirty="0">
                    <a:latin typeface="Arial"/>
                    <a:cs typeface="Arial"/>
                  </a:rPr>
                  <a:t> </a:t>
                </a:r>
                <a:r>
                  <a:rPr lang="en-US" sz="800" spc="190" dirty="0">
                    <a:latin typeface="Arial"/>
                    <a:cs typeface="Arial"/>
                  </a:rPr>
                  <a:t>+</a:t>
                </a:r>
                <a:r>
                  <a:rPr lang="en-US" sz="800" spc="-35" dirty="0">
                    <a:latin typeface="Arial"/>
                    <a:cs typeface="Arial"/>
                  </a:rPr>
                  <a:t> </a:t>
                </a:r>
                <a:r>
                  <a:rPr lang="en-US" sz="800" i="1" spc="-25" dirty="0">
                    <a:latin typeface="Arial"/>
                    <a:cs typeface="Arial"/>
                  </a:rPr>
                  <a:t>Bu</a:t>
                </a:r>
                <a:endParaRPr sz="800" dirty="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23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9629" y="1037754"/>
                <a:ext cx="617220" cy="135293"/>
              </a:xfrm>
              <a:prstGeom prst="rect">
                <a:avLst/>
              </a:prstGeom>
              <a:blipFill>
                <a:blip r:embed="rId2"/>
                <a:stretch>
                  <a:fillRect l="-2970" t="-13636" r="-2970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object 24"/>
          <p:cNvSpPr txBox="1"/>
          <p:nvPr/>
        </p:nvSpPr>
        <p:spPr>
          <a:xfrm>
            <a:off x="1036154" y="1157959"/>
            <a:ext cx="1407795" cy="2673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955"/>
              </a:lnSpc>
              <a:spcBef>
                <a:spcPts val="95"/>
              </a:spcBef>
            </a:pPr>
            <a:r>
              <a:rPr sz="800" dirty="0">
                <a:latin typeface="Arial"/>
                <a:cs typeface="Arial"/>
              </a:rPr>
              <a:t>(</a:t>
            </a:r>
            <a:r>
              <a:rPr sz="800" i="1" dirty="0">
                <a:latin typeface="Arial"/>
                <a:cs typeface="Arial"/>
              </a:rPr>
              <a:t>A,</a:t>
            </a:r>
            <a:r>
              <a:rPr sz="800" i="1" spc="-55" dirty="0">
                <a:latin typeface="Arial"/>
                <a:cs typeface="Arial"/>
              </a:rPr>
              <a:t> </a:t>
            </a:r>
            <a:r>
              <a:rPr sz="800" i="1" spc="70" dirty="0">
                <a:latin typeface="Arial"/>
                <a:cs typeface="Arial"/>
              </a:rPr>
              <a:t>B</a:t>
            </a:r>
            <a:r>
              <a:rPr sz="800" spc="70" dirty="0">
                <a:latin typeface="Arial"/>
                <a:cs typeface="Arial"/>
              </a:rPr>
              <a:t>)</a:t>
            </a:r>
            <a:r>
              <a:rPr sz="800" spc="13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controllable/stabilizable</a:t>
            </a:r>
            <a:endParaRPr sz="800" dirty="0">
              <a:latin typeface="Arial"/>
              <a:cs typeface="Arial"/>
            </a:endParaRPr>
          </a:p>
          <a:p>
            <a:pPr marL="55880">
              <a:lnSpc>
                <a:spcPts val="955"/>
              </a:lnSpc>
            </a:pPr>
            <a:r>
              <a:rPr sz="800" dirty="0">
                <a:latin typeface="Arial"/>
                <a:cs typeface="Arial"/>
              </a:rPr>
              <a:t>(</a:t>
            </a:r>
            <a:r>
              <a:rPr sz="800" i="1" dirty="0">
                <a:latin typeface="Arial"/>
                <a:cs typeface="Arial"/>
              </a:rPr>
              <a:t>A,</a:t>
            </a:r>
            <a:r>
              <a:rPr sz="800" i="1" spc="-60" dirty="0">
                <a:latin typeface="Arial"/>
                <a:cs typeface="Arial"/>
              </a:rPr>
              <a:t> </a:t>
            </a:r>
            <a:r>
              <a:rPr sz="800" i="1" spc="-40" dirty="0">
                <a:latin typeface="Arial"/>
                <a:cs typeface="Arial"/>
              </a:rPr>
              <a:t>C</a:t>
            </a:r>
            <a:r>
              <a:rPr sz="800" i="1" spc="-110" dirty="0">
                <a:latin typeface="Arial"/>
                <a:cs typeface="Arial"/>
              </a:rPr>
              <a:t> </a:t>
            </a:r>
            <a:r>
              <a:rPr sz="800" spc="65" dirty="0">
                <a:latin typeface="Arial"/>
                <a:cs typeface="Arial"/>
              </a:rPr>
              <a:t>)</a:t>
            </a:r>
            <a:r>
              <a:rPr sz="800" spc="114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observable/detectable</a:t>
            </a:r>
            <a:endParaRPr sz="800" dirty="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object 25"/>
              <p:cNvSpPr txBox="1"/>
              <p:nvPr/>
            </p:nvSpPr>
            <p:spPr>
              <a:xfrm>
                <a:off x="3261472" y="1157959"/>
                <a:ext cx="617220" cy="135293"/>
              </a:xfrm>
              <a:prstGeom prst="rect">
                <a:avLst/>
              </a:prstGeom>
            </p:spPr>
            <p:txBody>
              <a:bodyPr vert="horz" wrap="square" lIns="0" tIns="1206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5"/>
                  </a:spcBef>
                </a:pP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800" b="0" i="1" spc="19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800" b="0" i="1" spc="190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800" spc="190" dirty="0">
                    <a:latin typeface="Arial"/>
                    <a:cs typeface="Arial"/>
                  </a:rPr>
                  <a:t>=</a:t>
                </a:r>
                <a:r>
                  <a:rPr lang="en-US" sz="800" spc="15" dirty="0">
                    <a:latin typeface="Arial"/>
                    <a:cs typeface="Arial"/>
                  </a:rPr>
                  <a:t> </a:t>
                </a:r>
                <a:r>
                  <a:rPr lang="en-US" sz="800" i="1" dirty="0">
                    <a:latin typeface="Arial"/>
                    <a:cs typeface="Arial"/>
                  </a:rPr>
                  <a:t>Ax</a:t>
                </a:r>
                <a:r>
                  <a:rPr lang="en-US" sz="800" i="1" spc="35" dirty="0">
                    <a:latin typeface="Arial"/>
                    <a:cs typeface="Arial"/>
                  </a:rPr>
                  <a:t> </a:t>
                </a:r>
                <a:r>
                  <a:rPr lang="en-US" sz="800" spc="190" dirty="0">
                    <a:latin typeface="Arial"/>
                    <a:cs typeface="Arial"/>
                  </a:rPr>
                  <a:t>+</a:t>
                </a:r>
                <a:r>
                  <a:rPr lang="en-US" sz="800" spc="-30" dirty="0">
                    <a:latin typeface="Arial"/>
                    <a:cs typeface="Arial"/>
                  </a:rPr>
                  <a:t> </a:t>
                </a:r>
                <a:r>
                  <a:rPr lang="en-US" sz="800" i="1" spc="-25" dirty="0">
                    <a:latin typeface="Arial"/>
                    <a:cs typeface="Arial"/>
                  </a:rPr>
                  <a:t>Bu</a:t>
                </a:r>
                <a:endParaRPr sz="800" dirty="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25" name="object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1472" y="1157959"/>
                <a:ext cx="617220" cy="135293"/>
              </a:xfrm>
              <a:prstGeom prst="rect">
                <a:avLst/>
              </a:prstGeom>
              <a:blipFill>
                <a:blip r:embed="rId3"/>
                <a:stretch>
                  <a:fillRect l="-1980" t="-18182" r="-3960" b="-4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object 26"/>
          <p:cNvSpPr txBox="1"/>
          <p:nvPr/>
        </p:nvSpPr>
        <p:spPr>
          <a:xfrm>
            <a:off x="211848" y="1401661"/>
            <a:ext cx="589280" cy="528955"/>
          </a:xfrm>
          <a:prstGeom prst="rect">
            <a:avLst/>
          </a:prstGeom>
        </p:spPr>
        <p:txBody>
          <a:bodyPr vert="horz" wrap="square" lIns="0" tIns="7874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800" dirty="0">
                <a:latin typeface="Arial"/>
                <a:cs typeface="Arial"/>
              </a:rPr>
              <a:t>Key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Eq.</a:t>
            </a:r>
            <a:endParaRPr sz="800">
              <a:latin typeface="Arial"/>
              <a:cs typeface="Arial"/>
            </a:endParaRPr>
          </a:p>
          <a:p>
            <a:pPr marL="12065" marR="5080" algn="ctr">
              <a:lnSpc>
                <a:spcPct val="104099"/>
              </a:lnSpc>
              <a:spcBef>
                <a:spcPts val="484"/>
              </a:spcBef>
            </a:pPr>
            <a:r>
              <a:rPr sz="800" dirty="0">
                <a:latin typeface="Arial"/>
                <a:cs typeface="Arial"/>
              </a:rPr>
              <a:t>Opt.</a:t>
            </a:r>
            <a:r>
              <a:rPr sz="800" spc="229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control </a:t>
            </a:r>
            <a:r>
              <a:rPr sz="800" dirty="0">
                <a:latin typeface="Arial"/>
                <a:cs typeface="Arial"/>
              </a:rPr>
              <a:t>Opt.</a:t>
            </a:r>
            <a:r>
              <a:rPr sz="800" spc="229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cost</a:t>
            </a:r>
            <a:endParaRPr sz="8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901700" y="1470569"/>
            <a:ext cx="16770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A</a:t>
            </a:r>
            <a:r>
              <a:rPr sz="900" i="1" baseline="27777" dirty="0">
                <a:latin typeface="Arial"/>
                <a:cs typeface="Arial"/>
              </a:rPr>
              <a:t>T</a:t>
            </a:r>
            <a:r>
              <a:rPr sz="900" i="1" spc="-52" baseline="27777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P</a:t>
            </a:r>
            <a:r>
              <a:rPr sz="800" i="1" spc="45" dirty="0">
                <a:latin typeface="Arial"/>
                <a:cs typeface="Arial"/>
              </a:rPr>
              <a:t> </a:t>
            </a:r>
            <a:r>
              <a:rPr sz="800" spc="190" dirty="0">
                <a:latin typeface="Arial"/>
                <a:cs typeface="Arial"/>
              </a:rPr>
              <a:t>+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i="1" spc="-30" dirty="0">
                <a:latin typeface="Arial"/>
                <a:cs typeface="Arial"/>
              </a:rPr>
              <a:t>PA</a:t>
            </a:r>
            <a:r>
              <a:rPr sz="800" i="1" spc="-25" dirty="0">
                <a:latin typeface="Arial"/>
                <a:cs typeface="Arial"/>
              </a:rPr>
              <a:t> </a:t>
            </a:r>
            <a:r>
              <a:rPr sz="800" i="1" spc="170" dirty="0">
                <a:latin typeface="Hack"/>
                <a:cs typeface="Hack"/>
              </a:rPr>
              <a:t>−</a:t>
            </a:r>
            <a:r>
              <a:rPr sz="800" i="1" spc="-280" dirty="0">
                <a:latin typeface="Hack"/>
                <a:cs typeface="Hack"/>
              </a:rPr>
              <a:t> </a:t>
            </a:r>
            <a:r>
              <a:rPr sz="800" i="1" spc="70" dirty="0">
                <a:latin typeface="Arial"/>
                <a:cs typeface="Arial"/>
              </a:rPr>
              <a:t>PBR</a:t>
            </a:r>
            <a:r>
              <a:rPr sz="900" i="1" spc="104" baseline="27777" dirty="0">
                <a:latin typeface="Arial"/>
                <a:cs typeface="Arial"/>
              </a:rPr>
              <a:t>−</a:t>
            </a:r>
            <a:r>
              <a:rPr sz="900" spc="104" baseline="27777" dirty="0">
                <a:latin typeface="Arial"/>
                <a:cs typeface="Arial"/>
              </a:rPr>
              <a:t>1</a:t>
            </a:r>
            <a:r>
              <a:rPr sz="800" i="1" spc="70" dirty="0">
                <a:latin typeface="Arial"/>
                <a:cs typeface="Arial"/>
              </a:rPr>
              <a:t>B</a:t>
            </a:r>
            <a:r>
              <a:rPr sz="900" i="1" spc="104" baseline="27777" dirty="0">
                <a:latin typeface="Arial"/>
                <a:cs typeface="Arial"/>
              </a:rPr>
              <a:t>T</a:t>
            </a:r>
            <a:r>
              <a:rPr sz="900" i="1" spc="-52" baseline="27777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P</a:t>
            </a:r>
            <a:r>
              <a:rPr sz="800" i="1" spc="45" dirty="0">
                <a:latin typeface="Arial"/>
                <a:cs typeface="Arial"/>
              </a:rPr>
              <a:t> </a:t>
            </a:r>
            <a:r>
              <a:rPr sz="800" spc="190" dirty="0">
                <a:latin typeface="Arial"/>
                <a:cs typeface="Arial"/>
              </a:rPr>
              <a:t>+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i="1" dirty="0">
                <a:latin typeface="Arial"/>
                <a:cs typeface="Arial"/>
              </a:rPr>
              <a:t>Q</a:t>
            </a:r>
            <a:r>
              <a:rPr sz="800" i="1" spc="85" dirty="0">
                <a:latin typeface="Arial"/>
                <a:cs typeface="Arial"/>
              </a:rPr>
              <a:t> </a:t>
            </a:r>
            <a:r>
              <a:rPr sz="800" spc="190" dirty="0">
                <a:latin typeface="Arial"/>
                <a:cs typeface="Arial"/>
              </a:rPr>
              <a:t>=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spc="-60" dirty="0">
                <a:latin typeface="Arial"/>
                <a:cs typeface="Arial"/>
              </a:rPr>
              <a:t>0</a:t>
            </a:r>
            <a:endParaRPr sz="8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3487496" y="1575313"/>
            <a:ext cx="5016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i="1" spc="-50" dirty="0">
                <a:latin typeface="Arial"/>
                <a:cs typeface="Arial"/>
              </a:rPr>
              <a:t>f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329901" y="1532152"/>
            <a:ext cx="4762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65" dirty="0">
                <a:latin typeface="Arial"/>
                <a:cs typeface="Arial"/>
              </a:rPr>
              <a:t>P</a:t>
            </a:r>
            <a:r>
              <a:rPr sz="800" spc="65" dirty="0">
                <a:latin typeface="Arial"/>
                <a:cs typeface="Arial"/>
              </a:rPr>
              <a:t>(</a:t>
            </a:r>
            <a:r>
              <a:rPr sz="800" i="1" spc="65" dirty="0">
                <a:latin typeface="Arial"/>
                <a:cs typeface="Arial"/>
              </a:rPr>
              <a:t>t</a:t>
            </a:r>
            <a:r>
              <a:rPr sz="800" i="1" spc="160" dirty="0">
                <a:latin typeface="Arial"/>
                <a:cs typeface="Arial"/>
              </a:rPr>
              <a:t> </a:t>
            </a:r>
            <a:r>
              <a:rPr sz="800" spc="65" dirty="0">
                <a:latin typeface="Arial"/>
                <a:cs typeface="Arial"/>
              </a:rPr>
              <a:t>)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190" dirty="0">
                <a:latin typeface="Arial"/>
                <a:cs typeface="Arial"/>
              </a:rPr>
              <a:t>=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i="1" spc="-50" dirty="0">
                <a:latin typeface="Arial"/>
                <a:cs typeface="Arial"/>
              </a:rPr>
              <a:t>S</a:t>
            </a:r>
            <a:endParaRPr sz="800">
              <a:latin typeface="Arial"/>
              <a:cs typeface="Aria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148628" y="2059889"/>
            <a:ext cx="4380230" cy="0"/>
          </a:xfrm>
          <a:custGeom>
            <a:avLst/>
            <a:gdLst/>
            <a:ahLst/>
            <a:cxnLst/>
            <a:rect l="l" t="t" r="r" b="b"/>
            <a:pathLst>
              <a:path w="4380230">
                <a:moveTo>
                  <a:pt x="0" y="0"/>
                </a:moveTo>
                <a:lnTo>
                  <a:pt x="437962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90042" y="2028822"/>
            <a:ext cx="4363250" cy="128432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5904" marR="374650" indent="-19304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179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85" dirty="0">
                <a:latin typeface="Arial"/>
                <a:cs typeface="Arial"/>
              </a:rPr>
              <a:t>example,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114" dirty="0">
                <a:latin typeface="Arial"/>
                <a:cs typeface="Arial"/>
              </a:rPr>
              <a:t>we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150" dirty="0">
                <a:latin typeface="Arial"/>
                <a:cs typeface="Arial"/>
              </a:rPr>
              <a:t>see</a:t>
            </a:r>
            <a:r>
              <a:rPr sz="1200" spc="5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that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P</a:t>
            </a:r>
            <a:r>
              <a:rPr sz="1200" i="1" spc="10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Riccati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differential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Eq. </a:t>
            </a:r>
            <a:r>
              <a:rPr sz="1200" spc="-95" dirty="0">
                <a:latin typeface="Arial"/>
                <a:cs typeface="Arial"/>
              </a:rPr>
              <a:t>converges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stationary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value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given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sufficient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time</a:t>
            </a:r>
            <a:endParaRPr sz="1200" dirty="0">
              <a:latin typeface="Arial"/>
              <a:cs typeface="Arial"/>
            </a:endParaRPr>
          </a:p>
          <a:p>
            <a:pPr marL="255904" marR="55880" indent="-193040">
              <a:lnSpc>
                <a:spcPts val="1350"/>
              </a:lnSpc>
              <a:spcBef>
                <a:spcPts val="16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9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75" dirty="0">
                <a:latin typeface="Arial"/>
                <a:cs typeface="Arial"/>
              </a:rPr>
              <a:t>when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i="1" spc="55" dirty="0">
                <a:latin typeface="Arial"/>
                <a:cs typeface="Arial"/>
              </a:rPr>
              <a:t>t</a:t>
            </a:r>
            <a:r>
              <a:rPr sz="1200" i="1" spc="82" baseline="-13888" dirty="0">
                <a:latin typeface="Arial"/>
                <a:cs typeface="Arial"/>
              </a:rPr>
              <a:t>f</a:t>
            </a:r>
            <a:r>
              <a:rPr sz="1200" i="1" spc="442" baseline="-13888" dirty="0">
                <a:latin typeface="Arial"/>
                <a:cs typeface="Arial"/>
              </a:rPr>
              <a:t> </a:t>
            </a:r>
            <a:r>
              <a:rPr sz="1200" spc="325" dirty="0">
                <a:latin typeface="Apple Symbols"/>
                <a:cs typeface="Apple Symbols"/>
              </a:rPr>
              <a:t>→</a:t>
            </a:r>
            <a:r>
              <a:rPr sz="1200" spc="-95" dirty="0">
                <a:latin typeface="Apple Symbols"/>
                <a:cs typeface="Apple Symbols"/>
              </a:rPr>
              <a:t> </a:t>
            </a:r>
            <a:r>
              <a:rPr sz="1200" spc="270" dirty="0">
                <a:latin typeface="Apple Symbols"/>
                <a:cs typeface="Apple Symbols"/>
              </a:rPr>
              <a:t>∞</a:t>
            </a:r>
            <a:r>
              <a:rPr sz="1200" spc="270" dirty="0">
                <a:latin typeface="Arial"/>
                <a:cs typeface="Arial"/>
              </a:rPr>
              <a:t>,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the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Riccati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30" dirty="0">
                <a:latin typeface="Arial"/>
                <a:cs typeface="Arial"/>
              </a:rPr>
              <a:t>differential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Eq.</a:t>
            </a:r>
            <a:r>
              <a:rPr sz="1200" spc="135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converges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ARE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and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8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LQ</a:t>
            </a:r>
            <a:r>
              <a:rPr sz="1200" spc="-70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becomes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40" dirty="0">
                <a:latin typeface="Arial"/>
                <a:cs typeface="Arial"/>
              </a:rPr>
              <a:t> stationary </a:t>
            </a:r>
            <a:r>
              <a:rPr sz="1200" spc="-10" dirty="0">
                <a:latin typeface="Arial"/>
                <a:cs typeface="Arial"/>
              </a:rPr>
              <a:t>LQ,</a:t>
            </a:r>
            <a:r>
              <a:rPr sz="1200" spc="-40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under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two</a:t>
            </a:r>
            <a:r>
              <a:rPr sz="1200" spc="-40" dirty="0">
                <a:latin typeface="Arial"/>
                <a:cs typeface="Arial"/>
              </a:rPr>
              <a:t> conditions </a:t>
            </a:r>
            <a:r>
              <a:rPr sz="1200" spc="-20" dirty="0">
                <a:latin typeface="Arial"/>
                <a:cs typeface="Arial"/>
              </a:rPr>
              <a:t>that</a:t>
            </a:r>
            <a:r>
              <a:rPr sz="1200" spc="500" dirty="0">
                <a:latin typeface="Arial"/>
                <a:cs typeface="Arial"/>
              </a:rPr>
              <a:t> </a:t>
            </a:r>
            <a:r>
              <a:rPr sz="1200" spc="-114" dirty="0">
                <a:latin typeface="Arial"/>
                <a:cs typeface="Arial"/>
              </a:rPr>
              <a:t>we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now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discuss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details:</a:t>
            </a:r>
            <a:endParaRPr sz="1200" dirty="0">
              <a:latin typeface="Arial"/>
              <a:cs typeface="Arial"/>
            </a:endParaRPr>
          </a:p>
          <a:p>
            <a:pPr marL="370840">
              <a:lnSpc>
                <a:spcPct val="100000"/>
              </a:lnSpc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375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65" dirty="0">
                <a:latin typeface="Arial"/>
                <a:cs typeface="Arial"/>
              </a:rPr>
              <a:t>B</a:t>
            </a:r>
            <a:r>
              <a:rPr sz="1100" spc="65" dirty="0">
                <a:latin typeface="Arial"/>
                <a:cs typeface="Arial"/>
              </a:rPr>
              <a:t>)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is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controllable/stabilizable</a:t>
            </a:r>
            <a:endParaRPr sz="1100" dirty="0">
              <a:latin typeface="Arial"/>
              <a:cs typeface="Arial"/>
            </a:endParaRPr>
          </a:p>
          <a:p>
            <a:pPr marL="370840">
              <a:lnSpc>
                <a:spcPct val="100000"/>
              </a:lnSpc>
              <a:spcBef>
                <a:spcPts val="35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375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dirty="0">
                <a:latin typeface="Arial"/>
                <a:cs typeface="Arial"/>
              </a:rPr>
              <a:t>(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dirty="0">
                <a:latin typeface="Times New Roman"/>
                <a:cs typeface="Times New Roman"/>
              </a:rPr>
              <a:t>,</a:t>
            </a:r>
            <a:r>
              <a:rPr sz="1100" i="1" spc="-95" dirty="0">
                <a:latin typeface="Times New Roman"/>
                <a:cs typeface="Times New Roman"/>
              </a:rPr>
              <a:t> </a:t>
            </a:r>
            <a:r>
              <a:rPr sz="1100" i="1" spc="-110" dirty="0">
                <a:latin typeface="Arial"/>
                <a:cs typeface="Arial"/>
              </a:rPr>
              <a:t>C</a:t>
            </a:r>
            <a:r>
              <a:rPr sz="1100" i="1" spc="-180" dirty="0">
                <a:latin typeface="Arial"/>
                <a:cs typeface="Arial"/>
              </a:rPr>
              <a:t> </a:t>
            </a:r>
            <a:r>
              <a:rPr sz="1100" spc="55" dirty="0">
                <a:latin typeface="Arial"/>
                <a:cs typeface="Arial"/>
              </a:rPr>
              <a:t>)</a:t>
            </a:r>
            <a:r>
              <a:rPr sz="1100" spc="50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is</a:t>
            </a:r>
            <a:r>
              <a:rPr sz="1100" spc="4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observable/detectable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30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B4C496CB-D299-3ED2-802D-D799608E6EF4}"/>
              </a:ext>
            </a:extLst>
          </p:cNvPr>
          <p:cNvSpPr txBox="1"/>
          <p:nvPr/>
        </p:nvSpPr>
        <p:spPr>
          <a:xfrm>
            <a:off x="1169429" y="1610104"/>
            <a:ext cx="160656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i="1" spc="60" dirty="0">
                <a:latin typeface="Arial"/>
                <a:cs typeface="Arial"/>
              </a:rPr>
              <a:t>u</a:t>
            </a:r>
            <a:r>
              <a:rPr lang="en-US" altLang="zh-CN" sz="800" spc="60" dirty="0">
                <a:latin typeface="Arial"/>
                <a:cs typeface="Arial"/>
              </a:rPr>
              <a:t>(</a:t>
            </a:r>
            <a:r>
              <a:rPr lang="en-US" altLang="zh-CN" sz="800" i="1" spc="60" dirty="0">
                <a:latin typeface="Arial"/>
                <a:cs typeface="Arial"/>
              </a:rPr>
              <a:t>t</a:t>
            </a:r>
            <a:r>
              <a:rPr lang="en-US" altLang="zh-CN" sz="800" spc="60" dirty="0">
                <a:latin typeface="Arial"/>
                <a:cs typeface="Arial"/>
              </a:rPr>
              <a:t>)</a:t>
            </a:r>
            <a:r>
              <a:rPr lang="en-US" altLang="zh-CN" sz="800" spc="-45" dirty="0">
                <a:latin typeface="Arial"/>
                <a:cs typeface="Arial"/>
              </a:rPr>
              <a:t> </a:t>
            </a:r>
            <a:r>
              <a:rPr lang="en-US" altLang="zh-CN" sz="800" spc="200" dirty="0">
                <a:latin typeface="Arial"/>
                <a:cs typeface="Arial"/>
              </a:rPr>
              <a:t>=</a:t>
            </a:r>
            <a:r>
              <a:rPr lang="en-US" altLang="zh-CN" sz="800" spc="-45" dirty="0">
                <a:latin typeface="Arial"/>
                <a:cs typeface="Arial"/>
              </a:rPr>
              <a:t> </a:t>
            </a:r>
            <a:r>
              <a:rPr lang="en-US" altLang="zh-CN" sz="800" spc="90" dirty="0">
                <a:latin typeface="Apple Symbols"/>
                <a:cs typeface="Apple Symbols"/>
              </a:rPr>
              <a:t>−</a:t>
            </a:r>
            <a:r>
              <a:rPr lang="en-US" altLang="zh-CN" sz="800" i="1" spc="90" dirty="0">
                <a:latin typeface="Arial"/>
                <a:cs typeface="Arial"/>
              </a:rPr>
              <a:t>R</a:t>
            </a:r>
            <a:r>
              <a:rPr lang="en-US" altLang="zh-CN" sz="800" i="1" spc="135" baseline="31250" dirty="0">
                <a:latin typeface="Hack"/>
                <a:cs typeface="Hack"/>
              </a:rPr>
              <a:t>−</a:t>
            </a:r>
            <a:r>
              <a:rPr lang="en-US" altLang="zh-CN" sz="800" spc="135" baseline="31250" dirty="0">
                <a:latin typeface="Arial"/>
                <a:cs typeface="Arial"/>
              </a:rPr>
              <a:t>1</a:t>
            </a:r>
            <a:r>
              <a:rPr lang="en-US" altLang="zh-CN" sz="800" i="1" spc="90" dirty="0">
                <a:latin typeface="Arial"/>
                <a:cs typeface="Arial"/>
              </a:rPr>
              <a:t>B</a:t>
            </a:r>
            <a:r>
              <a:rPr lang="en-US" altLang="zh-CN" sz="800" i="1" spc="135" baseline="31250" dirty="0">
                <a:latin typeface="Arial"/>
                <a:cs typeface="Arial"/>
              </a:rPr>
              <a:t>T</a:t>
            </a:r>
            <a:r>
              <a:rPr lang="en-US" altLang="zh-CN" sz="800" i="1" spc="-104" baseline="31250" dirty="0">
                <a:latin typeface="Arial"/>
                <a:cs typeface="Arial"/>
              </a:rPr>
              <a:t> </a:t>
            </a:r>
            <a:r>
              <a:rPr lang="en-US" altLang="zh-CN" sz="800" i="1" spc="-70" dirty="0">
                <a:latin typeface="Arial"/>
                <a:cs typeface="Arial"/>
              </a:rPr>
              <a:t>P</a:t>
            </a:r>
            <a:r>
              <a:rPr lang="en-US" altLang="zh-CN" sz="800" i="1" spc="-70" baseline="-25000" dirty="0">
                <a:latin typeface="Arial"/>
                <a:cs typeface="Arial"/>
              </a:rPr>
              <a:t>+ </a:t>
            </a:r>
            <a:r>
              <a:rPr lang="en-US" altLang="zh-CN" sz="800" i="1" spc="-70" dirty="0">
                <a:latin typeface="Arial"/>
                <a:cs typeface="Arial"/>
              </a:rPr>
              <a:t>x</a:t>
            </a:r>
            <a:r>
              <a:rPr lang="en-US" altLang="zh-CN" sz="800" i="1" spc="-225" dirty="0">
                <a:latin typeface="Arial"/>
                <a:cs typeface="Arial"/>
              </a:rPr>
              <a:t> </a:t>
            </a:r>
            <a:r>
              <a:rPr lang="en-US" altLang="zh-CN" sz="800" spc="90" dirty="0">
                <a:latin typeface="Arial"/>
                <a:cs typeface="Arial"/>
              </a:rPr>
              <a:t>(</a:t>
            </a:r>
            <a:r>
              <a:rPr lang="en-US" altLang="zh-CN" sz="800" i="1" spc="90" dirty="0">
                <a:latin typeface="Arial"/>
                <a:cs typeface="Arial"/>
              </a:rPr>
              <a:t>t</a:t>
            </a:r>
            <a:r>
              <a:rPr lang="en-US" altLang="zh-CN" sz="800" spc="90" dirty="0">
                <a:latin typeface="Arial"/>
                <a:cs typeface="Arial"/>
              </a:rPr>
              <a:t>)</a:t>
            </a:r>
            <a:r>
              <a:rPr lang="en-US" altLang="zh-CN" sz="800" spc="5" dirty="0">
                <a:latin typeface="Arial"/>
                <a:cs typeface="Arial"/>
              </a:rPr>
              <a:t> </a:t>
            </a:r>
            <a:endParaRPr lang="zh-CN" altLang="en-US" sz="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C17C5C8-FA0D-00BB-9009-3D689417C870}"/>
                  </a:ext>
                </a:extLst>
              </p:cNvPr>
              <p:cNvSpPr txBox="1"/>
              <p:nvPr/>
            </p:nvSpPr>
            <p:spPr>
              <a:xfrm>
                <a:off x="1169429" y="811347"/>
                <a:ext cx="1191480" cy="1804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brk m:alnAt="23"/>
                              </m:rP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𝑄𝑥</m:t>
                            </m:r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𝑅𝑢</m:t>
                            </m:r>
                          </m:e>
                        </m:d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zh-CN" altLang="en-US" sz="800" dirty="0"/>
                  <a:t> </a:t>
                </a:r>
              </a:p>
            </p:txBody>
          </p:sp>
        </mc:Choice>
        <mc:Fallback>
          <p:sp>
            <p:nvSpPr>
              <p:cNvPr id="50" name="文本框 49">
                <a:extLst>
                  <a:ext uri="{FF2B5EF4-FFF2-40B4-BE49-F238E27FC236}">
                    <a16:creationId xmlns:a16="http://schemas.microsoft.com/office/drawing/2014/main" id="{6C17C5C8-FA0D-00BB-9009-3D689417C8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429" y="811347"/>
                <a:ext cx="1191480" cy="180434"/>
              </a:xfrm>
              <a:prstGeom prst="rect">
                <a:avLst/>
              </a:prstGeom>
              <a:blipFill>
                <a:blip r:embed="rId5"/>
                <a:stretch>
                  <a:fillRect l="-4103" t="-136667" b="-2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3EF6EB7D-233D-A45D-769B-8689D38FBCB9}"/>
                  </a:ext>
                </a:extLst>
              </p:cNvPr>
              <p:cNvSpPr txBox="1"/>
              <p:nvPr/>
            </p:nvSpPr>
            <p:spPr>
              <a:xfrm>
                <a:off x="1419754" y="1773101"/>
                <a:ext cx="636969" cy="1738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sSub>
                      <m:sSub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</m:sSub>
                    <m:sSub>
                      <m:sSub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800" dirty="0"/>
                  <a:t> </a:t>
                </a:r>
              </a:p>
            </p:txBody>
          </p:sp>
        </mc:Choice>
        <mc:Fallback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3EF6EB7D-233D-A45D-769B-8689D38FB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9754" y="1773101"/>
                <a:ext cx="636969" cy="173894"/>
              </a:xfrm>
              <a:prstGeom prst="rect">
                <a:avLst/>
              </a:prstGeom>
              <a:blipFill>
                <a:blip r:embed="rId6"/>
                <a:stretch>
                  <a:fillRect l="-7692" t="-3571" b="-1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1B68DE9F-3577-F780-5C38-6568D02BBC2A}"/>
                  </a:ext>
                </a:extLst>
              </p:cNvPr>
              <p:cNvSpPr txBox="1"/>
              <p:nvPr/>
            </p:nvSpPr>
            <p:spPr>
              <a:xfrm>
                <a:off x="2775992" y="670533"/>
                <a:ext cx="1693584" cy="4470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𝐽</m:t>
                    </m:r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d>
                      <m:d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𝑆𝑥</m:t>
                    </m:r>
                    <m:d>
                      <m:d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altLang="zh-CN" sz="8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/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sSub>
                          <m:sSubPr>
                            <m:ctrlP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sup>
                      <m:e>
                        <m:d>
                          <m:dPr>
                            <m:ctrlP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𝑄𝑥</m:t>
                            </m:r>
                            <m:d>
                              <m:dPr>
                                <m:ctrlP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𝑅𝑢</m:t>
                            </m:r>
                            <m:d>
                              <m:dPr>
                                <m:ctrlP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8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e>
                        </m:d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e>
                    </m:nary>
                  </m:oMath>
                </a14:m>
                <a:r>
                  <a:rPr lang="zh-CN" altLang="en-US" sz="800" dirty="0"/>
                  <a:t> </a:t>
                </a:r>
              </a:p>
            </p:txBody>
          </p:sp>
        </mc:Choice>
        <mc:Fallback>
          <p:sp>
            <p:nvSpPr>
              <p:cNvPr id="54" name="文本框 53">
                <a:extLst>
                  <a:ext uri="{FF2B5EF4-FFF2-40B4-BE49-F238E27FC236}">
                    <a16:creationId xmlns:a16="http://schemas.microsoft.com/office/drawing/2014/main" id="{1B68DE9F-3577-F780-5C38-6568D02BBC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5992" y="670533"/>
                <a:ext cx="1693584" cy="447045"/>
              </a:xfrm>
              <a:prstGeom prst="rect">
                <a:avLst/>
              </a:prstGeom>
              <a:blipFill>
                <a:blip r:embed="rId7"/>
                <a:stretch>
                  <a:fillRect l="-4676" t="-8219" b="-7534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658BFB08-FBFD-5831-B346-29AD72C127E3}"/>
                  </a:ext>
                </a:extLst>
              </p:cNvPr>
              <p:cNvSpPr txBox="1"/>
              <p:nvPr/>
            </p:nvSpPr>
            <p:spPr>
              <a:xfrm>
                <a:off x="2765883" y="1383060"/>
                <a:ext cx="1604285" cy="17735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𝑑𝑃</m:t>
                        </m:r>
                      </m:num>
                      <m:den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𝑑𝑡</m:t>
                        </m:r>
                      </m:den>
                    </m:f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p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𝑃𝐴</m:t>
                    </m:r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𝑃𝐵</m:t>
                    </m:r>
                    <m:sSup>
                      <m:sSup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sSup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zh-CN" altLang="en-US" sz="800" dirty="0"/>
                  <a:t> </a:t>
                </a:r>
              </a:p>
            </p:txBody>
          </p:sp>
        </mc:Choice>
        <mc:Fallback>
          <p:sp>
            <p:nvSpPr>
              <p:cNvPr id="55" name="文本框 54">
                <a:extLst>
                  <a:ext uri="{FF2B5EF4-FFF2-40B4-BE49-F238E27FC236}">
                    <a16:creationId xmlns:a16="http://schemas.microsoft.com/office/drawing/2014/main" id="{658BFB08-FBFD-5831-B346-29AD72C127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5883" y="1383060"/>
                <a:ext cx="1604285" cy="177356"/>
              </a:xfrm>
              <a:prstGeom prst="rect">
                <a:avLst/>
              </a:prstGeom>
              <a:blipFill>
                <a:blip r:embed="rId8"/>
                <a:stretch>
                  <a:fillRect l="-1141" t="-3448" b="-137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810EDC3B-7D03-33BF-6573-E7C216B731D5}"/>
                  </a:ext>
                </a:extLst>
              </p:cNvPr>
              <p:cNvSpPr txBox="1"/>
              <p:nvPr/>
            </p:nvSpPr>
            <p:spPr>
              <a:xfrm>
                <a:off x="3014906" y="1670236"/>
                <a:ext cx="1104213" cy="12311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sSup>
                        <m:sSup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p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sz="8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zh-CN" altLang="en-US" sz="800" dirty="0"/>
              </a:p>
            </p:txBody>
          </p:sp>
        </mc:Choice>
        <mc:Fallback>
          <p:sp>
            <p:nvSpPr>
              <p:cNvPr id="56" name="文本框 55">
                <a:extLst>
                  <a:ext uri="{FF2B5EF4-FFF2-40B4-BE49-F238E27FC236}">
                    <a16:creationId xmlns:a16="http://schemas.microsoft.com/office/drawing/2014/main" id="{810EDC3B-7D03-33BF-6573-E7C216B731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4906" y="1670236"/>
                <a:ext cx="1104213" cy="123111"/>
              </a:xfrm>
              <a:prstGeom prst="rect">
                <a:avLst/>
              </a:prstGeom>
              <a:blipFill>
                <a:blip r:embed="rId9"/>
                <a:stretch>
                  <a:fillRect l="-1105" t="-5000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E7CC9AFE-BFB7-803E-CCEA-512F5ECE67FA}"/>
                  </a:ext>
                </a:extLst>
              </p:cNvPr>
              <p:cNvSpPr txBox="1"/>
              <p:nvPr/>
            </p:nvSpPr>
            <p:spPr>
              <a:xfrm>
                <a:off x="3236684" y="1778739"/>
                <a:ext cx="772199" cy="17389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bSup>
                      <m:sSubSup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bSup>
                    <m:r>
                      <a:rPr lang="en-US" altLang="zh-CN" sz="8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zh-CN" sz="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zh-CN" sz="8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800" dirty="0"/>
                  <a:t> </a:t>
                </a:r>
              </a:p>
            </p:txBody>
          </p:sp>
        </mc:Choice>
        <mc:Fallback>
          <p:sp>
            <p:nvSpPr>
              <p:cNvPr id="57" name="文本框 56">
                <a:extLst>
                  <a:ext uri="{FF2B5EF4-FFF2-40B4-BE49-F238E27FC236}">
                    <a16:creationId xmlns:a16="http://schemas.microsoft.com/office/drawing/2014/main" id="{E7CC9AFE-BFB7-803E-CCEA-512F5ECE6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6684" y="1778739"/>
                <a:ext cx="772199" cy="173894"/>
              </a:xfrm>
              <a:prstGeom prst="rect">
                <a:avLst/>
              </a:prstGeom>
              <a:blipFill>
                <a:blip r:embed="rId10"/>
                <a:stretch>
                  <a:fillRect l="-6299" t="-3571" b="-178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80" dirty="0"/>
              <a:t>Need</a:t>
            </a:r>
            <a:r>
              <a:rPr spc="60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45" dirty="0"/>
              <a:t>controllability/stabilizability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528" y="445754"/>
            <a:ext cx="4244975" cy="769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95"/>
              </a:spcBef>
            </a:pPr>
            <a:r>
              <a:rPr sz="1200" b="1" dirty="0">
                <a:latin typeface="Arial"/>
                <a:cs typeface="Arial"/>
              </a:rPr>
              <a:t>if</a:t>
            </a:r>
            <a:r>
              <a:rPr sz="1200" b="1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</a:t>
            </a:r>
            <a:r>
              <a:rPr sz="1200" i="1" dirty="0">
                <a:latin typeface="Arial"/>
                <a:cs typeface="Arial"/>
              </a:rPr>
              <a:t>A,</a:t>
            </a:r>
            <a:r>
              <a:rPr sz="1200" i="1" spc="-135" dirty="0">
                <a:latin typeface="Arial"/>
                <a:cs typeface="Arial"/>
              </a:rPr>
              <a:t> </a:t>
            </a:r>
            <a:r>
              <a:rPr sz="1200" i="1" spc="60" dirty="0">
                <a:latin typeface="Arial"/>
                <a:cs typeface="Arial"/>
              </a:rPr>
              <a:t>B</a:t>
            </a:r>
            <a:r>
              <a:rPr sz="1200" spc="60" dirty="0">
                <a:latin typeface="Arial"/>
                <a:cs typeface="Arial"/>
              </a:rPr>
              <a:t>) </a:t>
            </a:r>
            <a:r>
              <a:rPr sz="1200" b="1" spc="-10" dirty="0">
                <a:latin typeface="Arial"/>
                <a:cs typeface="Arial"/>
              </a:rPr>
              <a:t>is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controllable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or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stabilizable,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then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i="1" spc="-70" dirty="0">
                <a:latin typeface="Arial"/>
                <a:cs typeface="Arial"/>
              </a:rPr>
              <a:t>P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spc="90" dirty="0">
                <a:latin typeface="Arial"/>
                <a:cs typeface="Arial"/>
              </a:rPr>
              <a:t>(</a:t>
            </a:r>
            <a:r>
              <a:rPr sz="1200" i="1" spc="90" dirty="0">
                <a:latin typeface="Arial"/>
                <a:cs typeface="Arial"/>
              </a:rPr>
              <a:t>t</a:t>
            </a:r>
            <a:r>
              <a:rPr sz="1200" spc="90" dirty="0">
                <a:latin typeface="Arial"/>
                <a:cs typeface="Arial"/>
              </a:rPr>
              <a:t>)</a:t>
            </a:r>
            <a:r>
              <a:rPr sz="1200" spc="60" dirty="0">
                <a:latin typeface="Arial"/>
                <a:cs typeface="Arial"/>
              </a:rPr>
              <a:t> </a:t>
            </a:r>
            <a:r>
              <a:rPr sz="1200" b="1" spc="-25" dirty="0">
                <a:latin typeface="Arial"/>
                <a:cs typeface="Arial"/>
              </a:rPr>
              <a:t>is </a:t>
            </a:r>
            <a:r>
              <a:rPr sz="1200" b="1" spc="-30" dirty="0">
                <a:latin typeface="Arial"/>
                <a:cs typeface="Arial"/>
              </a:rPr>
              <a:t>guaranteed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spc="-45" dirty="0">
                <a:latin typeface="Arial"/>
                <a:cs typeface="Arial"/>
              </a:rPr>
              <a:t>converge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to</a:t>
            </a:r>
            <a:r>
              <a:rPr sz="1200" b="1" spc="5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</a:t>
            </a:r>
            <a:r>
              <a:rPr sz="1200" b="1" spc="50" dirty="0">
                <a:latin typeface="Arial"/>
                <a:cs typeface="Arial"/>
              </a:rPr>
              <a:t> </a:t>
            </a:r>
            <a:r>
              <a:rPr sz="1200" b="1" spc="-35" dirty="0">
                <a:latin typeface="Arial"/>
                <a:cs typeface="Arial"/>
              </a:rPr>
              <a:t>bounded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dirty="0">
                <a:latin typeface="Arial"/>
                <a:cs typeface="Arial"/>
              </a:rPr>
              <a:t>and</a:t>
            </a:r>
            <a:r>
              <a:rPr sz="1200" b="1" spc="45" dirty="0">
                <a:latin typeface="Arial"/>
                <a:cs typeface="Arial"/>
              </a:rPr>
              <a:t> </a:t>
            </a:r>
            <a:r>
              <a:rPr sz="1200" b="1" spc="-20" dirty="0">
                <a:latin typeface="Arial"/>
                <a:cs typeface="Arial"/>
              </a:rPr>
              <a:t>stationary</a:t>
            </a:r>
            <a:r>
              <a:rPr sz="1200" b="1" spc="50" dirty="0">
                <a:latin typeface="Arial"/>
                <a:cs typeface="Arial"/>
              </a:rPr>
              <a:t> </a:t>
            </a:r>
            <a:r>
              <a:rPr sz="1200" b="1" spc="-10" dirty="0">
                <a:latin typeface="Arial"/>
                <a:cs typeface="Arial"/>
              </a:rPr>
              <a:t>value</a:t>
            </a:r>
            <a:endParaRPr sz="1200">
              <a:latin typeface="Arial"/>
              <a:cs typeface="Arial"/>
            </a:endParaRPr>
          </a:p>
          <a:p>
            <a:pPr marL="335280" marR="105410" indent="-193040">
              <a:lnSpc>
                <a:spcPct val="100000"/>
              </a:lnSpc>
              <a:spcBef>
                <a:spcPts val="10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4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latin typeface="Arial"/>
                <a:cs typeface="Arial"/>
              </a:rPr>
              <a:t>for </a:t>
            </a:r>
            <a:r>
              <a:rPr sz="1200" spc="-45" dirty="0">
                <a:latin typeface="Arial"/>
                <a:cs typeface="Arial"/>
              </a:rPr>
              <a:t>uncontrollable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or </a:t>
            </a:r>
            <a:r>
              <a:rPr sz="1200" spc="-50" dirty="0">
                <a:latin typeface="Arial"/>
                <a:cs typeface="Arial"/>
              </a:rPr>
              <a:t>unstabilizable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systems,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there</a:t>
            </a:r>
            <a:r>
              <a:rPr sz="1200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can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be </a:t>
            </a:r>
            <a:r>
              <a:rPr sz="1200" spc="-60" dirty="0">
                <a:latin typeface="Arial"/>
                <a:cs typeface="Arial"/>
              </a:rPr>
              <a:t>unstable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uncontrollable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modes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that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cause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J</a:t>
            </a:r>
            <a:r>
              <a:rPr sz="1200" i="1" spc="1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be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unbounded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40842" y="1198013"/>
            <a:ext cx="14351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150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endParaRPr sz="1200">
              <a:latin typeface="Arial Unicode MS"/>
              <a:cs typeface="Arial Unicode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67549" y="1209343"/>
            <a:ext cx="52514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87655" algn="l"/>
              </a:tabLst>
            </a:pPr>
            <a:r>
              <a:rPr sz="800" spc="-50" dirty="0">
                <a:latin typeface="Arial"/>
                <a:cs typeface="Arial"/>
              </a:rPr>
              <a:t>0</a:t>
            </a:r>
            <a:r>
              <a:rPr sz="800" dirty="0">
                <a:latin typeface="Arial"/>
                <a:cs typeface="Arial"/>
              </a:rPr>
              <a:t>	</a:t>
            </a:r>
            <a:r>
              <a:rPr sz="1200" u="sng" baseline="3472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1</a:t>
            </a:r>
            <a:r>
              <a:rPr sz="1200" spc="217" baseline="3472" dirty="0">
                <a:latin typeface="Arial"/>
                <a:cs typeface="Arial"/>
              </a:rPr>
              <a:t>  </a:t>
            </a: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7396" y="1301977"/>
            <a:ext cx="2673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1200" baseline="-6944" dirty="0">
                <a:latin typeface="Arial"/>
                <a:cs typeface="Arial"/>
              </a:rPr>
              <a:t>2</a:t>
            </a:r>
            <a:r>
              <a:rPr sz="1200" spc="607" baseline="-6944" dirty="0">
                <a:latin typeface="Arial"/>
                <a:cs typeface="Arial"/>
              </a:rPr>
              <a:t> </a:t>
            </a:r>
            <a:r>
              <a:rPr sz="800" spc="-50" dirty="0">
                <a:latin typeface="Arial"/>
                <a:cs typeface="Arial"/>
              </a:rPr>
              <a:t>0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902688" y="1287207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Arial"/>
                <a:cs typeface="Arial"/>
              </a:rPr>
              <a:t>0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3260" y="1213825"/>
            <a:ext cx="326453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latin typeface="Arial"/>
                <a:cs typeface="Arial"/>
              </a:rPr>
              <a:t>then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if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J</a:t>
            </a:r>
            <a:r>
              <a:rPr sz="1200" i="1" spc="85" dirty="0">
                <a:latin typeface="Arial"/>
                <a:cs typeface="Arial"/>
              </a:rPr>
              <a:t>  </a:t>
            </a:r>
            <a:r>
              <a:rPr sz="1200" spc="200" dirty="0">
                <a:latin typeface="Arial"/>
                <a:cs typeface="Arial"/>
              </a:rPr>
              <a:t>=</a:t>
            </a:r>
            <a:r>
              <a:rPr sz="1200" spc="130" dirty="0">
                <a:latin typeface="Arial"/>
                <a:cs typeface="Arial"/>
              </a:rPr>
              <a:t>  </a:t>
            </a:r>
            <a:r>
              <a:rPr sz="1200" i="1" dirty="0">
                <a:latin typeface="Arial"/>
                <a:cs typeface="Arial"/>
              </a:rPr>
              <a:t>x</a:t>
            </a:r>
            <a:r>
              <a:rPr sz="1200" i="1" spc="455" dirty="0">
                <a:latin typeface="Arial"/>
                <a:cs typeface="Arial"/>
              </a:rPr>
              <a:t> </a:t>
            </a:r>
            <a:r>
              <a:rPr sz="1200" i="1" spc="-70" dirty="0">
                <a:latin typeface="Arial"/>
                <a:cs typeface="Arial"/>
              </a:rPr>
              <a:t>P</a:t>
            </a:r>
            <a:r>
              <a:rPr sz="1200" i="1" spc="-3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(0)</a:t>
            </a:r>
            <a:r>
              <a:rPr sz="1200" spc="-135" dirty="0">
                <a:latin typeface="Arial"/>
                <a:cs typeface="Arial"/>
              </a:rPr>
              <a:t> </a:t>
            </a:r>
            <a:r>
              <a:rPr sz="1200" i="1" dirty="0">
                <a:latin typeface="Arial"/>
                <a:cs typeface="Arial"/>
              </a:rPr>
              <a:t>x</a:t>
            </a:r>
            <a:r>
              <a:rPr sz="1200" i="1" spc="47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is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65" dirty="0">
                <a:latin typeface="Arial"/>
                <a:cs typeface="Arial"/>
              </a:rPr>
              <a:t>unbounded,</a:t>
            </a:r>
            <a:r>
              <a:rPr sz="1200" spc="25" dirty="0">
                <a:latin typeface="Arial"/>
                <a:cs typeface="Arial"/>
              </a:rPr>
              <a:t> </a:t>
            </a:r>
            <a:r>
              <a:rPr sz="1200" spc="-114" dirty="0">
                <a:latin typeface="Arial"/>
                <a:cs typeface="Arial"/>
              </a:rPr>
              <a:t>we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will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have</a:t>
            </a:r>
            <a:endParaRPr sz="120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9"/>
              <p:cNvSpPr txBox="1"/>
              <p:nvPr/>
            </p:nvSpPr>
            <p:spPr>
              <a:xfrm>
                <a:off x="190042" y="1373213"/>
                <a:ext cx="4333240" cy="623376"/>
              </a:xfrm>
              <a:prstGeom prst="rect">
                <a:avLst/>
              </a:prstGeom>
            </p:spPr>
            <p:txBody>
              <a:bodyPr vert="horz" wrap="square" lIns="0" tIns="36195" rIns="0" bIns="0" rtlCol="0">
                <a:spAutoFit/>
              </a:bodyPr>
              <a:lstStyle/>
              <a:p>
                <a:pPr marL="255904">
                  <a:lnSpc>
                    <a:spcPct val="100000"/>
                  </a:lnSpc>
                  <a:spcBef>
                    <a:spcPts val="285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ar-AE" altLang="zh-CN" sz="1200" i="1" spc="55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ar-AE" sz="1200" b="0" i="1" spc="55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ar-AE" altLang="zh-CN" sz="1200" b="0" i="1" spc="55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ar-AE" altLang="zh-CN" sz="1200" b="0" i="1" spc="55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ar-AE" altLang="zh-CN" sz="1200" b="0" i="1" spc="55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ar-AE" altLang="zh-CN" sz="1200" i="1" spc="2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/>
                        </a:rPr>
                        <m:t>=</m:t>
                      </m:r>
                      <m:r>
                        <a:rPr lang="ar-AE" altLang="zh-CN" sz="1200" i="1" spc="5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pple Symbols"/>
                        </a:rPr>
                        <m:t>∞</m:t>
                      </m:r>
                    </m:oMath>
                  </m:oMathPara>
                </a14:m>
                <a:endParaRPr lang="ar-AE" altLang="zh-CN" sz="1200" dirty="0">
                  <a:solidFill>
                    <a:schemeClr val="tx1"/>
                  </a:solidFill>
                  <a:latin typeface="Apple Symbols"/>
                  <a:cs typeface="Apple Symbols"/>
                </a:endParaRPr>
              </a:p>
              <a:p>
                <a:pPr marL="63500">
                  <a:lnSpc>
                    <a:spcPct val="100000"/>
                  </a:lnSpc>
                  <a:spcBef>
                    <a:spcPts val="185"/>
                  </a:spcBef>
                </a:pPr>
                <a:r>
                  <a:rPr lang="ar-AE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ar-AE" sz="1800" spc="9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30" dirty="0">
                    <a:latin typeface="Arial"/>
                    <a:cs typeface="Arial"/>
                  </a:rPr>
                  <a:t>e.g.:</a:t>
                </a:r>
                <a:r>
                  <a:rPr lang="en-US" sz="1200" spc="125" dirty="0">
                    <a:latin typeface="Arial"/>
                    <a:cs typeface="Arial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altLang="zh-CN" sz="1200" b="0" i="1" spc="-245" dirty="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accPr>
                      <m:e>
                        <m:r>
                          <a:rPr lang="zh-CN" altLang="en-US" sz="1200" b="0" i="1" spc="-245" dirty="0" smtClean="0">
                            <a:latin typeface="Cambria Math" panose="02040503050406030204" pitchFamily="18" charset="0"/>
                            <a:cs typeface="Arial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sz="1200" spc="200" dirty="0">
                    <a:latin typeface="Arial"/>
                    <a:cs typeface="Arial"/>
                  </a:rPr>
                  <a:t> =</a:t>
                </a:r>
                <a:r>
                  <a:rPr lang="en-US" sz="1200" spc="-3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x</a:t>
                </a:r>
                <a:r>
                  <a:rPr lang="en-US" sz="1200" i="1" spc="-4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+</a:t>
                </a:r>
                <a:r>
                  <a:rPr lang="en-US" sz="1200" spc="-125" dirty="0"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latin typeface="Arial"/>
                    <a:cs typeface="Arial"/>
                  </a:rPr>
                  <a:t>0</a:t>
                </a:r>
                <a:r>
                  <a:rPr lang="en-US" sz="1200" spc="-125" dirty="0">
                    <a:latin typeface="Arial"/>
                    <a:cs typeface="Arial"/>
                  </a:rPr>
                  <a:t> </a:t>
                </a:r>
                <a:r>
                  <a:rPr lang="en-US" sz="1200" spc="55" dirty="0">
                    <a:latin typeface="Apple Symbols"/>
                    <a:cs typeface="Apple Symbols"/>
                  </a:rPr>
                  <a:t>·</a:t>
                </a:r>
                <a:r>
                  <a:rPr lang="en-US" sz="1200" spc="-190" dirty="0">
                    <a:latin typeface="Apple Symbols"/>
                    <a:cs typeface="Apple Symbols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u</a:t>
                </a:r>
                <a:r>
                  <a:rPr lang="en-US" sz="1200" dirty="0">
                    <a:latin typeface="Arial"/>
                    <a:cs typeface="Arial"/>
                  </a:rPr>
                  <a:t>, </a:t>
                </a:r>
                <a:r>
                  <a:rPr lang="en-US" sz="1200" i="1" spc="-70" dirty="0">
                    <a:latin typeface="Arial"/>
                    <a:cs typeface="Arial"/>
                  </a:rPr>
                  <a:t>x</a:t>
                </a:r>
                <a:r>
                  <a:rPr lang="en-US" sz="1200" i="1" spc="-2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(0)</a:t>
                </a:r>
                <a:r>
                  <a:rPr lang="en-US" sz="1200" spc="-3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3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1,</a:t>
                </a:r>
                <a:r>
                  <a:rPr lang="en-US" sz="1200" spc="-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Q</a:t>
                </a:r>
                <a:r>
                  <a:rPr lang="en-US" sz="1200" i="1" spc="5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3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1</a:t>
                </a:r>
                <a:r>
                  <a:rPr lang="en-US" sz="1200" spc="-10" dirty="0">
                    <a:latin typeface="Arial"/>
                    <a:cs typeface="Arial"/>
                  </a:rPr>
                  <a:t> </a:t>
                </a:r>
                <a:r>
                  <a:rPr lang="en-US" sz="1200" spc="-65" dirty="0">
                    <a:latin typeface="Arial"/>
                    <a:cs typeface="Arial"/>
                  </a:rPr>
                  <a:t>and</a:t>
                </a:r>
                <a:r>
                  <a:rPr lang="en-US" sz="1200" spc="-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R</a:t>
                </a:r>
                <a:r>
                  <a:rPr lang="en-US" sz="1200" i="1" spc="85" dirty="0">
                    <a:latin typeface="Arial"/>
                    <a:cs typeface="Arial"/>
                  </a:rPr>
                  <a:t> </a:t>
                </a:r>
                <a:r>
                  <a:rPr lang="en-US" sz="1200" spc="-80" dirty="0">
                    <a:latin typeface="Arial"/>
                    <a:cs typeface="Arial"/>
                  </a:rPr>
                  <a:t>be</a:t>
                </a:r>
                <a:r>
                  <a:rPr lang="en-US" sz="1200" spc="-5" dirty="0">
                    <a:latin typeface="Arial"/>
                    <a:cs typeface="Arial"/>
                  </a:rPr>
                  <a:t> </a:t>
                </a:r>
                <a:r>
                  <a:rPr lang="en-US" sz="1200" spc="-75" dirty="0">
                    <a:latin typeface="Arial"/>
                    <a:cs typeface="Arial"/>
                  </a:rPr>
                  <a:t>any</a:t>
                </a:r>
                <a:r>
                  <a:rPr lang="en-US" sz="1200" spc="-5" dirty="0">
                    <a:latin typeface="Arial"/>
                    <a:cs typeface="Arial"/>
                  </a:rPr>
                  <a:t> </a:t>
                </a:r>
                <a:r>
                  <a:rPr lang="en-US" sz="1200" spc="-40" dirty="0">
                    <a:latin typeface="Arial"/>
                    <a:cs typeface="Arial"/>
                  </a:rPr>
                  <a:t>positive</a:t>
                </a:r>
                <a:r>
                  <a:rPr lang="en-US" sz="1200" spc="-10" dirty="0">
                    <a:latin typeface="Arial"/>
                    <a:cs typeface="Arial"/>
                  </a:rPr>
                  <a:t> value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370840">
                  <a:lnSpc>
                    <a:spcPct val="100000"/>
                  </a:lnSpc>
                  <a:spcBef>
                    <a:spcPts val="45"/>
                  </a:spcBef>
                </a:pPr>
                <a:r>
                  <a:rPr lang="en-US" sz="1650" spc="262" baseline="7575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650" spc="292" baseline="7575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100" spc="-70" dirty="0">
                    <a:latin typeface="Arial"/>
                    <a:cs typeface="Arial"/>
                  </a:rPr>
                  <a:t>system</a:t>
                </a:r>
                <a:r>
                  <a:rPr lang="en-US" sz="1100" spc="5" dirty="0">
                    <a:latin typeface="Arial"/>
                    <a:cs typeface="Arial"/>
                  </a:rPr>
                  <a:t> </a:t>
                </a:r>
                <a:r>
                  <a:rPr lang="en-US" sz="1100" spc="-10" dirty="0">
                    <a:latin typeface="Arial"/>
                    <a:cs typeface="Arial"/>
                  </a:rPr>
                  <a:t>is</a:t>
                </a:r>
                <a:r>
                  <a:rPr lang="en-US" sz="1100" spc="10" dirty="0">
                    <a:latin typeface="Arial"/>
                    <a:cs typeface="Arial"/>
                  </a:rPr>
                  <a:t> </a:t>
                </a:r>
                <a:r>
                  <a:rPr lang="en-US" sz="1100" spc="-45" dirty="0">
                    <a:latin typeface="Arial"/>
                    <a:cs typeface="Arial"/>
                  </a:rPr>
                  <a:t>uncontrollable</a:t>
                </a:r>
                <a:r>
                  <a:rPr lang="en-US" sz="1100" spc="10" dirty="0">
                    <a:latin typeface="Arial"/>
                    <a:cs typeface="Arial"/>
                  </a:rPr>
                  <a:t> </a:t>
                </a:r>
                <a:r>
                  <a:rPr lang="en-US" sz="1100" spc="-55" dirty="0">
                    <a:latin typeface="Arial"/>
                    <a:cs typeface="Arial"/>
                  </a:rPr>
                  <a:t>and</a:t>
                </a:r>
                <a:r>
                  <a:rPr lang="en-US" sz="1100" spc="5" dirty="0">
                    <a:latin typeface="Arial"/>
                    <a:cs typeface="Arial"/>
                  </a:rPr>
                  <a:t> </a:t>
                </a:r>
                <a:r>
                  <a:rPr lang="en-US" sz="1100" dirty="0">
                    <a:latin typeface="Arial"/>
                    <a:cs typeface="Arial"/>
                  </a:rPr>
                  <a:t>the</a:t>
                </a:r>
                <a:r>
                  <a:rPr lang="en-US" sz="1100" spc="10" dirty="0">
                    <a:latin typeface="Arial"/>
                    <a:cs typeface="Arial"/>
                  </a:rPr>
                  <a:t> </a:t>
                </a:r>
                <a:r>
                  <a:rPr lang="en-US" sz="1100" spc="-45" dirty="0">
                    <a:latin typeface="Arial"/>
                    <a:cs typeface="Arial"/>
                  </a:rPr>
                  <a:t>uncontrollable</a:t>
                </a:r>
                <a:r>
                  <a:rPr lang="en-US" sz="1100" spc="10" dirty="0">
                    <a:latin typeface="Arial"/>
                    <a:cs typeface="Arial"/>
                  </a:rPr>
                  <a:t> </a:t>
                </a:r>
                <a:r>
                  <a:rPr lang="en-US" sz="1100" spc="-65" dirty="0">
                    <a:latin typeface="Arial"/>
                    <a:cs typeface="Arial"/>
                  </a:rPr>
                  <a:t>mode</a:t>
                </a:r>
                <a:r>
                  <a:rPr lang="en-US" sz="1100" spc="5" dirty="0">
                    <a:latin typeface="Arial"/>
                    <a:cs typeface="Arial"/>
                  </a:rPr>
                  <a:t> </a:t>
                </a:r>
                <a:r>
                  <a:rPr lang="en-US" sz="1100" spc="-10" dirty="0">
                    <a:latin typeface="Arial"/>
                    <a:cs typeface="Arial"/>
                  </a:rPr>
                  <a:t>is</a:t>
                </a:r>
                <a:r>
                  <a:rPr lang="en-US" sz="1100" spc="10" dirty="0">
                    <a:latin typeface="Arial"/>
                    <a:cs typeface="Arial"/>
                  </a:rPr>
                  <a:t> </a:t>
                </a:r>
                <a:r>
                  <a:rPr lang="en-US" sz="1100" spc="-10" dirty="0">
                    <a:latin typeface="Arial"/>
                    <a:cs typeface="Arial"/>
                  </a:rPr>
                  <a:t>unstable</a:t>
                </a:r>
                <a:endParaRPr sz="1100" dirty="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9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042" y="1373213"/>
                <a:ext cx="4333240" cy="623376"/>
              </a:xfrm>
              <a:prstGeom prst="rect">
                <a:avLst/>
              </a:prstGeom>
              <a:blipFill>
                <a:blip r:embed="rId2"/>
                <a:stretch>
                  <a:fillRect l="-844" t="-1942" r="-1828" b="-873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object 10"/>
          <p:cNvSpPr txBox="1"/>
          <p:nvPr/>
        </p:nvSpPr>
        <p:spPr>
          <a:xfrm>
            <a:off x="523100" y="1973197"/>
            <a:ext cx="22739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359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spc="90" dirty="0">
                <a:latin typeface="Arial"/>
                <a:cs typeface="Arial"/>
              </a:rPr>
              <a:t>(</a:t>
            </a:r>
            <a:r>
              <a:rPr sz="1100" i="1" spc="90" dirty="0">
                <a:latin typeface="Arial"/>
                <a:cs typeface="Arial"/>
              </a:rPr>
              <a:t>t</a:t>
            </a:r>
            <a:r>
              <a:rPr sz="1100" spc="90" dirty="0">
                <a:latin typeface="Arial"/>
                <a:cs typeface="Arial"/>
              </a:rPr>
              <a:t>)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spc="-100" dirty="0">
                <a:latin typeface="Arial"/>
                <a:cs typeface="Arial"/>
              </a:rPr>
              <a:t>keep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60" dirty="0">
                <a:latin typeface="Arial"/>
                <a:cs typeface="Arial"/>
              </a:rPr>
              <a:t>increasing</a:t>
            </a:r>
            <a:r>
              <a:rPr sz="1100" spc="4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3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infinity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48500" y="2134424"/>
            <a:ext cx="1333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2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endParaRPr sz="1100">
              <a:latin typeface="Arial Unicode MS"/>
              <a:cs typeface="Arial Unicode M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object 19"/>
              <p:cNvSpPr txBox="1"/>
              <p:nvPr/>
            </p:nvSpPr>
            <p:spPr>
              <a:xfrm>
                <a:off x="767994" y="2122297"/>
                <a:ext cx="3596208" cy="250518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90"/>
                  </a:spcBef>
                </a:pPr>
                <a14:m>
                  <m:oMath xmlns:m="http://schemas.openxmlformats.org/officeDocument/2006/math">
                    <m:r>
                      <a:rPr lang="en-US" altLang="zh-CN" sz="1100" b="0" i="1" spc="-70" smtClean="0">
                        <a:latin typeface="Cambria Math" panose="02040503050406030204" pitchFamily="18" charset="0"/>
                        <a:cs typeface="Arial"/>
                      </a:rPr>
                      <m:t>⇒</m:t>
                    </m:r>
                    <m:r>
                      <a:rPr lang="zh-CN" altLang="en-US" sz="1100" b="0" i="1" spc="-70" smtClean="0">
                        <a:latin typeface="Cambria Math" panose="02040503050406030204" pitchFamily="18" charset="0"/>
                        <a:cs typeface="Arial"/>
                      </a:rPr>
                      <m:t>𝐽</m:t>
                    </m:r>
                    <m:r>
                      <a:rPr lang="en-US" altLang="zh-CN" sz="1100" b="0" i="1" spc="-70" smtClean="0">
                        <a:latin typeface="Cambria Math" panose="02040503050406030204" pitchFamily="18" charset="0"/>
                        <a:cs typeface="Arial"/>
                      </a:rPr>
                      <m:t>=</m:t>
                    </m:r>
                    <m:f>
                      <m:fPr>
                        <m:ctrlPr>
                          <a:rPr lang="en-US" altLang="zh-CN" sz="1100" b="0" i="1" spc="-7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fPr>
                      <m:num>
                        <m:r>
                          <a:rPr lang="en-US" altLang="zh-CN" sz="1100" b="0" i="1" spc="-70" smtClean="0">
                            <a:latin typeface="Cambria Math" panose="02040503050406030204" pitchFamily="18" charset="0"/>
                            <a:cs typeface="Arial"/>
                          </a:rPr>
                          <m:t>1</m:t>
                        </m:r>
                      </m:num>
                      <m:den>
                        <m:r>
                          <a:rPr lang="en-US" altLang="zh-CN" sz="1100" b="0" i="1" spc="-70" smtClean="0"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</m:den>
                    </m:f>
                    <m:nary>
                      <m:naryPr>
                        <m:ctrlPr>
                          <a:rPr lang="en-US" altLang="zh-CN" sz="1100" b="0" i="1" spc="-70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naryPr>
                      <m:sub>
                        <m:r>
                          <a:rPr lang="en-US" altLang="zh-CN" sz="1100" b="0" i="1" spc="-70" smtClean="0">
                            <a:latin typeface="Cambria Math" panose="02040503050406030204" pitchFamily="18" charset="0"/>
                            <a:cs typeface="Arial"/>
                          </a:rPr>
                          <m:t>0</m:t>
                        </m:r>
                      </m:sub>
                      <m:sup>
                        <m:r>
                          <a:rPr lang="en-US" altLang="zh-CN" sz="1100" b="0" i="1" spc="-70" smtClean="0">
                            <a:latin typeface="Cambria Math" panose="02040503050406030204" pitchFamily="18" charset="0"/>
                            <a:cs typeface="Arial"/>
                          </a:rPr>
                          <m:t>∞</m:t>
                        </m:r>
                      </m:sup>
                      <m:e>
                        <m:d>
                          <m:dPr>
                            <m:ctrlPr>
                              <a:rPr lang="en-US" altLang="zh-CN" sz="1100" b="0" i="1" spc="-70" smtClean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1100" b="0" i="1" spc="-70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100" b="0" i="1" spc="-70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altLang="zh-CN" sz="1100" b="0" i="1" spc="-70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1100" b="0" i="1" spc="-70" smtClean="0">
                                <a:latin typeface="Cambria Math" panose="02040503050406030204" pitchFamily="18" charset="0"/>
                                <a:cs typeface="Arial"/>
                              </a:rPr>
                              <m:t>𝑄𝑥</m:t>
                            </m:r>
                            <m:r>
                              <a:rPr lang="en-US" altLang="zh-CN" sz="1100" b="0" i="1" spc="-70" smtClean="0">
                                <a:latin typeface="Cambria Math" panose="02040503050406030204" pitchFamily="18" charset="0"/>
                                <a:cs typeface="Arial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sz="1100" b="0" i="1" spc="-70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1100" b="0" i="1" spc="-70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  <m:t>𝑢</m:t>
                                </m:r>
                              </m:e>
                              <m:sup>
                                <m:r>
                                  <a:rPr lang="en-US" altLang="zh-CN" sz="1100" b="0" i="1" spc="-70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  <m:t>𝑇</m:t>
                                </m:r>
                              </m:sup>
                            </m:sSup>
                            <m:r>
                              <a:rPr lang="en-US" altLang="zh-CN" sz="1100" b="0" i="1" spc="-70" smtClean="0">
                                <a:latin typeface="Cambria Math" panose="02040503050406030204" pitchFamily="18" charset="0"/>
                                <a:cs typeface="Arial"/>
                              </a:rPr>
                              <m:t>𝑅𝑢</m:t>
                            </m:r>
                          </m:e>
                        </m:d>
                        <m:r>
                          <a:rPr lang="en-US" altLang="zh-CN" sz="1100" b="0" i="1" spc="-70" smtClean="0">
                            <a:latin typeface="Cambria Math" panose="02040503050406030204" pitchFamily="18" charset="0"/>
                            <a:cs typeface="Arial"/>
                          </a:rPr>
                          <m:t>𝑑𝑡</m:t>
                        </m:r>
                      </m:e>
                    </m:nary>
                    <m:r>
                      <a:rPr lang="en-US" altLang="zh-CN" sz="1100" b="0" i="1" spc="-70" smtClean="0">
                        <a:latin typeface="Cambria Math" panose="02040503050406030204" pitchFamily="18" charset="0"/>
                        <a:cs typeface="Arial"/>
                      </a:rPr>
                      <m:t>  </m:t>
                    </m:r>
                  </m:oMath>
                </a14:m>
                <a:r>
                  <a:rPr lang="en-US" sz="1100" spc="-70" dirty="0">
                    <a:latin typeface="Arial"/>
                    <a:cs typeface="Arial"/>
                  </a:rPr>
                  <a:t>unbounded</a:t>
                </a:r>
                <a:r>
                  <a:rPr lang="en-US" sz="1100" spc="30" dirty="0">
                    <a:latin typeface="Arial"/>
                    <a:cs typeface="Arial"/>
                  </a:rPr>
                  <a:t> </a:t>
                </a:r>
                <a:r>
                  <a:rPr lang="en-US" sz="1100" spc="-80" dirty="0">
                    <a:latin typeface="Arial"/>
                    <a:cs typeface="Arial"/>
                  </a:rPr>
                  <a:t>regardless</a:t>
                </a:r>
                <a:r>
                  <a:rPr lang="en-US" sz="1100" spc="25" dirty="0">
                    <a:latin typeface="Arial"/>
                    <a:cs typeface="Arial"/>
                  </a:rPr>
                  <a:t> </a:t>
                </a:r>
                <a:r>
                  <a:rPr lang="en-US" sz="1100" dirty="0">
                    <a:latin typeface="Arial"/>
                    <a:cs typeface="Arial"/>
                  </a:rPr>
                  <a:t>of</a:t>
                </a:r>
                <a:r>
                  <a:rPr lang="en-US" sz="1100" spc="25" dirty="0">
                    <a:latin typeface="Arial"/>
                    <a:cs typeface="Arial"/>
                  </a:rPr>
                  <a:t> </a:t>
                </a:r>
                <a:r>
                  <a:rPr lang="en-US" sz="1100" i="1" spc="-65" dirty="0">
                    <a:latin typeface="Arial"/>
                    <a:cs typeface="Arial"/>
                  </a:rPr>
                  <a:t>u</a:t>
                </a:r>
                <a:r>
                  <a:rPr lang="en-US" sz="1100" i="1" spc="-80" dirty="0">
                    <a:latin typeface="Arial"/>
                    <a:cs typeface="Arial"/>
                  </a:rPr>
                  <a:t> </a:t>
                </a:r>
                <a:r>
                  <a:rPr lang="en-US" sz="1100" spc="65" dirty="0">
                    <a:latin typeface="Arial"/>
                    <a:cs typeface="Arial"/>
                  </a:rPr>
                  <a:t>(</a:t>
                </a:r>
                <a:r>
                  <a:rPr lang="en-US" sz="1100" i="1" spc="65" dirty="0">
                    <a:latin typeface="Arial"/>
                    <a:cs typeface="Arial"/>
                  </a:rPr>
                  <a:t>t</a:t>
                </a:r>
                <a:r>
                  <a:rPr lang="en-US" sz="1100" spc="65" dirty="0">
                    <a:latin typeface="Arial"/>
                    <a:cs typeface="Arial"/>
                  </a:rPr>
                  <a:t>)</a:t>
                </a:r>
                <a:endParaRPr sz="1100" dirty="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19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994" y="2122297"/>
                <a:ext cx="3596208" cy="250518"/>
              </a:xfrm>
              <a:prstGeom prst="rect">
                <a:avLst/>
              </a:prstGeom>
              <a:blipFill>
                <a:blip r:embed="rId3"/>
                <a:stretch>
                  <a:fillRect l="-847" t="-126829" b="-20243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object 20"/>
          <p:cNvSpPr txBox="1"/>
          <p:nvPr/>
        </p:nvSpPr>
        <p:spPr>
          <a:xfrm>
            <a:off x="523100" y="2360546"/>
            <a:ext cx="22713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spc="262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650" spc="240" baseline="7575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100" dirty="0">
                <a:latin typeface="Arial"/>
                <a:cs typeface="Arial"/>
              </a:rPr>
              <a:t>in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this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85" dirty="0">
                <a:latin typeface="Arial"/>
                <a:cs typeface="Arial"/>
              </a:rPr>
              <a:t>case,</a:t>
            </a:r>
            <a:r>
              <a:rPr sz="1100" spc="1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the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Riccati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45" dirty="0">
                <a:latin typeface="Arial"/>
                <a:cs typeface="Arial"/>
              </a:rPr>
              <a:t>equation</a:t>
            </a:r>
            <a:r>
              <a:rPr sz="1100" spc="-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is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5192" y="2926307"/>
            <a:ext cx="377507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Arial"/>
                <a:cs typeface="Arial"/>
              </a:rPr>
              <a:t>forward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integration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200" i="1" baseline="27777" dirty="0">
                <a:latin typeface="Hack"/>
                <a:cs typeface="Hack"/>
              </a:rPr>
              <a:t>∗</a:t>
            </a:r>
            <a:r>
              <a:rPr sz="1200" i="1" spc="-165" baseline="27777" dirty="0">
                <a:latin typeface="Hack"/>
                <a:cs typeface="Hack"/>
              </a:rPr>
              <a:t> </a:t>
            </a:r>
            <a:r>
              <a:rPr sz="1100" spc="-45" dirty="0">
                <a:latin typeface="Arial"/>
                <a:cs typeface="Arial"/>
              </a:rPr>
              <a:t>(backward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30" dirty="0">
                <a:latin typeface="Arial"/>
                <a:cs typeface="Arial"/>
              </a:rPr>
              <a:t>integration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of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P</a:t>
            </a:r>
            <a:r>
              <a:rPr sz="1100" dirty="0">
                <a:latin typeface="Arial"/>
                <a:cs typeface="Arial"/>
              </a:rPr>
              <a:t>),</a:t>
            </a:r>
            <a:r>
              <a:rPr sz="1100" spc="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will</a:t>
            </a:r>
            <a:r>
              <a:rPr sz="1100" spc="2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drive</a:t>
            </a:r>
            <a:endParaRPr sz="110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35"/>
              </a:spcBef>
            </a:pPr>
            <a:r>
              <a:rPr sz="1100" i="1" spc="-20" dirty="0">
                <a:latin typeface="Arial"/>
                <a:cs typeface="Arial"/>
              </a:rPr>
              <a:t>P</a:t>
            </a:r>
            <a:r>
              <a:rPr sz="1200" i="1" spc="-30" baseline="27777" dirty="0">
                <a:latin typeface="Hack"/>
                <a:cs typeface="Hack"/>
              </a:rPr>
              <a:t>∗</a:t>
            </a:r>
            <a:r>
              <a:rPr sz="1200" i="1" spc="-375" baseline="27777" dirty="0">
                <a:latin typeface="Hack"/>
                <a:cs typeface="Hack"/>
              </a:rPr>
              <a:t> </a:t>
            </a:r>
            <a:r>
              <a:rPr sz="1100" spc="204" dirty="0">
                <a:latin typeface="Arial"/>
                <a:cs typeface="Arial"/>
              </a:rPr>
              <a:t>(</a:t>
            </a:r>
            <a:r>
              <a:rPr sz="1100" spc="204" dirty="0">
                <a:latin typeface="Apple Symbols"/>
                <a:cs typeface="Apple Symbols"/>
              </a:rPr>
              <a:t>∞</a:t>
            </a:r>
            <a:r>
              <a:rPr sz="1100" spc="204" dirty="0">
                <a:latin typeface="Arial"/>
                <a:cs typeface="Arial"/>
              </a:rPr>
              <a:t>)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55" dirty="0">
                <a:latin typeface="Arial"/>
                <a:cs typeface="Arial"/>
              </a:rPr>
              <a:t>and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P</a:t>
            </a:r>
            <a:r>
              <a:rPr sz="1100" i="1" spc="-30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(0)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to</a:t>
            </a:r>
            <a:r>
              <a:rPr sz="1100" spc="55" dirty="0">
                <a:latin typeface="Arial"/>
                <a:cs typeface="Arial"/>
              </a:rPr>
              <a:t> </a:t>
            </a:r>
            <a:r>
              <a:rPr sz="1100" spc="-10" dirty="0">
                <a:latin typeface="Arial"/>
                <a:cs typeface="Arial"/>
              </a:rPr>
              <a:t>infinity</a:t>
            </a:r>
            <a:endParaRPr sz="1100">
              <a:latin typeface="Arial"/>
              <a:cs typeface="Arial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0" y="3346284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15"/>
                </a:lnTo>
                <a:lnTo>
                  <a:pt x="1535963" y="109715"/>
                </a:lnTo>
                <a:lnTo>
                  <a:pt x="3071939" y="109715"/>
                </a:lnTo>
                <a:lnTo>
                  <a:pt x="4607928" y="109715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32" name="object 32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4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31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98B3510B-FBBA-31EB-4A2A-41DCFB69F8F2}"/>
                  </a:ext>
                </a:extLst>
              </p:cNvPr>
              <p:cNvSpPr txBox="1"/>
              <p:nvPr/>
            </p:nvSpPr>
            <p:spPr>
              <a:xfrm>
                <a:off x="857250" y="2549842"/>
                <a:ext cx="3097323" cy="35234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𝑑𝑃</m:t>
                          </m:r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f>
                        <m:f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p>
                              <m:r>
                                <a:rPr lang="en-US" altLang="zh-CN" sz="1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  <m:sSup>
                        <m:sSupPr>
                          <m:ctrlP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p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zh-CN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98B3510B-FBBA-31EB-4A2A-41DCFB69F8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549842"/>
                <a:ext cx="3097323" cy="352341"/>
              </a:xfrm>
              <a:prstGeom prst="rect">
                <a:avLst/>
              </a:prstGeom>
              <a:blipFill>
                <a:blip r:embed="rId5"/>
                <a:stretch>
                  <a:fillRect t="-3448" r="-591" b="-155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80" dirty="0"/>
              <a:t>Need</a:t>
            </a:r>
            <a:r>
              <a:rPr spc="60" dirty="0"/>
              <a:t> </a:t>
            </a:r>
            <a:r>
              <a:rPr spc="-10" dirty="0"/>
              <a:t>for</a:t>
            </a:r>
            <a:r>
              <a:rPr spc="-80" dirty="0"/>
              <a:t> </a:t>
            </a:r>
            <a:r>
              <a:rPr spc="-65" dirty="0"/>
              <a:t>observability/detectability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375205" rIns="0" bIns="0" rtlCol="0">
            <a:spAutoFit/>
          </a:bodyPr>
          <a:lstStyle/>
          <a:p>
            <a:pPr marL="63500" marR="498475">
              <a:lnSpc>
                <a:spcPct val="100000"/>
              </a:lnSpc>
              <a:spcBef>
                <a:spcPts val="95"/>
              </a:spcBef>
            </a:pPr>
            <a:r>
              <a:rPr dirty="0"/>
              <a:t>if</a:t>
            </a:r>
            <a:r>
              <a:rPr spc="-5" dirty="0"/>
              <a:t> </a:t>
            </a:r>
            <a:r>
              <a:rPr b="0" dirty="0">
                <a:latin typeface="Arial"/>
                <a:cs typeface="Arial"/>
              </a:rPr>
              <a:t>(</a:t>
            </a:r>
            <a:r>
              <a:rPr b="0" i="1" dirty="0">
                <a:latin typeface="Arial"/>
                <a:cs typeface="Arial"/>
              </a:rPr>
              <a:t>A,</a:t>
            </a:r>
            <a:r>
              <a:rPr b="0" i="1" spc="-135" dirty="0">
                <a:latin typeface="Arial"/>
                <a:cs typeface="Arial"/>
              </a:rPr>
              <a:t> </a:t>
            </a:r>
            <a:r>
              <a:rPr b="0" i="1" spc="-130" dirty="0">
                <a:latin typeface="Arial"/>
                <a:cs typeface="Arial"/>
              </a:rPr>
              <a:t>C</a:t>
            </a:r>
            <a:r>
              <a:rPr b="0" i="1" spc="-195" dirty="0">
                <a:latin typeface="Arial"/>
                <a:cs typeface="Arial"/>
              </a:rPr>
              <a:t> </a:t>
            </a:r>
            <a:r>
              <a:rPr b="0" spc="50" dirty="0">
                <a:latin typeface="Arial"/>
                <a:cs typeface="Arial"/>
              </a:rPr>
              <a:t>) </a:t>
            </a:r>
            <a:r>
              <a:rPr spc="-10" dirty="0"/>
              <a:t>is</a:t>
            </a:r>
            <a:r>
              <a:rPr spc="50" dirty="0"/>
              <a:t> </a:t>
            </a:r>
            <a:r>
              <a:rPr spc="-45" dirty="0"/>
              <a:t>observable</a:t>
            </a:r>
            <a:r>
              <a:rPr spc="50" dirty="0"/>
              <a:t> </a:t>
            </a:r>
            <a:r>
              <a:rPr dirty="0"/>
              <a:t>or</a:t>
            </a:r>
            <a:r>
              <a:rPr spc="45" dirty="0"/>
              <a:t> </a:t>
            </a:r>
            <a:r>
              <a:rPr spc="-10" dirty="0"/>
              <a:t>detectable,</a:t>
            </a:r>
            <a:r>
              <a:rPr spc="50" dirty="0"/>
              <a:t> </a:t>
            </a:r>
            <a:r>
              <a:rPr dirty="0"/>
              <a:t>the</a:t>
            </a:r>
            <a:r>
              <a:rPr spc="50" dirty="0"/>
              <a:t> </a:t>
            </a:r>
            <a:r>
              <a:rPr dirty="0"/>
              <a:t>optimal</a:t>
            </a:r>
            <a:r>
              <a:rPr spc="50" dirty="0"/>
              <a:t> </a:t>
            </a:r>
            <a:r>
              <a:rPr spc="-10" dirty="0"/>
              <a:t>state </a:t>
            </a:r>
            <a:r>
              <a:rPr spc="-25" dirty="0"/>
              <a:t>feedback</a:t>
            </a:r>
            <a:r>
              <a:rPr spc="15" dirty="0"/>
              <a:t> </a:t>
            </a:r>
            <a:r>
              <a:rPr spc="-10" dirty="0"/>
              <a:t>control</a:t>
            </a:r>
            <a:r>
              <a:rPr spc="15" dirty="0"/>
              <a:t> </a:t>
            </a:r>
            <a:r>
              <a:rPr spc="-35" dirty="0"/>
              <a:t>system</a:t>
            </a:r>
            <a:r>
              <a:rPr spc="10" dirty="0"/>
              <a:t> </a:t>
            </a:r>
            <a:r>
              <a:rPr dirty="0"/>
              <a:t>will</a:t>
            </a:r>
            <a:r>
              <a:rPr spc="15" dirty="0"/>
              <a:t> </a:t>
            </a:r>
            <a:r>
              <a:rPr dirty="0"/>
              <a:t>be</a:t>
            </a:r>
            <a:r>
              <a:rPr spc="10" dirty="0"/>
              <a:t> </a:t>
            </a:r>
            <a:r>
              <a:rPr spc="-25" dirty="0"/>
              <a:t>asymptotically</a:t>
            </a:r>
            <a:r>
              <a:rPr spc="15" dirty="0"/>
              <a:t> </a:t>
            </a:r>
            <a:r>
              <a:rPr spc="-10" dirty="0"/>
              <a:t>stable</a:t>
            </a:r>
          </a:p>
          <a:p>
            <a:pPr marL="360680" marR="196215" indent="-193040">
              <a:lnSpc>
                <a:spcPct val="100000"/>
              </a:lnSpc>
              <a:spcBef>
                <a:spcPts val="305"/>
              </a:spcBef>
            </a:pPr>
            <a:r>
              <a:rPr sz="1800" b="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b="0" spc="254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b="0" i="1" dirty="0">
                <a:latin typeface="Arial"/>
                <a:cs typeface="Arial"/>
              </a:rPr>
              <a:t>intuition</a:t>
            </a:r>
            <a:r>
              <a:rPr sz="1200" b="0" dirty="0">
                <a:latin typeface="Arial"/>
                <a:cs typeface="Arial"/>
              </a:rPr>
              <a:t>:</a:t>
            </a:r>
            <a:r>
              <a:rPr sz="1200" b="0" spc="114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if the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spc="-80" dirty="0">
                <a:latin typeface="Arial"/>
                <a:cs typeface="Arial"/>
              </a:rPr>
              <a:t>system</a:t>
            </a:r>
            <a:r>
              <a:rPr sz="1200" b="0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is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spc="-80" dirty="0">
                <a:latin typeface="Arial"/>
                <a:cs typeface="Arial"/>
              </a:rPr>
              <a:t>observable,</a:t>
            </a:r>
            <a:r>
              <a:rPr sz="1200" b="0" dirty="0">
                <a:latin typeface="Arial"/>
                <a:cs typeface="Arial"/>
              </a:rPr>
              <a:t> </a:t>
            </a:r>
            <a:r>
              <a:rPr sz="1200" b="0" i="1" dirty="0">
                <a:latin typeface="Arial"/>
                <a:cs typeface="Arial"/>
              </a:rPr>
              <a:t>y</a:t>
            </a:r>
            <a:r>
              <a:rPr sz="1200" b="0" i="1" spc="65" dirty="0">
                <a:latin typeface="Arial"/>
                <a:cs typeface="Arial"/>
              </a:rPr>
              <a:t> </a:t>
            </a:r>
            <a:r>
              <a:rPr sz="1200" b="0" spc="200" dirty="0">
                <a:latin typeface="Arial"/>
                <a:cs typeface="Arial"/>
              </a:rPr>
              <a:t>=</a:t>
            </a:r>
            <a:r>
              <a:rPr sz="1200" b="0" spc="-50" dirty="0">
                <a:latin typeface="Arial"/>
                <a:cs typeface="Arial"/>
              </a:rPr>
              <a:t> </a:t>
            </a:r>
            <a:r>
              <a:rPr sz="1200" b="0" i="1" spc="-10" dirty="0">
                <a:latin typeface="Arial"/>
                <a:cs typeface="Arial"/>
              </a:rPr>
              <a:t>Cx</a:t>
            </a:r>
            <a:r>
              <a:rPr sz="1200" b="0" i="1" spc="9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will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spc="-35" dirty="0">
                <a:latin typeface="Arial"/>
                <a:cs typeface="Arial"/>
              </a:rPr>
              <a:t>relate</a:t>
            </a:r>
            <a:r>
              <a:rPr sz="1200" b="0" dirty="0">
                <a:latin typeface="Arial"/>
                <a:cs typeface="Arial"/>
              </a:rPr>
              <a:t> to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spc="-25" dirty="0">
                <a:latin typeface="Arial"/>
                <a:cs typeface="Arial"/>
              </a:rPr>
              <a:t>all </a:t>
            </a:r>
            <a:r>
              <a:rPr sz="1200" b="0" spc="-50" dirty="0">
                <a:latin typeface="Arial"/>
                <a:cs typeface="Arial"/>
              </a:rPr>
              <a:t>states</a:t>
            </a:r>
            <a:r>
              <a:rPr sz="1200" b="0" spc="-35" dirty="0">
                <a:latin typeface="Arial"/>
                <a:cs typeface="Arial"/>
              </a:rPr>
              <a:t> </a:t>
            </a:r>
            <a:r>
              <a:rPr sz="1200" b="0" spc="390" dirty="0">
                <a:latin typeface="Apple Symbols"/>
                <a:cs typeface="Apple Symbols"/>
              </a:rPr>
              <a:t>⇒</a:t>
            </a:r>
            <a:r>
              <a:rPr sz="1200" b="0" spc="-100" dirty="0">
                <a:latin typeface="Apple Symbols"/>
                <a:cs typeface="Apple Symbols"/>
              </a:rPr>
              <a:t> </a:t>
            </a:r>
            <a:r>
              <a:rPr sz="1200" b="0" spc="-40" dirty="0">
                <a:latin typeface="Arial"/>
                <a:cs typeface="Arial"/>
              </a:rPr>
              <a:t>regulating</a:t>
            </a:r>
            <a:r>
              <a:rPr sz="1200" b="0" spc="-25" dirty="0">
                <a:latin typeface="Arial"/>
                <a:cs typeface="Arial"/>
              </a:rPr>
              <a:t> </a:t>
            </a:r>
            <a:r>
              <a:rPr sz="1200" b="0" i="1" spc="60" dirty="0">
                <a:latin typeface="Arial"/>
                <a:cs typeface="Arial"/>
              </a:rPr>
              <a:t>x</a:t>
            </a:r>
            <a:r>
              <a:rPr sz="1200" b="0" i="1" spc="89" baseline="31250" dirty="0">
                <a:latin typeface="Arial"/>
                <a:cs typeface="Arial"/>
              </a:rPr>
              <a:t>T</a:t>
            </a:r>
            <a:r>
              <a:rPr sz="1200" b="0" i="1" spc="-104" baseline="31250" dirty="0">
                <a:latin typeface="Arial"/>
                <a:cs typeface="Arial"/>
              </a:rPr>
              <a:t> </a:t>
            </a:r>
            <a:r>
              <a:rPr sz="1200" b="0" i="1" dirty="0">
                <a:latin typeface="Arial"/>
                <a:cs typeface="Arial"/>
              </a:rPr>
              <a:t>Qx</a:t>
            </a:r>
            <a:r>
              <a:rPr sz="1200" b="0" i="1" spc="45" dirty="0">
                <a:latin typeface="Arial"/>
                <a:cs typeface="Arial"/>
              </a:rPr>
              <a:t> </a:t>
            </a:r>
            <a:r>
              <a:rPr sz="1200" b="0" spc="200" dirty="0">
                <a:latin typeface="Arial"/>
                <a:cs typeface="Arial"/>
              </a:rPr>
              <a:t>=</a:t>
            </a:r>
            <a:r>
              <a:rPr sz="1200" b="0" spc="-55" dirty="0">
                <a:latin typeface="Arial"/>
                <a:cs typeface="Arial"/>
              </a:rPr>
              <a:t> </a:t>
            </a:r>
            <a:r>
              <a:rPr sz="1200" b="0" i="1" spc="-75" dirty="0">
                <a:latin typeface="Arial"/>
                <a:cs typeface="Arial"/>
              </a:rPr>
              <a:t>x</a:t>
            </a:r>
            <a:r>
              <a:rPr sz="1200" b="0" i="1" spc="-225" dirty="0">
                <a:latin typeface="Arial"/>
                <a:cs typeface="Arial"/>
              </a:rPr>
              <a:t> </a:t>
            </a:r>
            <a:r>
              <a:rPr sz="1200" b="0" i="1" spc="127" baseline="31250" dirty="0">
                <a:latin typeface="Arial"/>
                <a:cs typeface="Arial"/>
              </a:rPr>
              <a:t>T</a:t>
            </a:r>
            <a:r>
              <a:rPr sz="1200" b="0" i="1" spc="-104" baseline="31250" dirty="0">
                <a:latin typeface="Arial"/>
                <a:cs typeface="Arial"/>
              </a:rPr>
              <a:t> </a:t>
            </a:r>
            <a:r>
              <a:rPr sz="1200" b="0" i="1" spc="50" dirty="0">
                <a:latin typeface="Arial"/>
                <a:cs typeface="Arial"/>
              </a:rPr>
              <a:t>C</a:t>
            </a:r>
            <a:r>
              <a:rPr sz="1200" b="0" i="1" spc="75" baseline="31250" dirty="0">
                <a:latin typeface="Arial"/>
                <a:cs typeface="Arial"/>
              </a:rPr>
              <a:t>T</a:t>
            </a:r>
            <a:r>
              <a:rPr sz="1200" b="0" i="1" spc="-104" baseline="31250" dirty="0">
                <a:latin typeface="Arial"/>
                <a:cs typeface="Arial"/>
              </a:rPr>
              <a:t> </a:t>
            </a:r>
            <a:r>
              <a:rPr sz="1200" b="0" i="1" spc="-10" dirty="0">
                <a:latin typeface="Arial"/>
                <a:cs typeface="Arial"/>
              </a:rPr>
              <a:t>Cx</a:t>
            </a:r>
            <a:r>
              <a:rPr sz="1200" b="0" i="1" spc="9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will</a:t>
            </a:r>
            <a:r>
              <a:rPr sz="1200" b="0" spc="-5" dirty="0">
                <a:latin typeface="Arial"/>
                <a:cs typeface="Arial"/>
              </a:rPr>
              <a:t> </a:t>
            </a:r>
            <a:r>
              <a:rPr sz="1200" b="0" spc="-45" dirty="0">
                <a:latin typeface="Arial"/>
                <a:cs typeface="Arial"/>
              </a:rPr>
              <a:t>regulate</a:t>
            </a:r>
            <a:r>
              <a:rPr sz="1200" b="0" dirty="0">
                <a:latin typeface="Arial"/>
                <a:cs typeface="Arial"/>
              </a:rPr>
              <a:t> all</a:t>
            </a:r>
            <a:r>
              <a:rPr sz="1200" b="0" spc="-5" dirty="0">
                <a:latin typeface="Arial"/>
                <a:cs typeface="Arial"/>
              </a:rPr>
              <a:t> </a:t>
            </a:r>
            <a:r>
              <a:rPr sz="1200" b="0" spc="-30" dirty="0">
                <a:latin typeface="Arial"/>
                <a:cs typeface="Arial"/>
              </a:rPr>
              <a:t>states</a:t>
            </a:r>
            <a:endParaRPr sz="1200">
              <a:latin typeface="Arial"/>
              <a:cs typeface="Arial"/>
            </a:endParaRPr>
          </a:p>
          <a:p>
            <a:pPr marL="360680" marR="30480" indent="-193040">
              <a:lnSpc>
                <a:spcPct val="100000"/>
              </a:lnSpc>
              <a:spcBef>
                <a:spcPts val="610"/>
              </a:spcBef>
            </a:pPr>
            <a:r>
              <a:rPr sz="1800" b="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b="0" spc="209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b="0" i="1" spc="-25" dirty="0">
                <a:latin typeface="Arial"/>
                <a:cs typeface="Arial"/>
              </a:rPr>
              <a:t>formally</a:t>
            </a:r>
            <a:r>
              <a:rPr sz="1200" b="0" spc="-25" dirty="0">
                <a:latin typeface="Arial"/>
                <a:cs typeface="Arial"/>
              </a:rPr>
              <a:t>:</a:t>
            </a:r>
            <a:r>
              <a:rPr sz="1200" b="0" spc="12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if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(</a:t>
            </a:r>
            <a:r>
              <a:rPr sz="1200" b="0" i="1" dirty="0">
                <a:latin typeface="Arial"/>
                <a:cs typeface="Arial"/>
              </a:rPr>
              <a:t>A,</a:t>
            </a:r>
            <a:r>
              <a:rPr sz="1200" b="0" i="1" spc="-135" dirty="0">
                <a:latin typeface="Arial"/>
                <a:cs typeface="Arial"/>
              </a:rPr>
              <a:t> </a:t>
            </a:r>
            <a:r>
              <a:rPr sz="1200" b="0" i="1" spc="-130" dirty="0">
                <a:latin typeface="Arial"/>
                <a:cs typeface="Arial"/>
              </a:rPr>
              <a:t>C</a:t>
            </a:r>
            <a:r>
              <a:rPr sz="1200" b="0" i="1" spc="-195" dirty="0">
                <a:latin typeface="Arial"/>
                <a:cs typeface="Arial"/>
              </a:rPr>
              <a:t> </a:t>
            </a:r>
            <a:r>
              <a:rPr sz="1200" b="0" spc="50" dirty="0">
                <a:latin typeface="Arial"/>
                <a:cs typeface="Arial"/>
              </a:rPr>
              <a:t>)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is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85" dirty="0">
                <a:latin typeface="Arial"/>
                <a:cs typeface="Arial"/>
              </a:rPr>
              <a:t>observable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35" dirty="0">
                <a:latin typeface="Arial"/>
                <a:cs typeface="Arial"/>
              </a:rPr>
              <a:t>(detectable),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the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30" dirty="0">
                <a:latin typeface="Arial"/>
                <a:cs typeface="Arial"/>
              </a:rPr>
              <a:t>solution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of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spc="-25" dirty="0">
                <a:latin typeface="Arial"/>
                <a:cs typeface="Arial"/>
              </a:rPr>
              <a:t>the </a:t>
            </a:r>
            <a:r>
              <a:rPr sz="1200" b="0" spc="-30" dirty="0">
                <a:latin typeface="Arial"/>
                <a:cs typeface="Arial"/>
              </a:rPr>
              <a:t>Riccati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spc="-40" dirty="0">
                <a:latin typeface="Arial"/>
                <a:cs typeface="Arial"/>
              </a:rPr>
              <a:t>equation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will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spc="-85" dirty="0">
                <a:latin typeface="Arial"/>
                <a:cs typeface="Arial"/>
              </a:rPr>
              <a:t>converge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to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a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40" dirty="0">
                <a:latin typeface="Arial"/>
                <a:cs typeface="Arial"/>
              </a:rPr>
              <a:t>positive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spc="-40" dirty="0">
                <a:latin typeface="Arial"/>
                <a:cs typeface="Arial"/>
              </a:rPr>
              <a:t>(semi)definite</a:t>
            </a:r>
            <a:r>
              <a:rPr sz="1200" b="0" spc="5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value </a:t>
            </a:r>
            <a:r>
              <a:rPr sz="1200" b="0" i="1" spc="65" dirty="0">
                <a:latin typeface="Arial"/>
                <a:cs typeface="Arial"/>
              </a:rPr>
              <a:t>P</a:t>
            </a:r>
            <a:r>
              <a:rPr sz="1200" b="0" spc="97" baseline="-13888" dirty="0">
                <a:latin typeface="Arial"/>
                <a:cs typeface="Arial"/>
              </a:rPr>
              <a:t>+</a:t>
            </a:r>
            <a:r>
              <a:rPr sz="1200" b="0" spc="247" baseline="-13888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(proof</a:t>
            </a:r>
            <a:r>
              <a:rPr sz="1200" b="0" spc="15" dirty="0">
                <a:latin typeface="Arial"/>
                <a:cs typeface="Arial"/>
              </a:rPr>
              <a:t> </a:t>
            </a:r>
            <a:r>
              <a:rPr sz="1200" b="0" dirty="0">
                <a:latin typeface="Arial"/>
                <a:cs typeface="Arial"/>
              </a:rPr>
              <a:t>in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85" dirty="0">
                <a:latin typeface="Arial"/>
                <a:cs typeface="Arial"/>
              </a:rPr>
              <a:t>course</a:t>
            </a:r>
            <a:r>
              <a:rPr sz="1200" b="0" spc="10" dirty="0">
                <a:latin typeface="Arial"/>
                <a:cs typeface="Arial"/>
              </a:rPr>
              <a:t> </a:t>
            </a:r>
            <a:r>
              <a:rPr sz="1200" b="0" spc="-10" dirty="0">
                <a:latin typeface="Arial"/>
                <a:cs typeface="Arial"/>
              </a:rPr>
              <a:t>notes)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32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70" dirty="0"/>
              <a:t>Additional</a:t>
            </a:r>
            <a:r>
              <a:rPr spc="5" dirty="0"/>
              <a:t> </a:t>
            </a:r>
            <a:r>
              <a:rPr spc="-105" dirty="0"/>
              <a:t>excellent</a:t>
            </a:r>
            <a:r>
              <a:rPr spc="5" dirty="0"/>
              <a:t> </a:t>
            </a:r>
            <a:r>
              <a:rPr spc="-95" dirty="0"/>
              <a:t>properties</a:t>
            </a:r>
            <a:r>
              <a:rPr spc="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85" dirty="0"/>
              <a:t>stationary</a:t>
            </a:r>
            <a:r>
              <a:rPr spc="5" dirty="0"/>
              <a:t> </a:t>
            </a:r>
            <a:r>
              <a:rPr spc="-25" dirty="0"/>
              <a:t>LQ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528" y="941270"/>
            <a:ext cx="4317365" cy="164401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5280" marR="69215" indent="-193040">
              <a:lnSpc>
                <a:spcPct val="100000"/>
              </a:lnSpc>
              <a:spcBef>
                <a:spcPts val="9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54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114" dirty="0">
                <a:latin typeface="Arial"/>
                <a:cs typeface="Arial"/>
              </a:rPr>
              <a:t>we</a:t>
            </a:r>
            <a:r>
              <a:rPr sz="1200" spc="3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know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40" dirty="0">
                <a:latin typeface="Arial"/>
                <a:cs typeface="Arial"/>
              </a:rPr>
              <a:t>stationary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LQR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60" dirty="0">
                <a:latin typeface="Arial"/>
                <a:cs typeface="Arial"/>
              </a:rPr>
              <a:t>yields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guaranteed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closed-</a:t>
            </a:r>
            <a:r>
              <a:rPr sz="1200" spc="-40" dirty="0">
                <a:latin typeface="Arial"/>
                <a:cs typeface="Arial"/>
              </a:rPr>
              <a:t>loop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stability </a:t>
            </a:r>
            <a:r>
              <a:rPr sz="1200" dirty="0">
                <a:latin typeface="Arial"/>
                <a:cs typeface="Arial"/>
              </a:rPr>
              <a:t>for</a:t>
            </a:r>
            <a:r>
              <a:rPr sz="1200" spc="-2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controllable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(stabilizable)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and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observable</a:t>
            </a:r>
            <a:r>
              <a:rPr sz="1200" spc="-5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(detectable) systems</a:t>
            </a:r>
            <a:endParaRPr sz="1200">
              <a:latin typeface="Arial"/>
              <a:cs typeface="Arial"/>
            </a:endParaRPr>
          </a:p>
          <a:p>
            <a:pPr marL="38100" marR="30480">
              <a:lnSpc>
                <a:spcPct val="100000"/>
              </a:lnSpc>
              <a:spcBef>
                <a:spcPts val="310"/>
              </a:spcBef>
            </a:pPr>
            <a:r>
              <a:rPr sz="1200" dirty="0">
                <a:latin typeface="Arial"/>
                <a:cs typeface="Arial"/>
              </a:rPr>
              <a:t>It </a:t>
            </a:r>
            <a:r>
              <a:rPr sz="1200" spc="-25" dirty="0">
                <a:latin typeface="Arial"/>
                <a:cs typeface="Arial"/>
              </a:rPr>
              <a:t>turns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out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that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LQ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regulators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with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full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state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spc="-80" dirty="0">
                <a:latin typeface="Arial"/>
                <a:cs typeface="Arial"/>
              </a:rPr>
              <a:t>feedback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100" dirty="0">
                <a:latin typeface="Arial"/>
                <a:cs typeface="Arial"/>
              </a:rPr>
              <a:t>has</a:t>
            </a:r>
            <a:r>
              <a:rPr sz="1200" spc="15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excellent </a:t>
            </a:r>
            <a:r>
              <a:rPr sz="1200" spc="-30" dirty="0">
                <a:latin typeface="Arial"/>
                <a:cs typeface="Arial"/>
              </a:rPr>
              <a:t>additional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50" dirty="0">
                <a:latin typeface="Arial"/>
                <a:cs typeface="Arial"/>
              </a:rPr>
              <a:t>properties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25" dirty="0">
                <a:latin typeface="Arial"/>
                <a:cs typeface="Arial"/>
              </a:rPr>
              <a:t>of:</a:t>
            </a:r>
            <a:endParaRPr sz="12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31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47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dirty="0">
                <a:latin typeface="Arial"/>
                <a:cs typeface="Arial"/>
              </a:rPr>
              <a:t>at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55" dirty="0">
                <a:latin typeface="Arial"/>
                <a:cs typeface="Arial"/>
              </a:rPr>
              <a:t>least</a:t>
            </a:r>
            <a:r>
              <a:rPr sz="1200" spc="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60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95" dirty="0">
                <a:latin typeface="Arial"/>
                <a:cs typeface="Arial"/>
              </a:rPr>
              <a:t>degree</a:t>
            </a:r>
            <a:r>
              <a:rPr sz="1200" spc="10" dirty="0">
                <a:latin typeface="Arial"/>
                <a:cs typeface="Arial"/>
              </a:rPr>
              <a:t> </a:t>
            </a:r>
            <a:r>
              <a:rPr sz="1200" spc="-105" dirty="0">
                <a:latin typeface="Arial"/>
                <a:cs typeface="Arial"/>
              </a:rPr>
              <a:t>phase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margin</a:t>
            </a:r>
            <a:endParaRPr sz="12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305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9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10" dirty="0">
                <a:latin typeface="Arial"/>
                <a:cs typeface="Arial"/>
              </a:rPr>
              <a:t>infinite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45" dirty="0">
                <a:latin typeface="Arial"/>
                <a:cs typeface="Arial"/>
              </a:rPr>
              <a:t>gain</a:t>
            </a:r>
            <a:r>
              <a:rPr sz="1200" spc="20" dirty="0">
                <a:latin typeface="Arial"/>
                <a:cs typeface="Arial"/>
              </a:rPr>
              <a:t> </a:t>
            </a:r>
            <a:r>
              <a:rPr sz="1200" spc="-10" dirty="0">
                <a:latin typeface="Arial"/>
                <a:cs typeface="Arial"/>
              </a:rPr>
              <a:t>margin</a:t>
            </a:r>
            <a:endParaRPr sz="1200">
              <a:latin typeface="Arial"/>
              <a:cs typeface="Arial"/>
            </a:endParaRPr>
          </a:p>
          <a:p>
            <a:pPr marL="142875">
              <a:lnSpc>
                <a:spcPct val="100000"/>
              </a:lnSpc>
              <a:spcBef>
                <a:spcPts val="300"/>
              </a:spcBef>
            </a:pPr>
            <a:r>
              <a:rPr sz="1800" spc="300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▶</a:t>
            </a:r>
            <a:r>
              <a:rPr sz="1800" spc="202" baseline="4629" dirty="0">
                <a:solidFill>
                  <a:srgbClr val="7F7F7F"/>
                </a:solidFill>
                <a:latin typeface="Arial Unicode MS"/>
                <a:cs typeface="Arial Unicode MS"/>
              </a:rPr>
              <a:t> </a:t>
            </a:r>
            <a:r>
              <a:rPr sz="1200" spc="-20" dirty="0">
                <a:latin typeface="Arial"/>
                <a:cs typeface="Arial"/>
              </a:rPr>
              <a:t>stability </a:t>
            </a:r>
            <a:r>
              <a:rPr sz="1200" spc="-10" dirty="0">
                <a:latin typeface="Arial"/>
                <a:cs typeface="Arial"/>
              </a:rPr>
              <a:t>is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70" dirty="0">
                <a:latin typeface="Arial"/>
                <a:cs typeface="Arial"/>
              </a:rPr>
              <a:t>guaranteed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up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to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a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75" dirty="0">
                <a:latin typeface="Arial"/>
                <a:cs typeface="Arial"/>
              </a:rPr>
              <a:t>50%</a:t>
            </a:r>
            <a:r>
              <a:rPr sz="1200" spc="-10" dirty="0">
                <a:latin typeface="Arial"/>
                <a:cs typeface="Arial"/>
              </a:rPr>
              <a:t> </a:t>
            </a:r>
            <a:r>
              <a:rPr sz="1200" spc="-35" dirty="0">
                <a:latin typeface="Arial"/>
                <a:cs typeface="Arial"/>
              </a:rPr>
              <a:t>reduction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in</a:t>
            </a:r>
            <a:r>
              <a:rPr sz="1200" spc="-20" dirty="0">
                <a:latin typeface="Arial"/>
                <a:cs typeface="Arial"/>
              </a:rPr>
              <a:t> </a:t>
            </a:r>
            <a:r>
              <a:rPr sz="1200" dirty="0">
                <a:latin typeface="Arial"/>
                <a:cs typeface="Arial"/>
              </a:rPr>
              <a:t>the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gain</a:t>
            </a:r>
            <a:endParaRPr sz="12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52" y="0"/>
                </a:lnTo>
                <a:lnTo>
                  <a:pt x="1535976" y="0"/>
                </a:lnTo>
                <a:lnTo>
                  <a:pt x="0" y="0"/>
                </a:lnTo>
                <a:lnTo>
                  <a:pt x="0" y="109728"/>
                </a:lnTo>
                <a:lnTo>
                  <a:pt x="1535976" y="109728"/>
                </a:lnTo>
                <a:lnTo>
                  <a:pt x="3071952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2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33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85" dirty="0"/>
              <a:t>Applications</a:t>
            </a:r>
            <a:r>
              <a:rPr spc="45" dirty="0"/>
              <a:t> </a:t>
            </a:r>
            <a:r>
              <a:rPr spc="-130" dirty="0"/>
              <a:t>and</a:t>
            </a:r>
            <a:r>
              <a:rPr spc="45" dirty="0"/>
              <a:t> </a:t>
            </a:r>
            <a:r>
              <a:rPr spc="-80" dirty="0"/>
              <a:t>practice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>
              <a:xfrm>
                <a:off x="110528" y="858901"/>
                <a:ext cx="4387850" cy="1781898"/>
              </a:xfrm>
              <a:prstGeom prst="rect">
                <a:avLst/>
              </a:prstGeom>
            </p:spPr>
            <p:txBody>
              <a:bodyPr vert="horz" wrap="square" lIns="0" tIns="51435" rIns="0" bIns="0" rtlCol="0">
                <a:spAutoFit/>
              </a:bodyPr>
              <a:lstStyle/>
              <a:p>
                <a:pPr marL="38100">
                  <a:lnSpc>
                    <a:spcPct val="100000"/>
                  </a:lnSpc>
                  <a:spcBef>
                    <a:spcPts val="405"/>
                  </a:spcBef>
                </a:pPr>
                <a:r>
                  <a:rPr lang="en-US" sz="1200" spc="-70" dirty="0">
                    <a:latin typeface="Arial"/>
                    <a:cs typeface="Arial"/>
                  </a:rPr>
                  <a:t>choosing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R</a:t>
                </a:r>
                <a:r>
                  <a:rPr lang="en-US" sz="1200" i="1" spc="75" dirty="0"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latin typeface="Arial"/>
                    <a:cs typeface="Arial"/>
                  </a:rPr>
                  <a:t>and</a:t>
                </a:r>
                <a:r>
                  <a:rPr lang="en-US" sz="1200" spc="-10" dirty="0"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latin typeface="Arial"/>
                    <a:cs typeface="Arial"/>
                  </a:rPr>
                  <a:t>Q</a:t>
                </a:r>
                <a:r>
                  <a:rPr lang="en-US" sz="1200" spc="-25" dirty="0">
                    <a:latin typeface="Arial"/>
                    <a:cs typeface="Arial"/>
                  </a:rPr>
                  <a:t>: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335280" marR="180340" indent="-193040">
                  <a:lnSpc>
                    <a:spcPct val="100000"/>
                  </a:lnSpc>
                  <a:spcBef>
                    <a:spcPts val="300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209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if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spc="-35" dirty="0">
                    <a:latin typeface="Arial"/>
                    <a:cs typeface="Arial"/>
                  </a:rPr>
                  <a:t>there</a:t>
                </a:r>
                <a:r>
                  <a:rPr lang="en-US" sz="1200" spc="-20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is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not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a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spc="-45" dirty="0">
                    <a:latin typeface="Arial"/>
                    <a:cs typeface="Arial"/>
                  </a:rPr>
                  <a:t>good</a:t>
                </a:r>
                <a:r>
                  <a:rPr lang="en-US" sz="1200" spc="-20" dirty="0">
                    <a:latin typeface="Arial"/>
                    <a:cs typeface="Arial"/>
                  </a:rPr>
                  <a:t> </a:t>
                </a:r>
                <a:r>
                  <a:rPr lang="en-US" sz="1200" spc="-65" dirty="0">
                    <a:latin typeface="Arial"/>
                    <a:cs typeface="Arial"/>
                  </a:rPr>
                  <a:t>idea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for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the</a:t>
                </a:r>
                <a:r>
                  <a:rPr lang="en-US" sz="1200" spc="-20" dirty="0">
                    <a:latin typeface="Arial"/>
                    <a:cs typeface="Arial"/>
                  </a:rPr>
                  <a:t> </a:t>
                </a:r>
                <a:r>
                  <a:rPr lang="en-US" sz="1200" spc="-30" dirty="0">
                    <a:latin typeface="Arial"/>
                    <a:cs typeface="Arial"/>
                  </a:rPr>
                  <a:t>structure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for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Q</a:t>
                </a:r>
                <a:r>
                  <a:rPr lang="en-US" sz="1200" i="1" spc="55" dirty="0"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latin typeface="Arial"/>
                    <a:cs typeface="Arial"/>
                  </a:rPr>
                  <a:t>and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R</a:t>
                </a:r>
                <a:r>
                  <a:rPr lang="en-US" sz="1200" dirty="0">
                    <a:latin typeface="Arial"/>
                    <a:cs typeface="Arial"/>
                  </a:rPr>
                  <a:t>,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start </a:t>
                </a:r>
                <a:r>
                  <a:rPr lang="en-US" sz="1200" dirty="0">
                    <a:latin typeface="Arial"/>
                    <a:cs typeface="Arial"/>
                  </a:rPr>
                  <a:t>with</a:t>
                </a:r>
                <a:r>
                  <a:rPr lang="en-US" sz="1200" spc="25" dirty="0">
                    <a:latin typeface="Arial"/>
                    <a:cs typeface="Arial"/>
                  </a:rPr>
                  <a:t> </a:t>
                </a:r>
                <a:r>
                  <a:rPr lang="en-US" sz="1200" spc="-60" dirty="0">
                    <a:latin typeface="Arial"/>
                    <a:cs typeface="Arial"/>
                  </a:rPr>
                  <a:t>diagonal</a:t>
                </a:r>
                <a:r>
                  <a:rPr lang="en-US" sz="1200" spc="25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matrices;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335280" marR="173990" indent="-193040">
                  <a:lnSpc>
                    <a:spcPct val="100000"/>
                  </a:lnSpc>
                  <a:spcBef>
                    <a:spcPts val="610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187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45" dirty="0">
                    <a:latin typeface="Arial"/>
                    <a:cs typeface="Arial"/>
                  </a:rPr>
                  <a:t>gain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spc="-35" dirty="0">
                    <a:latin typeface="Arial"/>
                    <a:cs typeface="Arial"/>
                  </a:rPr>
                  <a:t>an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spc="-65" dirty="0">
                    <a:latin typeface="Arial"/>
                    <a:cs typeface="Arial"/>
                  </a:rPr>
                  <a:t>idea</a:t>
                </a:r>
                <a:r>
                  <a:rPr lang="en-US" sz="1200" spc="-20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of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the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latin typeface="Arial"/>
                    <a:cs typeface="Arial"/>
                  </a:rPr>
                  <a:t>magnitude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of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spc="-85" dirty="0">
                    <a:latin typeface="Arial"/>
                    <a:cs typeface="Arial"/>
                  </a:rPr>
                  <a:t>each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latin typeface="Arial"/>
                    <a:cs typeface="Arial"/>
                  </a:rPr>
                  <a:t>state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spc="-55" dirty="0">
                    <a:latin typeface="Arial"/>
                    <a:cs typeface="Arial"/>
                  </a:rPr>
                  <a:t>variable</a:t>
                </a:r>
                <a:r>
                  <a:rPr lang="en-US" sz="1200" spc="-15" dirty="0"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latin typeface="Arial"/>
                    <a:cs typeface="Arial"/>
                  </a:rPr>
                  <a:t>and</a:t>
                </a:r>
                <a:r>
                  <a:rPr lang="en-US" sz="1200" spc="-20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input variable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142875">
                  <a:lnSpc>
                    <a:spcPct val="100000"/>
                  </a:lnSpc>
                  <a:spcBef>
                    <a:spcPts val="30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315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call</a:t>
                </a:r>
                <a:r>
                  <a:rPr lang="en-US" sz="1200" spc="50" dirty="0"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latin typeface="Arial"/>
                    <a:cs typeface="Arial"/>
                  </a:rPr>
                  <a:t>them</a:t>
                </a:r>
                <a:r>
                  <a:rPr lang="en-US" sz="1200" spc="5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x</a:t>
                </a:r>
                <a:r>
                  <a:rPr lang="en-US" sz="1200" i="1" baseline="-13888" dirty="0">
                    <a:latin typeface="Arial"/>
                    <a:cs typeface="Arial"/>
                  </a:rPr>
                  <a:t>i,</a:t>
                </a:r>
                <a:r>
                  <a:rPr lang="en-US" sz="1200" baseline="-13888" dirty="0">
                    <a:latin typeface="Arial"/>
                    <a:cs typeface="Arial"/>
                  </a:rPr>
                  <a:t>max</a:t>
                </a:r>
                <a:r>
                  <a:rPr lang="en-US" sz="1200" spc="322" baseline="-13888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latin typeface="Arial"/>
                    <a:cs typeface="Arial"/>
                  </a:rPr>
                  <a:t>i</a:t>
                </a:r>
                <a:r>
                  <a:rPr lang="en-US" sz="1200" i="1" spc="105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5" dirty="0">
                    <a:latin typeface="Arial"/>
                    <a:cs typeface="Arial"/>
                  </a:rPr>
                  <a:t> </a:t>
                </a:r>
                <a:r>
                  <a:rPr lang="en-US" sz="1200" spc="-55" dirty="0">
                    <a:latin typeface="Arial"/>
                    <a:cs typeface="Arial"/>
                  </a:rPr>
                  <a:t>1</a:t>
                </a:r>
                <a:r>
                  <a:rPr lang="en-US" sz="1200" i="1" spc="-55" dirty="0">
                    <a:latin typeface="Arial"/>
                    <a:cs typeface="Arial"/>
                  </a:rPr>
                  <a:t>,</a:t>
                </a:r>
                <a:r>
                  <a:rPr lang="en-US" sz="1200" i="1" spc="-135" dirty="0"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latin typeface="Arial"/>
                    <a:cs typeface="Arial"/>
                  </a:rPr>
                  <a:t>.</a:t>
                </a:r>
                <a:r>
                  <a:rPr lang="en-US" sz="1200" i="1" spc="-135" dirty="0"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latin typeface="Arial"/>
                    <a:cs typeface="Arial"/>
                  </a:rPr>
                  <a:t>.</a:t>
                </a:r>
                <a:r>
                  <a:rPr lang="en-US" sz="1200" i="1" spc="-135" dirty="0"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latin typeface="Arial"/>
                    <a:cs typeface="Arial"/>
                  </a:rPr>
                  <a:t>.</a:t>
                </a:r>
                <a:r>
                  <a:rPr lang="en-US" sz="1200" i="1" spc="-135" dirty="0"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latin typeface="Arial"/>
                    <a:cs typeface="Arial"/>
                  </a:rPr>
                  <a:t>,</a:t>
                </a:r>
                <a:r>
                  <a:rPr lang="en-US" sz="1200" i="1" spc="-13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n</a:t>
                </a:r>
                <a:r>
                  <a:rPr lang="en-US" sz="1200" dirty="0">
                    <a:latin typeface="Arial"/>
                    <a:cs typeface="Arial"/>
                  </a:rPr>
                  <a:t>)</a:t>
                </a:r>
                <a:r>
                  <a:rPr lang="en-US" sz="1200" spc="50" dirty="0">
                    <a:latin typeface="Arial"/>
                    <a:cs typeface="Arial"/>
                  </a:rPr>
                  <a:t> </a:t>
                </a:r>
                <a:r>
                  <a:rPr lang="en-US" sz="1200" spc="-50" dirty="0">
                    <a:latin typeface="Arial"/>
                    <a:cs typeface="Arial"/>
                  </a:rPr>
                  <a:t>and</a:t>
                </a:r>
                <a:r>
                  <a:rPr lang="en-US" sz="1200" spc="4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u</a:t>
                </a:r>
                <a:r>
                  <a:rPr lang="en-US" sz="1200" i="1" baseline="-13888" dirty="0">
                    <a:latin typeface="Arial"/>
                    <a:cs typeface="Arial"/>
                  </a:rPr>
                  <a:t>i,</a:t>
                </a:r>
                <a:r>
                  <a:rPr lang="en-US" sz="1200" baseline="-13888" dirty="0">
                    <a:latin typeface="Arial"/>
                    <a:cs typeface="Arial"/>
                  </a:rPr>
                  <a:t>max</a:t>
                </a:r>
                <a:r>
                  <a:rPr lang="en-US" sz="1200" spc="315" baseline="-13888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(</a:t>
                </a:r>
                <a:r>
                  <a:rPr lang="en-US" sz="1200" i="1" dirty="0">
                    <a:latin typeface="Arial"/>
                    <a:cs typeface="Arial"/>
                  </a:rPr>
                  <a:t>i</a:t>
                </a:r>
                <a:r>
                  <a:rPr lang="en-US" sz="1200" i="1" spc="110" dirty="0">
                    <a:latin typeface="Arial"/>
                    <a:cs typeface="Arial"/>
                  </a:rPr>
                  <a:t> </a:t>
                </a:r>
                <a:r>
                  <a:rPr lang="en-US" sz="1200" spc="200" dirty="0">
                    <a:latin typeface="Arial"/>
                    <a:cs typeface="Arial"/>
                  </a:rPr>
                  <a:t>=</a:t>
                </a:r>
                <a:r>
                  <a:rPr lang="en-US" sz="1200" spc="-10" dirty="0">
                    <a:latin typeface="Arial"/>
                    <a:cs typeface="Arial"/>
                  </a:rPr>
                  <a:t> </a:t>
                </a:r>
                <a:r>
                  <a:rPr lang="en-US" sz="1200" spc="-55" dirty="0">
                    <a:latin typeface="Arial"/>
                    <a:cs typeface="Arial"/>
                  </a:rPr>
                  <a:t>1</a:t>
                </a:r>
                <a:r>
                  <a:rPr lang="en-US" sz="1200" i="1" spc="-55" dirty="0">
                    <a:latin typeface="Arial"/>
                    <a:cs typeface="Arial"/>
                  </a:rPr>
                  <a:t>,</a:t>
                </a:r>
                <a:r>
                  <a:rPr lang="en-US" sz="1200" i="1" spc="-135" dirty="0"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latin typeface="Arial"/>
                    <a:cs typeface="Arial"/>
                  </a:rPr>
                  <a:t>.</a:t>
                </a:r>
                <a:r>
                  <a:rPr lang="en-US" sz="1200" i="1" spc="-135" dirty="0"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latin typeface="Arial"/>
                    <a:cs typeface="Arial"/>
                  </a:rPr>
                  <a:t>.</a:t>
                </a:r>
                <a:r>
                  <a:rPr lang="en-US" sz="1200" i="1" spc="-135" dirty="0"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latin typeface="Arial"/>
                    <a:cs typeface="Arial"/>
                  </a:rPr>
                  <a:t>.</a:t>
                </a:r>
                <a:r>
                  <a:rPr lang="en-US" sz="1200" i="1" spc="-135" dirty="0">
                    <a:latin typeface="Arial"/>
                    <a:cs typeface="Arial"/>
                  </a:rPr>
                  <a:t> </a:t>
                </a:r>
                <a:r>
                  <a:rPr lang="en-US" sz="1200" i="1" spc="-25" dirty="0">
                    <a:latin typeface="Arial"/>
                    <a:cs typeface="Arial"/>
                  </a:rPr>
                  <a:t>,</a:t>
                </a:r>
                <a:r>
                  <a:rPr lang="en-US" sz="1200" i="1" spc="-135" dirty="0">
                    <a:latin typeface="Arial"/>
                    <a:cs typeface="Arial"/>
                  </a:rPr>
                  <a:t> </a:t>
                </a:r>
                <a:r>
                  <a:rPr lang="en-US" sz="1200" i="1" spc="-10" dirty="0">
                    <a:latin typeface="Arial"/>
                    <a:cs typeface="Arial"/>
                  </a:rPr>
                  <a:t>r</a:t>
                </a:r>
                <a:r>
                  <a:rPr lang="en-US" sz="1200" i="1" spc="-204" dirty="0">
                    <a:latin typeface="Arial"/>
                    <a:cs typeface="Arial"/>
                  </a:rPr>
                  <a:t> </a:t>
                </a:r>
                <a:r>
                  <a:rPr lang="en-US" sz="1200" dirty="0">
                    <a:latin typeface="Arial"/>
                    <a:cs typeface="Arial"/>
                  </a:rPr>
                  <a:t>)</a:t>
                </a:r>
              </a:p>
              <a:p>
                <a:pPr marL="142875">
                  <a:lnSpc>
                    <a:spcPct val="100000"/>
                  </a:lnSpc>
                  <a:spcBef>
                    <a:spcPts val="305"/>
                  </a:spcBef>
                </a:pPr>
                <a:r>
                  <a:rPr lang="en-US" sz="1800" spc="30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▶</a:t>
                </a:r>
                <a:r>
                  <a:rPr lang="en-US" sz="1800" spc="270" baseline="4629" dirty="0">
                    <a:solidFill>
                      <a:srgbClr val="7F7F7F"/>
                    </a:solidFill>
                    <a:latin typeface="Arial Unicode MS"/>
                    <a:cs typeface="Arial Unicode MS"/>
                  </a:rPr>
                  <a:t> </a:t>
                </a:r>
                <a:r>
                  <a:rPr lang="en-US" sz="1200" spc="-95" dirty="0">
                    <a:latin typeface="Arial"/>
                    <a:cs typeface="Arial"/>
                  </a:rPr>
                  <a:t>make</a:t>
                </a:r>
                <a:r>
                  <a:rPr lang="en-US" sz="1200" spc="10" dirty="0">
                    <a:latin typeface="Arial"/>
                    <a:cs typeface="Arial"/>
                  </a:rPr>
                  <a:t> </a:t>
                </a:r>
                <a:r>
                  <a:rPr lang="en-US" sz="1200" spc="-10" dirty="0">
                    <a:latin typeface="Arial"/>
                    <a:cs typeface="Arial"/>
                  </a:rPr>
                  <a:t>the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spc="-55" dirty="0">
                    <a:latin typeface="Arial"/>
                    <a:cs typeface="Arial"/>
                  </a:rPr>
                  <a:t>diagonal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spc="-80" dirty="0">
                    <a:latin typeface="Arial"/>
                    <a:cs typeface="Arial"/>
                  </a:rPr>
                  <a:t>elements</a:t>
                </a:r>
                <a:r>
                  <a:rPr lang="en-US" sz="1200" dirty="0">
                    <a:latin typeface="Arial"/>
                    <a:cs typeface="Arial"/>
                  </a:rPr>
                  <a:t> of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Q</a:t>
                </a:r>
                <a:r>
                  <a:rPr lang="en-US" sz="1200" i="1" spc="85" dirty="0">
                    <a:latin typeface="Arial"/>
                    <a:cs typeface="Arial"/>
                  </a:rPr>
                  <a:t> </a:t>
                </a:r>
                <a:r>
                  <a:rPr lang="en-US" sz="1200" spc="-65" dirty="0">
                    <a:latin typeface="Arial"/>
                    <a:cs typeface="Arial"/>
                  </a:rPr>
                  <a:t>and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i="1" dirty="0">
                    <a:latin typeface="Arial"/>
                    <a:cs typeface="Arial"/>
                  </a:rPr>
                  <a:t>R</a:t>
                </a:r>
                <a:r>
                  <a:rPr lang="en-US" sz="1200" i="1" spc="95" dirty="0">
                    <a:latin typeface="Arial"/>
                    <a:cs typeface="Arial"/>
                  </a:rPr>
                  <a:t> </a:t>
                </a:r>
                <a:r>
                  <a:rPr lang="en-US" sz="1200" spc="-75" dirty="0">
                    <a:latin typeface="Arial"/>
                    <a:cs typeface="Arial"/>
                  </a:rPr>
                  <a:t>inversely</a:t>
                </a:r>
                <a:r>
                  <a:rPr lang="en-US" sz="1200" dirty="0">
                    <a:latin typeface="Arial"/>
                    <a:cs typeface="Arial"/>
                  </a:rPr>
                  <a:t> </a:t>
                </a:r>
                <a:r>
                  <a:rPr lang="en-US" sz="1200" spc="-40" dirty="0">
                    <a:latin typeface="Arial"/>
                    <a:cs typeface="Arial"/>
                  </a:rPr>
                  <a:t>proportional</a:t>
                </a:r>
                <a:r>
                  <a:rPr lang="en-US" sz="1200" spc="5" dirty="0">
                    <a:latin typeface="Arial"/>
                    <a:cs typeface="Arial"/>
                  </a:rPr>
                  <a:t> </a:t>
                </a:r>
                <a:r>
                  <a:rPr lang="en-US" sz="1200" spc="-25" dirty="0">
                    <a:latin typeface="Arial"/>
                    <a:cs typeface="Arial"/>
                  </a:rPr>
                  <a:t>to</a:t>
                </a:r>
                <a:endParaRPr lang="en-US" sz="1200" dirty="0">
                  <a:latin typeface="Arial"/>
                  <a:cs typeface="Arial"/>
                </a:endParaRPr>
              </a:p>
              <a:p>
                <a:pPr marL="335280">
                  <a:lnSpc>
                    <a:spcPct val="100000"/>
                  </a:lnSpc>
                  <a:spcBef>
                    <a:spcPts val="5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ar-AE" altLang="zh-CN" sz="1200" i="1" smtClean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bPr>
                              <m:e>
                                <m:r>
                                  <a:rPr lang="zh-CN" altLang="ar-AE" sz="1200" b="0" i="1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  <m:t>𝑖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  <m:t>,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  <m:t>𝑚𝑎𝑥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</m:sup>
                    </m:sSup>
                  </m:oMath>
                </a14:m>
                <a:r>
                  <a:rPr lang="ar-AE" sz="1200" spc="345" dirty="0">
                    <a:latin typeface="Arial"/>
                    <a:cs typeface="Arial"/>
                  </a:rPr>
                  <a:t> </a:t>
                </a:r>
                <a:r>
                  <a:rPr lang="en-US" altLang="zh-CN" sz="1200" spc="-40" dirty="0">
                    <a:latin typeface="Arial"/>
                    <a:cs typeface="Arial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200" b="0" i="1" smtClean="0">
                            <a:latin typeface="Cambria Math" panose="02040503050406030204" pitchFamily="18" charset="0"/>
                            <a:cs typeface="Arial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ar-AE" altLang="zh-CN" sz="1200" i="1" smtClean="0">
                                <a:latin typeface="Cambria Math" panose="02040503050406030204" pitchFamily="18" charset="0"/>
                                <a:cs typeface="Arial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200" b="0" i="1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  <m:t>𝑖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  <m:t>,</m:t>
                                </m:r>
                                <m:r>
                                  <a:rPr lang="en-US" altLang="zh-CN" sz="1200" b="0" i="1" smtClean="0">
                                    <a:latin typeface="Cambria Math" panose="02040503050406030204" pitchFamily="18" charset="0"/>
                                    <a:cs typeface="Arial"/>
                                  </a:rPr>
                                  <m:t>𝑚𝑎𝑥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1200" b="0" i="1" smtClean="0">
                            <a:latin typeface="Cambria Math" panose="02040503050406030204" pitchFamily="18" charset="0"/>
                            <a:cs typeface="Arial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zh-CN" sz="1200" spc="345" dirty="0">
                    <a:latin typeface="Arial"/>
                    <a:cs typeface="Arial"/>
                  </a:rPr>
                  <a:t>,</a:t>
                </a:r>
                <a:r>
                  <a:rPr lang="en-US" sz="1200" spc="-10" dirty="0">
                    <a:latin typeface="Arial"/>
                    <a:cs typeface="Arial"/>
                  </a:rPr>
                  <a:t>respectively.</a:t>
                </a:r>
                <a:endParaRPr sz="1200" dirty="0">
                  <a:latin typeface="Arial"/>
                  <a:cs typeface="Arial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528" y="858901"/>
                <a:ext cx="4387850" cy="1781898"/>
              </a:xfrm>
              <a:prstGeom prst="rect">
                <a:avLst/>
              </a:prstGeom>
              <a:blipFill>
                <a:blip r:embed="rId2"/>
                <a:stretch>
                  <a:fillRect l="-1250" t="-342" r="-1250" b="-34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object 4"/>
          <p:cNvSpPr/>
          <p:nvPr/>
        </p:nvSpPr>
        <p:spPr>
          <a:xfrm>
            <a:off x="0" y="3346272"/>
            <a:ext cx="4608195" cy="109855"/>
          </a:xfrm>
          <a:custGeom>
            <a:avLst/>
            <a:gdLst/>
            <a:ahLst/>
            <a:cxnLst/>
            <a:rect l="l" t="t" r="r" b="b"/>
            <a:pathLst>
              <a:path w="4608195" h="109854">
                <a:moveTo>
                  <a:pt x="4607928" y="0"/>
                </a:moveTo>
                <a:lnTo>
                  <a:pt x="3071939" y="0"/>
                </a:lnTo>
                <a:lnTo>
                  <a:pt x="1535963" y="0"/>
                </a:lnTo>
                <a:lnTo>
                  <a:pt x="0" y="0"/>
                </a:lnTo>
                <a:lnTo>
                  <a:pt x="0" y="109728"/>
                </a:lnTo>
                <a:lnTo>
                  <a:pt x="1535963" y="109728"/>
                </a:lnTo>
                <a:lnTo>
                  <a:pt x="3071939" y="109728"/>
                </a:lnTo>
                <a:lnTo>
                  <a:pt x="4607928" y="109728"/>
                </a:lnTo>
                <a:lnTo>
                  <a:pt x="4607928" y="0"/>
                </a:lnTo>
                <a:close/>
              </a:path>
            </a:pathLst>
          </a:custGeom>
          <a:solidFill>
            <a:srgbClr val="E5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pc="50" dirty="0"/>
              <a:t>Mod</a:t>
            </a:r>
            <a:r>
              <a:rPr spc="125" dirty="0"/>
              <a:t> </a:t>
            </a:r>
            <a:r>
              <a:rPr spc="10" dirty="0"/>
              <a:t>Ctrl</a:t>
            </a:r>
            <a:r>
              <a:rPr spc="130" dirty="0"/>
              <a:t> </a:t>
            </a:r>
            <a:r>
              <a:rPr spc="10" dirty="0"/>
              <a:t>Intro</a:t>
            </a:r>
            <a:r>
              <a:rPr spc="415" dirty="0"/>
              <a:t> </a:t>
            </a:r>
            <a:r>
              <a:rPr spc="50" dirty="0"/>
              <a:t>(w</a:t>
            </a:r>
            <a:r>
              <a:rPr spc="125" dirty="0"/>
              <a:t> </a:t>
            </a:r>
            <a:r>
              <a:rPr spc="10" dirty="0"/>
              <a:t>Matlab</a:t>
            </a:r>
            <a:r>
              <a:rPr spc="130" dirty="0"/>
              <a:t> </a:t>
            </a:r>
            <a:r>
              <a:rPr spc="125" dirty="0"/>
              <a:t>&amp;</a:t>
            </a:r>
            <a:r>
              <a:rPr spc="130" dirty="0"/>
              <a:t> </a:t>
            </a:r>
            <a:r>
              <a:rPr spc="-10" dirty="0"/>
              <a:t>Python)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233180" y="3338410"/>
            <a:ext cx="141605" cy="12255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600" spc="30" dirty="0">
                <a:solidFill>
                  <a:srgbClr val="FF84BD"/>
                </a:solidFill>
                <a:latin typeface="Arial"/>
                <a:cs typeface="Arial"/>
                <a:hlinkClick r:id="rId3" action="ppaction://hlinksldjump"/>
              </a:rPr>
              <a:t>LQ</a:t>
            </a:r>
            <a:endParaRPr sz="6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0"/>
              </a:spcBef>
            </a:pPr>
            <a:fld id="{81D60167-4931-47E6-BA6A-407CBD079E47}" type="slidenum">
              <a:rPr dirty="0"/>
              <a:t>34</a:t>
            </a:fld>
            <a:r>
              <a:rPr spc="-40" dirty="0"/>
              <a:t> </a:t>
            </a:r>
            <a:r>
              <a:rPr spc="185" dirty="0"/>
              <a:t>/</a:t>
            </a:r>
            <a:r>
              <a:rPr spc="-40" dirty="0"/>
              <a:t> </a:t>
            </a:r>
            <a:r>
              <a:rPr spc="-25" dirty="0"/>
              <a:t>34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</TotalTime>
  <Words>3850</Words>
  <Application>Microsoft Office PowerPoint</Application>
  <PresentationFormat>自定义</PresentationFormat>
  <Paragraphs>743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1" baseType="lpstr">
      <vt:lpstr>Apple Symbols</vt:lpstr>
      <vt:lpstr>Arial Unicode MS</vt:lpstr>
      <vt:lpstr>Hack</vt:lpstr>
      <vt:lpstr>Arial</vt:lpstr>
      <vt:lpstr>Cambria Math</vt:lpstr>
      <vt:lpstr>Times New Roman</vt:lpstr>
      <vt:lpstr>Office Theme</vt:lpstr>
      <vt:lpstr>Linear Quadratic Optimal Control</vt:lpstr>
      <vt:lpstr>Motivation</vt:lpstr>
      <vt:lpstr>PowerPoint 演示文稿</vt:lpstr>
      <vt:lpstr>Goal</vt:lpstr>
      <vt:lpstr>Observations</vt:lpstr>
      <vt:lpstr>PowerPoint 演示文稿</vt:lpstr>
      <vt:lpstr>Solution concept: infinite-horizon/stationary LQ</vt:lpstr>
      <vt:lpstr>Solution of the infinite-horizon LQ</vt:lpstr>
      <vt:lpstr>Observations</vt:lpstr>
      <vt:lpstr>Observations</vt:lpstr>
      <vt:lpstr>PowerPoint 演示文稿</vt:lpstr>
      <vt:lpstr>Example</vt:lpstr>
      <vt:lpstr>LQ with State Feedback</vt:lpstr>
      <vt:lpstr>Example: Stationary LQR of a pure inertia system</vt:lpstr>
      <vt:lpstr>PowerPoint 演示文稿</vt:lpstr>
      <vt:lpstr>MATLAB commands</vt:lpstr>
      <vt:lpstr>PowerPoint 演示文稿</vt:lpstr>
      <vt:lpstr>Solution to the finite-horizon LQ</vt:lpstr>
      <vt:lpstr>Solution to the finite-horizon LQ</vt:lpstr>
      <vt:lpstr>Solution to the finite-horizon LQ</vt:lpstr>
      <vt:lpstr>Solution to the finite-horizon LQ</vt:lpstr>
      <vt:lpstr>Observations</vt:lpstr>
      <vt:lpstr>Observations</vt:lpstr>
      <vt:lpstr>Example: LQR of a pure inertia system</vt:lpstr>
      <vt:lpstr>PowerPoint 演示文稿</vt:lpstr>
      <vt:lpstr>Example: LQR of a pure inertia system: analysis</vt:lpstr>
      <vt:lpstr>Example: LQR of a pure inertia system: analysis</vt:lpstr>
      <vt:lpstr>Example: LQR of a pure inertia system: analysis</vt:lpstr>
      <vt:lpstr>PowerPoint 演示文稿</vt:lpstr>
      <vt:lpstr>From LQ to stationary LQ</vt:lpstr>
      <vt:lpstr>Need for controllability/stabilizability</vt:lpstr>
      <vt:lpstr>Need for observability/detectability</vt:lpstr>
      <vt:lpstr>Additional excellent properties of stationary LQ</vt:lpstr>
      <vt:lpstr>Applications and practice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Shuan Cheng</cp:lastModifiedBy>
  <cp:revision>1</cp:revision>
  <dcterms:created xsi:type="dcterms:W3CDTF">2025-07-12T07:59:29Z</dcterms:created>
  <dcterms:modified xsi:type="dcterms:W3CDTF">2025-11-23T01:41:26Z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2025-04-22T00:00:00Z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2025-07-12T00:00:00Z</vt:filetime>
  </property>
  <property fmtid="{D5CDD505-2E9C-101B-9397-08002B2CF9AE}" pid="5" name="PTEX.Fullbanner">
    <vt:lpwstr>This is pdfTeX, Version 3.141592653-2.6-1.40.27 (TeX Live 2025) kpathsea version 6.4.1</vt:lpwstr>
  </property>
  <property fmtid="{D5CDD505-2E9C-101B-9397-08002B2CF9AE}" pid="6" name="Producer">
    <vt:lpwstr>pdfTeX-1.40.27</vt:lpwstr>
  </property>
</Properties>
</file>